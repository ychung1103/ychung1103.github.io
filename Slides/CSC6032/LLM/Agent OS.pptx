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668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7B6652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7B6652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6356" y="90239"/>
            <a:ext cx="7220584" cy="129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9191" y="1619944"/>
            <a:ext cx="6770370" cy="2468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7B6652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1aVaworld.com/1avaworld/1W" TargetMode="External"/><Relationship Id="rId5" Type="http://schemas.openxmlformats.org/officeDocument/2006/relationships/hyperlink" Target="http://www.iavaworld.com/1aVawOrld/1W-04-" TargetMode="Externa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054535" y="580875"/>
            <a:ext cx="2321560" cy="524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50" spc="-30" dirty="0"/>
              <a:t>CONTENTS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705891" y="1309885"/>
            <a:ext cx="3096260" cy="541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5"/>
              </a:spcBef>
            </a:pPr>
            <a:r>
              <a:rPr sz="1850" spc="-10" dirty="0">
                <a:latin typeface="Times New Roman"/>
                <a:cs typeface="Times New Roman"/>
              </a:rPr>
              <a:t>IN’I’RODUCTION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</a:pPr>
            <a:r>
              <a:rPr sz="1900" spc="-15" dirty="0">
                <a:latin typeface="Times New Roman"/>
                <a:cs typeface="Times New Roman"/>
              </a:rPr>
              <a:t>AGENT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sz="1900" b="0" spc="-10" dirty="0">
                <a:latin typeface="Bookman Old Style"/>
                <a:cs typeface="Bookman Old Style"/>
              </a:rPr>
              <a:t>AGENTS</a:t>
            </a:r>
            <a:endParaRPr sz="1900">
              <a:latin typeface="Bookman Old Style"/>
              <a:cs typeface="Bookman Old Style"/>
            </a:endParaRPr>
          </a:p>
          <a:p>
            <a:pPr marL="12700" marR="5080" indent="2540">
              <a:lnSpc>
                <a:spcPct val="201799"/>
              </a:lnSpc>
              <a:spcBef>
                <a:spcPts val="85"/>
              </a:spcBef>
            </a:pPr>
            <a:r>
              <a:rPr sz="1800" dirty="0">
                <a:latin typeface="Times New Roman"/>
                <a:cs typeface="Times New Roman"/>
              </a:rPr>
              <a:t>AGENT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PARADIGM </a:t>
            </a:r>
            <a:r>
              <a:rPr sz="1850" dirty="0">
                <a:latin typeface="Times New Roman"/>
                <a:cs typeface="Times New Roman"/>
              </a:rPr>
              <a:t>LIFECYCLE</a:t>
            </a:r>
            <a:r>
              <a:rPr sz="1850" spc="21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OF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</a:t>
            </a:r>
            <a:r>
              <a:rPr sz="1850" spc="-10" dirty="0">
                <a:latin typeface="Times New Roman"/>
                <a:cs typeface="Times New Roman"/>
              </a:rPr>
              <a:t> AGENT </a:t>
            </a:r>
            <a:r>
              <a:rPr sz="1850" dirty="0">
                <a:latin typeface="Times New Roman"/>
                <a:cs typeface="Times New Roman"/>
              </a:rPr>
              <a:t>AGENT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OS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REQUIREMENTS </a:t>
            </a:r>
            <a:r>
              <a:rPr sz="1850" dirty="0">
                <a:latin typeface="Times New Roman"/>
                <a:cs typeface="Times New Roman"/>
              </a:rPr>
              <a:t>DESIGN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AGENT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OS </a:t>
            </a:r>
            <a:r>
              <a:rPr sz="1850" spc="-10" dirty="0">
                <a:latin typeface="Times New Roman"/>
                <a:cs typeface="Times New Roman"/>
              </a:rPr>
              <a:t>ADVANTAGES CONCLUSION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5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</a:pPr>
            <a:r>
              <a:rPr sz="1850" spc="-10" dirty="0">
                <a:latin typeface="Times New Roman"/>
                <a:cs typeface="Times New Roman"/>
              </a:rPr>
              <a:t>REFERENCES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9593" y="5741789"/>
            <a:ext cx="500062" cy="4822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4432" rIns="0" bIns="0" rtlCol="0">
            <a:spAutoFit/>
          </a:bodyPr>
          <a:lstStyle/>
          <a:p>
            <a:pPr marL="1907539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871" y="1625649"/>
            <a:ext cx="6697980" cy="2524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sz="2400" b="0" dirty="0">
                <a:latin typeface="Bookman Old Style"/>
                <a:cs typeface="Bookman Old Style"/>
              </a:rPr>
              <a:t>Internet</a:t>
            </a:r>
            <a:r>
              <a:rPr sz="2400" b="0" spc="540" dirty="0">
                <a:latin typeface="Bookman Old Style"/>
                <a:cs typeface="Bookman Old Style"/>
              </a:rPr>
              <a:t> </a:t>
            </a:r>
            <a:r>
              <a:rPr sz="2400" b="0" spc="-405" dirty="0">
                <a:latin typeface="Bookman Old Style"/>
                <a:cs typeface="Bookman Old Style"/>
              </a:rPr>
              <a:t>-</a:t>
            </a:r>
            <a:r>
              <a:rPr sz="2400" b="0" spc="530" dirty="0">
                <a:latin typeface="Bookman Old Style"/>
                <a:cs typeface="Bookman Old Style"/>
              </a:rPr>
              <a:t> </a:t>
            </a:r>
            <a:r>
              <a:rPr sz="2400" b="0" spc="-50" dirty="0">
                <a:latin typeface="Bookman Old Style"/>
                <a:cs typeface="Bookman Old Style"/>
              </a:rPr>
              <a:t>world</a:t>
            </a:r>
            <a:r>
              <a:rPr sz="2400" b="0" spc="-75" dirty="0">
                <a:latin typeface="Bookman Old Style"/>
                <a:cs typeface="Bookman Old Style"/>
              </a:rPr>
              <a:t> </a:t>
            </a:r>
            <a:r>
              <a:rPr sz="2400" b="0" spc="-65" dirty="0">
                <a:latin typeface="Bookman Old Style"/>
                <a:cs typeface="Bookman Old Style"/>
              </a:rPr>
              <a:t>wide</a:t>
            </a:r>
            <a:r>
              <a:rPr sz="2400" b="0" spc="-125" dirty="0">
                <a:latin typeface="Bookman Old Style"/>
                <a:cs typeface="Bookman Old Style"/>
              </a:rPr>
              <a:t> </a:t>
            </a:r>
            <a:r>
              <a:rPr sz="2400" b="0" spc="-70" dirty="0">
                <a:latin typeface="Bookman Old Style"/>
                <a:cs typeface="Bookman Old Style"/>
              </a:rPr>
              <a:t>information</a:t>
            </a:r>
            <a:r>
              <a:rPr sz="2400" b="0" spc="45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repository</a:t>
            </a:r>
            <a:endParaRPr sz="2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</a:pPr>
            <a:r>
              <a:rPr sz="2400" b="0" spc="-100" dirty="0">
                <a:latin typeface="Bookman Old Style"/>
                <a:cs typeface="Bookman Old Style"/>
              </a:rPr>
              <a:t>Resource</a:t>
            </a:r>
            <a:r>
              <a:rPr sz="2400" b="0" spc="-75" dirty="0">
                <a:latin typeface="Bookman Old Style"/>
                <a:cs typeface="Bookman Old Style"/>
              </a:rPr>
              <a:t> </a:t>
            </a:r>
            <a:r>
              <a:rPr sz="2400" b="0" spc="-85" dirty="0">
                <a:latin typeface="Bookman Old Style"/>
                <a:cs typeface="Bookman Old Style"/>
              </a:rPr>
              <a:t>sharing</a:t>
            </a:r>
            <a:r>
              <a:rPr sz="2400" b="0" spc="-100" dirty="0">
                <a:latin typeface="Bookman Old Style"/>
                <a:cs typeface="Bookman Old Style"/>
              </a:rPr>
              <a:t> </a:t>
            </a:r>
            <a:r>
              <a:rPr sz="2400" b="0" spc="-160" dirty="0">
                <a:latin typeface="Bookman Old Style"/>
                <a:cs typeface="Bookman Old Style"/>
              </a:rPr>
              <a:t>on</a:t>
            </a:r>
            <a:r>
              <a:rPr sz="2400" b="0" spc="-30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a</a:t>
            </a:r>
            <a:r>
              <a:rPr sz="2400" b="0" spc="5" dirty="0">
                <a:latin typeface="Bookman Old Style"/>
                <a:cs typeface="Bookman Old Style"/>
              </a:rPr>
              <a:t> </a:t>
            </a:r>
            <a:r>
              <a:rPr sz="2400" b="0" spc="-65" dirty="0">
                <a:latin typeface="Bookman Old Style"/>
                <a:cs typeface="Bookman Old Style"/>
              </a:rPr>
              <a:t>world</a:t>
            </a:r>
            <a:r>
              <a:rPr sz="2400" b="0" spc="-110" dirty="0">
                <a:latin typeface="Bookman Old Style"/>
                <a:cs typeface="Bookman Old Style"/>
              </a:rPr>
              <a:t> </a:t>
            </a:r>
            <a:r>
              <a:rPr sz="2400" b="0" spc="-65" dirty="0">
                <a:latin typeface="Bookman Old Style"/>
                <a:cs typeface="Bookman Old Style"/>
              </a:rPr>
              <a:t>wide</a:t>
            </a:r>
            <a:r>
              <a:rPr sz="2400" b="0" spc="-125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basis</a:t>
            </a:r>
            <a:endParaRPr sz="2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Bookman Old Style"/>
              <a:cs typeface="Bookman Old Style"/>
            </a:endParaRPr>
          </a:p>
          <a:p>
            <a:pPr marL="23495" marR="5080" indent="-5715">
              <a:lnSpc>
                <a:spcPct val="100000"/>
              </a:lnSpc>
            </a:pPr>
            <a:r>
              <a:rPr sz="2400" b="0" spc="-30" dirty="0">
                <a:latin typeface="Bookman Old Style"/>
                <a:cs typeface="Bookman Old Style"/>
              </a:rPr>
              <a:t>Agents</a:t>
            </a:r>
            <a:r>
              <a:rPr sz="2400" b="0" spc="-165" dirty="0">
                <a:latin typeface="Bookman Old Style"/>
                <a:cs typeface="Bookman Old Style"/>
              </a:rPr>
              <a:t> </a:t>
            </a:r>
            <a:r>
              <a:rPr sz="2400" b="0" spc="-45" dirty="0">
                <a:latin typeface="Bookman Old Style"/>
                <a:cs typeface="Bookman Old Style"/>
              </a:rPr>
              <a:t>are</a:t>
            </a:r>
            <a:r>
              <a:rPr sz="2400" b="0" spc="-145" dirty="0">
                <a:latin typeface="Bookman Old Style"/>
                <a:cs typeface="Bookman Old Style"/>
              </a:rPr>
              <a:t> </a:t>
            </a:r>
            <a:r>
              <a:rPr sz="2400" b="0" spc="-35" dirty="0">
                <a:latin typeface="Bookman Old Style"/>
                <a:cs typeface="Bookman Old Style"/>
              </a:rPr>
              <a:t>new</a:t>
            </a:r>
            <a:r>
              <a:rPr sz="2400" b="0" spc="-155" dirty="0">
                <a:latin typeface="Bookman Old Style"/>
                <a:cs typeface="Bookman Old Style"/>
              </a:rPr>
              <a:t> </a:t>
            </a:r>
            <a:r>
              <a:rPr sz="2400" b="0" spc="-125" dirty="0">
                <a:latin typeface="Bookman Old Style"/>
                <a:cs typeface="Bookman Old Style"/>
              </a:rPr>
              <a:t>approach</a:t>
            </a:r>
            <a:r>
              <a:rPr sz="2400" b="0" spc="-65" dirty="0">
                <a:latin typeface="Bookman Old Style"/>
                <a:cs typeface="Bookman Old Style"/>
              </a:rPr>
              <a:t> </a:t>
            </a:r>
            <a:r>
              <a:rPr sz="2400" b="0" spc="-50" dirty="0">
                <a:latin typeface="Bookman Old Style"/>
                <a:cs typeface="Bookman Old Style"/>
              </a:rPr>
              <a:t>to</a:t>
            </a:r>
            <a:r>
              <a:rPr sz="2400" b="0" spc="-140" dirty="0">
                <a:latin typeface="Bookman Old Style"/>
                <a:cs typeface="Bookman Old Style"/>
              </a:rPr>
              <a:t> </a:t>
            </a:r>
            <a:r>
              <a:rPr sz="2400" b="0" spc="-45" dirty="0">
                <a:latin typeface="Bookman Old Style"/>
                <a:cs typeface="Bookman Old Style"/>
              </a:rPr>
              <a:t>the</a:t>
            </a:r>
            <a:r>
              <a:rPr sz="2400" b="0" spc="-140" dirty="0">
                <a:latin typeface="Bookman Old Style"/>
                <a:cs typeface="Bookman Old Style"/>
              </a:rPr>
              <a:t> </a:t>
            </a:r>
            <a:r>
              <a:rPr sz="2400" b="0" spc="-75" dirty="0">
                <a:latin typeface="Bookman Old Style"/>
                <a:cs typeface="Bookman Old Style"/>
              </a:rPr>
              <a:t>development</a:t>
            </a:r>
            <a:r>
              <a:rPr sz="2400" b="0" spc="-30" dirty="0">
                <a:latin typeface="Bookman Old Style"/>
                <a:cs typeface="Bookman Old Style"/>
              </a:rPr>
              <a:t> </a:t>
            </a:r>
            <a:r>
              <a:rPr sz="2400" b="0" spc="-25" dirty="0">
                <a:latin typeface="Bookman Old Style"/>
                <a:cs typeface="Bookman Old Style"/>
              </a:rPr>
              <a:t>of </a:t>
            </a:r>
            <a:r>
              <a:rPr sz="2400" b="0" spc="-85" dirty="0">
                <a:latin typeface="Bookman Old Style"/>
                <a:cs typeface="Bookman Old Style"/>
              </a:rPr>
              <a:t>distributed</a:t>
            </a:r>
            <a:r>
              <a:rPr sz="2400" b="0" spc="-110" dirty="0">
                <a:latin typeface="Bookman Old Style"/>
                <a:cs typeface="Bookman Old Style"/>
              </a:rPr>
              <a:t> </a:t>
            </a:r>
            <a:r>
              <a:rPr sz="2400" b="0" spc="-75" dirty="0">
                <a:latin typeface="Bookman Old Style"/>
                <a:cs typeface="Bookman Old Style"/>
              </a:rPr>
              <a:t>client-</a:t>
            </a:r>
            <a:r>
              <a:rPr sz="2400" b="0" spc="-30" dirty="0">
                <a:latin typeface="Bookman Old Style"/>
                <a:cs typeface="Bookman Old Style"/>
              </a:rPr>
              <a:t>server</a:t>
            </a:r>
            <a:r>
              <a:rPr sz="2400" b="0" spc="20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application</a:t>
            </a:r>
            <a:endParaRPr sz="240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85552" y="851495"/>
            <a:ext cx="2189480" cy="531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00" spc="-10" dirty="0"/>
              <a:t>AGENT</a:t>
            </a:r>
            <a:r>
              <a:rPr sz="3300" spc="-220" dirty="0"/>
              <a:t> </a:t>
            </a:r>
            <a:r>
              <a:rPr sz="3300" spc="-135" dirty="0"/>
              <a:t>OS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809066" y="1625649"/>
            <a:ext cx="6830059" cy="2526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0" spc="-100" dirty="0">
                <a:latin typeface="Bookman Old Style"/>
                <a:cs typeface="Bookman Old Style"/>
              </a:rPr>
              <a:t>Supports</a:t>
            </a:r>
            <a:r>
              <a:rPr sz="2400" b="0" spc="-90" dirty="0">
                <a:latin typeface="Bookman Old Style"/>
                <a:cs typeface="Bookman Old Style"/>
              </a:rPr>
              <a:t> </a:t>
            </a:r>
            <a:r>
              <a:rPr sz="2400" b="0" spc="-125" dirty="0">
                <a:latin typeface="Bookman Old Style"/>
                <a:cs typeface="Bookman Old Style"/>
              </a:rPr>
              <a:t>agent-</a:t>
            </a:r>
            <a:r>
              <a:rPr sz="2400" b="0" spc="-80" dirty="0">
                <a:latin typeface="Bookman Old Style"/>
                <a:cs typeface="Bookman Old Style"/>
              </a:rPr>
              <a:t>based</a:t>
            </a:r>
            <a:r>
              <a:rPr sz="2400" b="0" spc="-45" dirty="0">
                <a:latin typeface="Bookman Old Style"/>
                <a:cs typeface="Bookman Old Style"/>
              </a:rPr>
              <a:t> </a:t>
            </a:r>
            <a:r>
              <a:rPr sz="2400" b="0" spc="-75" dirty="0">
                <a:latin typeface="Bookman Old Style"/>
                <a:cs typeface="Bookman Old Style"/>
              </a:rPr>
              <a:t>client-</a:t>
            </a:r>
            <a:r>
              <a:rPr sz="2400" b="0" spc="-30" dirty="0">
                <a:latin typeface="Bookman Old Style"/>
                <a:cs typeface="Bookman Old Style"/>
              </a:rPr>
              <a:t>server</a:t>
            </a:r>
            <a:r>
              <a:rPr sz="2400" b="0" spc="-40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applications</a:t>
            </a:r>
            <a:endParaRPr sz="2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Bookman Old Style"/>
              <a:cs typeface="Bookman Old Style"/>
            </a:endParaRPr>
          </a:p>
          <a:p>
            <a:pPr marL="98425">
              <a:lnSpc>
                <a:spcPct val="100000"/>
              </a:lnSpc>
            </a:pPr>
            <a:r>
              <a:rPr sz="2400" b="0" spc="-60" dirty="0">
                <a:latin typeface="Bookman Old Style"/>
                <a:cs typeface="Bookman Old Style"/>
              </a:rPr>
              <a:t>Behaves</a:t>
            </a:r>
            <a:r>
              <a:rPr sz="2400" b="0" spc="-135" dirty="0">
                <a:latin typeface="Bookman Old Style"/>
                <a:cs typeface="Bookman Old Style"/>
              </a:rPr>
              <a:t> </a:t>
            </a:r>
            <a:r>
              <a:rPr sz="2400" b="0" spc="-150" dirty="0">
                <a:latin typeface="Bookman Old Style"/>
                <a:cs typeface="Bookman Old Style"/>
              </a:rPr>
              <a:t>as</a:t>
            </a:r>
            <a:r>
              <a:rPr sz="2400" b="0" spc="-40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a</a:t>
            </a:r>
            <a:r>
              <a:rPr sz="2400" b="0" spc="-190" dirty="0">
                <a:latin typeface="Bookman Old Style"/>
                <a:cs typeface="Bookman Old Style"/>
              </a:rPr>
              <a:t> </a:t>
            </a:r>
            <a:r>
              <a:rPr sz="2400" b="0" spc="-40" dirty="0">
                <a:latin typeface="Bookman Old Style"/>
                <a:cs typeface="Bookman Old Style"/>
              </a:rPr>
              <a:t>traditional</a:t>
            </a:r>
            <a:r>
              <a:rPr sz="2400" b="0" spc="-105" dirty="0">
                <a:latin typeface="Bookman Old Style"/>
                <a:cs typeface="Bookman Old Style"/>
              </a:rPr>
              <a:t> </a:t>
            </a:r>
            <a:r>
              <a:rPr sz="2400" b="0" spc="-25" dirty="0">
                <a:latin typeface="Bookman Old Style"/>
                <a:cs typeface="Bookman Old Style"/>
              </a:rPr>
              <a:t>server</a:t>
            </a:r>
            <a:r>
              <a:rPr sz="2400" b="0" spc="-100" dirty="0">
                <a:latin typeface="Bookman Old Style"/>
                <a:cs typeface="Bookman Old Style"/>
              </a:rPr>
              <a:t> </a:t>
            </a:r>
            <a:r>
              <a:rPr sz="2400" b="0" spc="-40" dirty="0">
                <a:latin typeface="Bookman Old Style"/>
                <a:cs typeface="Bookman Old Style"/>
              </a:rPr>
              <a:t>for</a:t>
            </a:r>
            <a:r>
              <a:rPr sz="2400" b="0" spc="-150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a</a:t>
            </a:r>
            <a:r>
              <a:rPr sz="2400" b="0" spc="-160" dirty="0">
                <a:latin typeface="Bookman Old Style"/>
                <a:cs typeface="Bookman Old Style"/>
              </a:rPr>
              <a:t> </a:t>
            </a:r>
            <a:r>
              <a:rPr sz="2400" b="0" spc="-50" dirty="0">
                <a:latin typeface="Bookman Old Style"/>
                <a:cs typeface="Bookman Old Style"/>
              </a:rPr>
              <a:t>single</a:t>
            </a:r>
            <a:r>
              <a:rPr sz="2400" b="0" spc="-140" dirty="0">
                <a:latin typeface="Bookman Old Style"/>
                <a:cs typeface="Bookman Old Style"/>
              </a:rPr>
              <a:t> </a:t>
            </a:r>
            <a:r>
              <a:rPr sz="2400" b="0" spc="-20" dirty="0">
                <a:latin typeface="Bookman Old Style"/>
                <a:cs typeface="Bookman Old Style"/>
              </a:rPr>
              <a:t>host</a:t>
            </a:r>
            <a:endParaRPr sz="2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Bookman Old Style"/>
              <a:cs typeface="Bookman Old Style"/>
            </a:endParaRPr>
          </a:p>
          <a:p>
            <a:pPr marL="17145" marR="497840" indent="86995">
              <a:lnSpc>
                <a:spcPts val="2880"/>
              </a:lnSpc>
            </a:pPr>
            <a:r>
              <a:rPr sz="2450" b="0" spc="-65" dirty="0">
                <a:latin typeface="Bookman Old Style"/>
                <a:cs typeface="Bookman Old Style"/>
              </a:rPr>
              <a:t>Entire</a:t>
            </a:r>
            <a:r>
              <a:rPr sz="2450" b="0" spc="-135" dirty="0">
                <a:latin typeface="Bookman Old Style"/>
                <a:cs typeface="Bookman Old Style"/>
              </a:rPr>
              <a:t> </a:t>
            </a:r>
            <a:r>
              <a:rPr sz="2450" b="0" spc="-100" dirty="0">
                <a:latin typeface="Bookman Old Style"/>
                <a:cs typeface="Bookman Old Style"/>
              </a:rPr>
              <a:t>network-</a:t>
            </a:r>
            <a:r>
              <a:rPr sz="2450" b="0" spc="-95" dirty="0">
                <a:latin typeface="Bookman Old Style"/>
                <a:cs typeface="Bookman Old Style"/>
              </a:rPr>
              <a:t>provides</a:t>
            </a:r>
            <a:r>
              <a:rPr sz="2450" b="0" spc="-240" dirty="0">
                <a:latin typeface="Bookman Old Style"/>
                <a:cs typeface="Bookman Old Style"/>
              </a:rPr>
              <a:t> </a:t>
            </a:r>
            <a:r>
              <a:rPr sz="2450" b="0" spc="-160" dirty="0">
                <a:latin typeface="Bookman Old Style"/>
                <a:cs typeface="Bookman Old Style"/>
              </a:rPr>
              <a:t>an</a:t>
            </a:r>
            <a:r>
              <a:rPr sz="2450" b="0" spc="-95" dirty="0">
                <a:latin typeface="Bookman Old Style"/>
                <a:cs typeface="Bookman Old Style"/>
              </a:rPr>
              <a:t> </a:t>
            </a:r>
            <a:r>
              <a:rPr sz="2450" b="0" spc="-100" dirty="0">
                <a:latin typeface="Bookman Old Style"/>
                <a:cs typeface="Bookman Old Style"/>
              </a:rPr>
              <a:t>environment</a:t>
            </a:r>
            <a:r>
              <a:rPr sz="2450" b="0" spc="114" dirty="0">
                <a:latin typeface="Bookman Old Style"/>
                <a:cs typeface="Bookman Old Style"/>
              </a:rPr>
              <a:t> </a:t>
            </a:r>
            <a:r>
              <a:rPr sz="2450" b="0" spc="-25" dirty="0">
                <a:latin typeface="Bookman Old Style"/>
                <a:cs typeface="Bookman Old Style"/>
              </a:rPr>
              <a:t>for </a:t>
            </a:r>
            <a:r>
              <a:rPr sz="2450" b="0" spc="-105" dirty="0">
                <a:latin typeface="Bookman Old Style"/>
                <a:cs typeface="Bookman Old Style"/>
              </a:rPr>
              <a:t>distributed</a:t>
            </a:r>
            <a:r>
              <a:rPr sz="2450" b="0" spc="-15" dirty="0">
                <a:latin typeface="Bookman Old Style"/>
                <a:cs typeface="Bookman Old Style"/>
              </a:rPr>
              <a:t> </a:t>
            </a:r>
            <a:r>
              <a:rPr sz="2450" b="0" spc="-35" dirty="0">
                <a:latin typeface="Bookman Old Style"/>
                <a:cs typeface="Bookman Old Style"/>
              </a:rPr>
              <a:t>applications</a:t>
            </a:r>
            <a:endParaRPr sz="245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992" rIns="0" bIns="0" rtlCol="0">
            <a:spAutoFit/>
          </a:bodyPr>
          <a:lstStyle/>
          <a:p>
            <a:pPr marL="2735580">
              <a:lnSpc>
                <a:spcPct val="100000"/>
              </a:lnSpc>
              <a:spcBef>
                <a:spcPts val="114"/>
              </a:spcBef>
            </a:pPr>
            <a:r>
              <a:rPr sz="3400" spc="-135" dirty="0"/>
              <a:t>AGENTS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805606" y="2065932"/>
            <a:ext cx="6256655" cy="3933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0"/>
              </a:spcBef>
            </a:pPr>
            <a:r>
              <a:rPr sz="2450" b="0" spc="-120" dirty="0">
                <a:latin typeface="Bookman Old Style"/>
                <a:cs typeface="Bookman Old Style"/>
              </a:rPr>
              <a:t>Object</a:t>
            </a:r>
            <a:r>
              <a:rPr sz="2450" b="0" spc="-75" dirty="0">
                <a:latin typeface="Bookman Old Style"/>
                <a:cs typeface="Bookman Old Style"/>
              </a:rPr>
              <a:t> </a:t>
            </a:r>
            <a:r>
              <a:rPr sz="2450" b="0" spc="-95" dirty="0">
                <a:latin typeface="Bookman Old Style"/>
                <a:cs typeface="Bookman Old Style"/>
              </a:rPr>
              <a:t>representation</a:t>
            </a:r>
            <a:r>
              <a:rPr sz="2450" b="0" spc="-150" dirty="0">
                <a:latin typeface="Bookman Old Style"/>
                <a:cs typeface="Bookman Old Style"/>
              </a:rPr>
              <a:t> </a:t>
            </a:r>
            <a:r>
              <a:rPr sz="2450" b="0" spc="-20" dirty="0">
                <a:latin typeface="Bookman Old Style"/>
                <a:cs typeface="Bookman Old Style"/>
              </a:rPr>
              <a:t>of</a:t>
            </a:r>
            <a:r>
              <a:rPr sz="2450" b="0" spc="-175" dirty="0">
                <a:latin typeface="Bookman Old Style"/>
                <a:cs typeface="Bookman Old Style"/>
              </a:rPr>
              <a:t> </a:t>
            </a:r>
            <a:r>
              <a:rPr sz="2450" b="0" spc="-100" dirty="0">
                <a:latin typeface="Bookman Old Style"/>
                <a:cs typeface="Bookman Old Style"/>
              </a:rPr>
              <a:t>distributed</a:t>
            </a:r>
            <a:r>
              <a:rPr sz="2450" b="0" spc="-10" dirty="0">
                <a:latin typeface="Bookman Old Style"/>
                <a:cs typeface="Bookman Old Style"/>
              </a:rPr>
              <a:t> </a:t>
            </a:r>
            <a:r>
              <a:rPr sz="2450" b="0" spc="-85" dirty="0">
                <a:latin typeface="Bookman Old Style"/>
                <a:cs typeface="Bookman Old Style"/>
              </a:rPr>
              <a:t>systems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450">
              <a:latin typeface="Bookman Old Style"/>
              <a:cs typeface="Bookman Old Style"/>
            </a:endParaRPr>
          </a:p>
          <a:p>
            <a:pPr marL="74930" marR="32384" indent="-58419">
              <a:lnSpc>
                <a:spcPct val="117200"/>
              </a:lnSpc>
            </a:pPr>
            <a:r>
              <a:rPr sz="2450" b="0" spc="-125" dirty="0">
                <a:latin typeface="Bookman Old Style"/>
                <a:cs typeface="Bookman Old Style"/>
              </a:rPr>
              <a:t>Contains</a:t>
            </a:r>
            <a:r>
              <a:rPr sz="2450" b="0" spc="-70" dirty="0">
                <a:latin typeface="Bookman Old Style"/>
                <a:cs typeface="Bookman Old Style"/>
              </a:rPr>
              <a:t> </a:t>
            </a:r>
            <a:r>
              <a:rPr sz="2450" b="0" spc="-160" dirty="0">
                <a:latin typeface="Bookman Old Style"/>
                <a:cs typeface="Bookman Old Style"/>
              </a:rPr>
              <a:t>both</a:t>
            </a:r>
            <a:r>
              <a:rPr sz="2450" b="0" spc="-70" dirty="0">
                <a:latin typeface="Bookman Old Style"/>
                <a:cs typeface="Bookman Old Style"/>
              </a:rPr>
              <a:t> </a:t>
            </a:r>
            <a:r>
              <a:rPr sz="2450" b="0" spc="-114" dirty="0">
                <a:latin typeface="Bookman Old Style"/>
                <a:cs typeface="Bookman Old Style"/>
              </a:rPr>
              <a:t>computational</a:t>
            </a:r>
            <a:r>
              <a:rPr sz="2450" b="0" spc="10" dirty="0">
                <a:latin typeface="Bookman Old Style"/>
                <a:cs typeface="Bookman Old Style"/>
              </a:rPr>
              <a:t> </a:t>
            </a:r>
            <a:r>
              <a:rPr sz="2450" b="0" spc="-85" dirty="0">
                <a:latin typeface="Bookman Old Style"/>
                <a:cs typeface="Bookman Old Style"/>
              </a:rPr>
              <a:t>logic</a:t>
            </a:r>
            <a:r>
              <a:rPr sz="2450" b="0" spc="-60" dirty="0">
                <a:latin typeface="Bookman Old Style"/>
                <a:cs typeface="Bookman Old Style"/>
              </a:rPr>
              <a:t> </a:t>
            </a:r>
            <a:r>
              <a:rPr sz="2450" b="0" spc="-180" dirty="0">
                <a:latin typeface="Bookman Old Style"/>
                <a:cs typeface="Bookman Old Style"/>
              </a:rPr>
              <a:t>and</a:t>
            </a:r>
            <a:r>
              <a:rPr sz="2450" b="0" spc="-50" dirty="0">
                <a:latin typeface="Bookman Old Style"/>
                <a:cs typeface="Bookman Old Style"/>
              </a:rPr>
              <a:t> </a:t>
            </a:r>
            <a:r>
              <a:rPr sz="2450" b="0" spc="-40" dirty="0">
                <a:latin typeface="Bookman Old Style"/>
                <a:cs typeface="Bookman Old Style"/>
              </a:rPr>
              <a:t>state </a:t>
            </a:r>
            <a:r>
              <a:rPr sz="2450" b="0" spc="-20" dirty="0">
                <a:latin typeface="Bookman Old Style"/>
                <a:cs typeface="Bookman Old Style"/>
              </a:rPr>
              <a:t>Information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45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</a:pPr>
            <a:r>
              <a:rPr sz="2400" b="0" spc="55" dirty="0">
                <a:latin typeface="Bookman Old Style"/>
                <a:cs typeface="Bookman Old Style"/>
              </a:rPr>
              <a:t>It</a:t>
            </a:r>
            <a:r>
              <a:rPr sz="2400" b="0" spc="-195" dirty="0">
                <a:latin typeface="Bookman Old Style"/>
                <a:cs typeface="Bookman Old Style"/>
              </a:rPr>
              <a:t> </a:t>
            </a:r>
            <a:r>
              <a:rPr sz="2400" b="0" spc="-165" dirty="0">
                <a:latin typeface="Bookman Old Style"/>
                <a:cs typeface="Bookman Old Style"/>
              </a:rPr>
              <a:t>can</a:t>
            </a:r>
            <a:r>
              <a:rPr sz="2400" b="0" spc="-30" dirty="0">
                <a:latin typeface="Bookman Old Style"/>
                <a:cs typeface="Bookman Old Style"/>
              </a:rPr>
              <a:t> </a:t>
            </a:r>
            <a:r>
              <a:rPr sz="2400" b="0" spc="-125" dirty="0">
                <a:latin typeface="Bookman Old Style"/>
                <a:cs typeface="Bookman Old Style"/>
              </a:rPr>
              <a:t>be</a:t>
            </a:r>
            <a:r>
              <a:rPr sz="2400" b="0" spc="-65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a</a:t>
            </a:r>
            <a:r>
              <a:rPr sz="2400" b="0" spc="-190" dirty="0">
                <a:latin typeface="Bookman Old Style"/>
                <a:cs typeface="Bookman Old Style"/>
              </a:rPr>
              <a:t> </a:t>
            </a:r>
            <a:r>
              <a:rPr sz="2400" b="0" spc="-60" dirty="0">
                <a:latin typeface="Bookman Old Style"/>
                <a:cs typeface="Bookman Old Style"/>
              </a:rPr>
              <a:t>single</a:t>
            </a:r>
            <a:r>
              <a:rPr sz="2400" b="0" spc="-70" dirty="0">
                <a:latin typeface="Bookman Old Style"/>
                <a:cs typeface="Bookman Old Style"/>
              </a:rPr>
              <a:t> </a:t>
            </a:r>
            <a:r>
              <a:rPr sz="2400" b="0" spc="-50" dirty="0">
                <a:latin typeface="Bookman Old Style"/>
                <a:cs typeface="Bookman Old Style"/>
              </a:rPr>
              <a:t>algorithm</a:t>
            </a:r>
            <a:r>
              <a:rPr sz="2400" b="0" spc="50" dirty="0">
                <a:latin typeface="Bookman Old Style"/>
                <a:cs typeface="Bookman Old Style"/>
              </a:rPr>
              <a:t> </a:t>
            </a:r>
            <a:r>
              <a:rPr sz="2400" b="0" spc="-50" dirty="0">
                <a:latin typeface="Bookman Old Style"/>
                <a:cs typeface="Bookman Old Style"/>
              </a:rPr>
              <a:t>or</a:t>
            </a:r>
            <a:r>
              <a:rPr sz="2400" b="0" spc="-60" dirty="0">
                <a:latin typeface="Bookman Old Style"/>
                <a:cs typeface="Bookman Old Style"/>
              </a:rPr>
              <a:t> </a:t>
            </a:r>
            <a:r>
              <a:rPr sz="2400" b="0" spc="-210" dirty="0">
                <a:latin typeface="Bookman Old Style"/>
                <a:cs typeface="Bookman Old Style"/>
              </a:rPr>
              <a:t>a</a:t>
            </a:r>
            <a:r>
              <a:rPr sz="2400" b="0" spc="15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complete</a:t>
            </a:r>
            <a:endParaRPr sz="2400">
              <a:latin typeface="Bookman Old Style"/>
              <a:cs typeface="Bookman Old Style"/>
            </a:endParaRPr>
          </a:p>
          <a:p>
            <a:pPr marL="83820">
              <a:lnSpc>
                <a:spcPct val="100000"/>
              </a:lnSpc>
              <a:spcBef>
                <a:spcPts val="585"/>
              </a:spcBef>
            </a:pPr>
            <a:r>
              <a:rPr sz="2450" b="0" spc="-30" dirty="0">
                <a:latin typeface="Bookman Old Style"/>
                <a:cs typeface="Bookman Old Style"/>
              </a:rPr>
              <a:t>application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450">
              <a:latin typeface="Bookman Old Style"/>
              <a:cs typeface="Bookman Old Style"/>
            </a:endParaRPr>
          </a:p>
          <a:p>
            <a:pPr marL="95885">
              <a:lnSpc>
                <a:spcPct val="100000"/>
              </a:lnSpc>
            </a:pPr>
            <a:r>
              <a:rPr sz="2450" b="0" spc="-50" dirty="0">
                <a:latin typeface="Bookman Old Style"/>
                <a:cs typeface="Bookman Old Style"/>
              </a:rPr>
              <a:t>Agents</a:t>
            </a:r>
            <a:r>
              <a:rPr sz="2450" b="0" spc="-150" dirty="0">
                <a:latin typeface="Bookman Old Style"/>
                <a:cs typeface="Bookman Old Style"/>
              </a:rPr>
              <a:t> </a:t>
            </a:r>
            <a:r>
              <a:rPr sz="2450" b="0" spc="-50" dirty="0">
                <a:latin typeface="Bookman Old Style"/>
                <a:cs typeface="Bookman Old Style"/>
              </a:rPr>
              <a:t>are</a:t>
            </a:r>
            <a:r>
              <a:rPr sz="2450" b="0" spc="-145" dirty="0">
                <a:latin typeface="Bookman Old Style"/>
                <a:cs typeface="Bookman Old Style"/>
              </a:rPr>
              <a:t> </a:t>
            </a:r>
            <a:r>
              <a:rPr sz="2450" b="0" spc="-70" dirty="0">
                <a:latin typeface="Bookman Old Style"/>
                <a:cs typeface="Bookman Old Style"/>
              </a:rPr>
              <a:t>active</a:t>
            </a:r>
            <a:r>
              <a:rPr sz="2450" b="0" spc="-60" dirty="0">
                <a:latin typeface="Bookman Old Style"/>
                <a:cs typeface="Bookman Old Style"/>
              </a:rPr>
              <a:t> </a:t>
            </a:r>
            <a:r>
              <a:rPr sz="2450" b="0" spc="-165" dirty="0">
                <a:latin typeface="Bookman Old Style"/>
                <a:cs typeface="Bookman Old Style"/>
              </a:rPr>
              <a:t>and</a:t>
            </a:r>
            <a:r>
              <a:rPr sz="2450" b="0" spc="-35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mobile</a:t>
            </a:r>
            <a:endParaRPr sz="2450">
              <a:latin typeface="Bookman Old Style"/>
              <a:cs typeface="Bookman Old Style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9593" y="5741789"/>
            <a:ext cx="500062" cy="2500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05763" y="582612"/>
            <a:ext cx="3939540" cy="516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0" spc="125" dirty="0">
                <a:latin typeface="Times New Roman"/>
                <a:cs typeface="Times New Roman"/>
              </a:rPr>
              <a:t>AGENT</a:t>
            </a:r>
            <a:r>
              <a:rPr b="0" spc="409" dirty="0">
                <a:latin typeface="Times New Roman"/>
                <a:cs typeface="Times New Roman"/>
              </a:rPr>
              <a:t> </a:t>
            </a:r>
            <a:r>
              <a:rPr b="0" spc="90" dirty="0">
                <a:latin typeface="Times New Roman"/>
                <a:cs typeface="Times New Roman"/>
              </a:rPr>
              <a:t>PARADIGM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0845" y="1379338"/>
            <a:ext cx="5811520" cy="4127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0" spc="65" dirty="0">
                <a:latin typeface="Times New Roman"/>
                <a:cs typeface="Times New Roman"/>
              </a:rPr>
              <a:t>Classical</a:t>
            </a:r>
            <a:r>
              <a:rPr sz="2500" spc="310" dirty="0">
                <a:latin typeface="Times New Roman"/>
                <a:cs typeface="Times New Roman"/>
              </a:rPr>
              <a:t> </a:t>
            </a:r>
            <a:r>
              <a:rPr sz="2500" spc="110" dirty="0">
                <a:latin typeface="Times New Roman"/>
                <a:cs typeface="Times New Roman"/>
              </a:rPr>
              <a:t>architecture</a:t>
            </a:r>
            <a:r>
              <a:rPr sz="2500" spc="4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involves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spc="50" dirty="0">
                <a:latin typeface="Times New Roman"/>
                <a:cs typeface="Times New Roman"/>
              </a:rPr>
              <a:t>two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spc="114" dirty="0">
                <a:latin typeface="Times New Roman"/>
                <a:cs typeface="Times New Roman"/>
              </a:rPr>
              <a:t>parts: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8268" y="2264617"/>
            <a:ext cx="22021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latin typeface="Bookman Old Style"/>
                <a:cs typeface="Bookman Old Style"/>
              </a:rPr>
              <a:t>Lower</a:t>
            </a:r>
            <a:r>
              <a:rPr sz="2000" b="0" spc="-50" dirty="0">
                <a:latin typeface="Bookman Old Style"/>
                <a:cs typeface="Bookman Old Style"/>
              </a:rPr>
              <a:t> </a:t>
            </a:r>
            <a:r>
              <a:rPr sz="2000" b="0" dirty="0">
                <a:latin typeface="Bookman Old Style"/>
                <a:cs typeface="Bookman Old Style"/>
              </a:rPr>
              <a:t>Level</a:t>
            </a:r>
            <a:r>
              <a:rPr sz="2000" b="0" spc="-75" dirty="0">
                <a:latin typeface="Bookman Old Style"/>
                <a:cs typeface="Bookman Old Style"/>
              </a:rPr>
              <a:t> </a:t>
            </a:r>
            <a:r>
              <a:rPr sz="2000" b="0" spc="-45" dirty="0">
                <a:latin typeface="Bookman Old Style"/>
                <a:cs typeface="Bookman Old Style"/>
              </a:rPr>
              <a:t>layer-</a:t>
            </a:r>
            <a:endParaRPr sz="20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63317" y="2264617"/>
            <a:ext cx="4527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spc="-45" dirty="0">
                <a:latin typeface="Bookman Old Style"/>
                <a:cs typeface="Bookman Old Style"/>
              </a:rPr>
              <a:t>Implementing</a:t>
            </a:r>
            <a:r>
              <a:rPr sz="2000" b="0" spc="-40" dirty="0">
                <a:latin typeface="Bookman Old Style"/>
                <a:cs typeface="Bookman Old Style"/>
              </a:rPr>
              <a:t> </a:t>
            </a:r>
            <a:r>
              <a:rPr sz="2000" b="0" spc="-95" dirty="0">
                <a:latin typeface="Bookman Old Style"/>
                <a:cs typeface="Bookman Old Style"/>
              </a:rPr>
              <a:t>communication</a:t>
            </a:r>
            <a:r>
              <a:rPr sz="2000" b="0" spc="30" dirty="0">
                <a:latin typeface="Bookman Old Style"/>
                <a:cs typeface="Bookman Old Style"/>
              </a:rPr>
              <a:t> </a:t>
            </a:r>
            <a:r>
              <a:rPr sz="2000" b="0" spc="-65" dirty="0">
                <a:latin typeface="Bookman Old Style"/>
                <a:cs typeface="Bookman Old Style"/>
              </a:rPr>
              <a:t>protocol</a:t>
            </a:r>
            <a:endParaRPr sz="20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7722" y="2990651"/>
            <a:ext cx="22936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0" spc="-35" dirty="0">
                <a:latin typeface="Bookman Old Style"/>
                <a:cs typeface="Bookman Old Style"/>
              </a:rPr>
              <a:t>Higher</a:t>
            </a:r>
            <a:r>
              <a:rPr sz="2050" b="0" spc="-105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Level</a:t>
            </a:r>
            <a:r>
              <a:rPr sz="2050" b="0" spc="-135" dirty="0">
                <a:latin typeface="Bookman Old Style"/>
                <a:cs typeface="Bookman Old Style"/>
              </a:rPr>
              <a:t> </a:t>
            </a:r>
            <a:r>
              <a:rPr sz="2050" b="0" spc="-65" dirty="0">
                <a:latin typeface="Bookman Old Style"/>
                <a:cs typeface="Bookman Old Style"/>
              </a:rPr>
              <a:t>layer-</a:t>
            </a:r>
            <a:endParaRPr sz="205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0928" y="2990651"/>
            <a:ext cx="2894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0" spc="-70" dirty="0">
                <a:latin typeface="Bookman Old Style"/>
                <a:cs typeface="Bookman Old Style"/>
              </a:rPr>
              <a:t>Implementing</a:t>
            </a:r>
            <a:r>
              <a:rPr sz="2050" b="0" spc="-10" dirty="0">
                <a:latin typeface="Bookman Old Style"/>
                <a:cs typeface="Bookman Old Style"/>
              </a:rPr>
              <a:t> </a:t>
            </a:r>
            <a:r>
              <a:rPr sz="2050" b="0" spc="-70" dirty="0">
                <a:latin typeface="Bookman Old Style"/>
                <a:cs typeface="Bookman Old Style"/>
              </a:rPr>
              <a:t>algorithm</a:t>
            </a:r>
            <a:endParaRPr sz="205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9641" y="3816151"/>
            <a:ext cx="6114415" cy="18599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b="0" spc="-45" dirty="0">
                <a:latin typeface="Bookman Old Style"/>
                <a:cs typeface="Bookman Old Style"/>
              </a:rPr>
              <a:t>Drawbacks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450">
              <a:latin typeface="Bookman Old Style"/>
              <a:cs typeface="Bookman Old Style"/>
            </a:endParaRPr>
          </a:p>
          <a:p>
            <a:pPr marL="314960">
              <a:lnSpc>
                <a:spcPct val="100000"/>
              </a:lnSpc>
            </a:pPr>
            <a:r>
              <a:rPr sz="2000" b="0" spc="-55" dirty="0">
                <a:latin typeface="Bookman Old Style"/>
                <a:cs typeface="Bookman Old Style"/>
              </a:rPr>
              <a:t>The</a:t>
            </a:r>
            <a:r>
              <a:rPr sz="2000" b="0" spc="-105" dirty="0">
                <a:latin typeface="Bookman Old Style"/>
                <a:cs typeface="Bookman Old Style"/>
              </a:rPr>
              <a:t> </a:t>
            </a:r>
            <a:r>
              <a:rPr sz="2000" b="0" spc="-55" dirty="0">
                <a:latin typeface="Bookman Old Style"/>
                <a:cs typeface="Bookman Old Style"/>
              </a:rPr>
              <a:t>complexity</a:t>
            </a:r>
            <a:r>
              <a:rPr sz="2000" b="0" spc="-105" dirty="0">
                <a:latin typeface="Bookman Old Style"/>
                <a:cs typeface="Bookman Old Style"/>
              </a:rPr>
              <a:t> </a:t>
            </a:r>
            <a:r>
              <a:rPr sz="2000" b="0" spc="-75" dirty="0">
                <a:latin typeface="Bookman Old Style"/>
                <a:cs typeface="Bookman Old Style"/>
              </a:rPr>
              <a:t>of</a:t>
            </a:r>
            <a:r>
              <a:rPr sz="2000" b="0" spc="-85" dirty="0">
                <a:latin typeface="Bookman Old Style"/>
                <a:cs typeface="Bookman Old Style"/>
              </a:rPr>
              <a:t> </a:t>
            </a:r>
            <a:r>
              <a:rPr sz="2000" b="0" spc="-30" dirty="0">
                <a:latin typeface="Bookman Old Style"/>
                <a:cs typeface="Bookman Old Style"/>
              </a:rPr>
              <a:t>the</a:t>
            </a:r>
            <a:r>
              <a:rPr sz="2000" b="0" spc="-130" dirty="0">
                <a:latin typeface="Bookman Old Style"/>
                <a:cs typeface="Bookman Old Style"/>
              </a:rPr>
              <a:t> </a:t>
            </a:r>
            <a:r>
              <a:rPr sz="2000" b="0" spc="-25" dirty="0">
                <a:latin typeface="Bookman Old Style"/>
                <a:cs typeface="Bookman Old Style"/>
              </a:rPr>
              <a:t>lower</a:t>
            </a:r>
            <a:r>
              <a:rPr sz="2000" b="0" spc="-60" dirty="0">
                <a:latin typeface="Bookman Old Style"/>
                <a:cs typeface="Bookman Old Style"/>
              </a:rPr>
              <a:t> </a:t>
            </a:r>
            <a:r>
              <a:rPr sz="2000" b="0" spc="-10" dirty="0">
                <a:latin typeface="Bookman Old Style"/>
                <a:cs typeface="Bookman Old Style"/>
              </a:rPr>
              <a:t>layer</a:t>
            </a:r>
            <a:endParaRPr sz="20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2000">
              <a:latin typeface="Bookman Old Style"/>
              <a:cs typeface="Bookman Old Style"/>
            </a:endParaRPr>
          </a:p>
          <a:p>
            <a:pPr marL="306705">
              <a:lnSpc>
                <a:spcPct val="100000"/>
              </a:lnSpc>
              <a:spcBef>
                <a:spcPts val="5"/>
              </a:spcBef>
            </a:pPr>
            <a:r>
              <a:rPr sz="2000" b="0" spc="-80" dirty="0">
                <a:latin typeface="Bookman Old Style"/>
                <a:cs typeface="Bookman Old Style"/>
              </a:rPr>
              <a:t>Separation </a:t>
            </a:r>
            <a:r>
              <a:rPr sz="2000" b="0" spc="-45" dirty="0">
                <a:latin typeface="Bookman Old Style"/>
                <a:cs typeface="Bookman Old Style"/>
              </a:rPr>
              <a:t>between</a:t>
            </a:r>
            <a:r>
              <a:rPr sz="2000" b="0" spc="-114" dirty="0">
                <a:latin typeface="Bookman Old Style"/>
                <a:cs typeface="Bookman Old Style"/>
              </a:rPr>
              <a:t> </a:t>
            </a:r>
            <a:r>
              <a:rPr sz="2000" b="0" spc="-70" dirty="0">
                <a:latin typeface="Bookman Old Style"/>
                <a:cs typeface="Bookman Old Style"/>
              </a:rPr>
              <a:t>these</a:t>
            </a:r>
            <a:r>
              <a:rPr sz="2000" b="0" spc="-90" dirty="0">
                <a:latin typeface="Bookman Old Style"/>
                <a:cs typeface="Bookman Old Style"/>
              </a:rPr>
              <a:t> </a:t>
            </a:r>
            <a:r>
              <a:rPr sz="2000" b="0" spc="-10" dirty="0">
                <a:latin typeface="Bookman Old Style"/>
                <a:cs typeface="Bookman Old Style"/>
              </a:rPr>
              <a:t>layers</a:t>
            </a:r>
            <a:r>
              <a:rPr sz="2000" b="0" spc="-65" dirty="0">
                <a:latin typeface="Bookman Old Style"/>
                <a:cs typeface="Bookman Old Style"/>
              </a:rPr>
              <a:t> </a:t>
            </a:r>
            <a:r>
              <a:rPr sz="2000" b="0" spc="-60" dirty="0">
                <a:latin typeface="Bookman Old Style"/>
                <a:cs typeface="Bookman Old Style"/>
              </a:rPr>
              <a:t>may</a:t>
            </a:r>
            <a:r>
              <a:rPr sz="2000" b="0" dirty="0">
                <a:latin typeface="Bookman Old Style"/>
                <a:cs typeface="Bookman Old Style"/>
              </a:rPr>
              <a:t> </a:t>
            </a:r>
            <a:r>
              <a:rPr sz="2000" b="0" spc="-120" dirty="0">
                <a:latin typeface="Bookman Old Style"/>
                <a:cs typeface="Bookman Old Style"/>
              </a:rPr>
              <a:t>not</a:t>
            </a:r>
            <a:r>
              <a:rPr sz="2000" b="0" spc="-95" dirty="0">
                <a:latin typeface="Bookman Old Style"/>
                <a:cs typeface="Bookman Old Style"/>
              </a:rPr>
              <a:t> </a:t>
            </a:r>
            <a:r>
              <a:rPr sz="2000" b="0" spc="-50" dirty="0">
                <a:latin typeface="Bookman Old Style"/>
                <a:cs typeface="Bookman Old Style"/>
              </a:rPr>
              <a:t>be</a:t>
            </a:r>
            <a:r>
              <a:rPr sz="2000" b="0" spc="-110" dirty="0">
                <a:latin typeface="Bookman Old Style"/>
                <a:cs typeface="Bookman Old Style"/>
              </a:rPr>
              <a:t> </a:t>
            </a:r>
            <a:r>
              <a:rPr sz="2000" b="0" spc="-10" dirty="0">
                <a:latin typeface="Bookman Old Style"/>
                <a:cs typeface="Bookman Old Style"/>
              </a:rPr>
              <a:t>clear</a:t>
            </a:r>
            <a:endParaRPr sz="200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99630" y="231626"/>
            <a:ext cx="6028055" cy="509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dirty="0"/>
              <a:t>AGENT</a:t>
            </a:r>
            <a:r>
              <a:rPr sz="3150" spc="325" dirty="0"/>
              <a:t> </a:t>
            </a:r>
            <a:r>
              <a:rPr sz="3150" spc="60" dirty="0"/>
              <a:t>PARADIGM(CONTD..)</a:t>
            </a:r>
            <a:endParaRPr sz="3150"/>
          </a:p>
        </p:txBody>
      </p:sp>
      <p:sp>
        <p:nvSpPr>
          <p:cNvPr id="4" name="object 4"/>
          <p:cNvSpPr txBox="1"/>
          <p:nvPr/>
        </p:nvSpPr>
        <p:spPr>
          <a:xfrm>
            <a:off x="847836" y="1098797"/>
            <a:ext cx="6856730" cy="5426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0"/>
              </a:spcBef>
            </a:pPr>
            <a:r>
              <a:rPr sz="2400" b="0" spc="-10" dirty="0">
                <a:latin typeface="Bookman Old Style"/>
                <a:cs typeface="Bookman Old Style"/>
              </a:rPr>
              <a:t>Provide</a:t>
            </a:r>
            <a:r>
              <a:rPr sz="2400" b="0" spc="-90" dirty="0">
                <a:latin typeface="Bookman Old Style"/>
                <a:cs typeface="Bookman Old Style"/>
              </a:rPr>
              <a:t> </a:t>
            </a:r>
            <a:r>
              <a:rPr sz="2400" b="0" spc="-110" dirty="0">
                <a:latin typeface="Bookman Old Style"/>
                <a:cs typeface="Bookman Old Style"/>
              </a:rPr>
              <a:t>solution</a:t>
            </a:r>
            <a:r>
              <a:rPr sz="2400" b="0" spc="-80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to</a:t>
            </a:r>
            <a:r>
              <a:rPr sz="2400" b="0" spc="-190" dirty="0">
                <a:latin typeface="Bookman Old Style"/>
                <a:cs typeface="Bookman Old Style"/>
              </a:rPr>
              <a:t> </a:t>
            </a:r>
            <a:r>
              <a:rPr sz="2400" b="0" spc="-95" dirty="0">
                <a:latin typeface="Bookman Old Style"/>
                <a:cs typeface="Bookman Old Style"/>
              </a:rPr>
              <a:t>above </a:t>
            </a:r>
            <a:r>
              <a:rPr sz="2400" b="0" spc="-10" dirty="0">
                <a:latin typeface="Bookman Old Style"/>
                <a:cs typeface="Bookman Old Style"/>
              </a:rPr>
              <a:t>problems</a:t>
            </a:r>
            <a:endParaRPr sz="2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Bookman Old Style"/>
              <a:cs typeface="Bookman Old Style"/>
            </a:endParaRPr>
          </a:p>
          <a:p>
            <a:pPr marL="13970" marR="711835" indent="-1905">
              <a:lnSpc>
                <a:spcPts val="2880"/>
              </a:lnSpc>
            </a:pPr>
            <a:r>
              <a:rPr sz="2450" b="0" spc="-85" dirty="0">
                <a:latin typeface="Bookman Old Style"/>
                <a:cs typeface="Bookman Old Style"/>
              </a:rPr>
              <a:t>Distributed</a:t>
            </a:r>
            <a:r>
              <a:rPr sz="2450" b="0" spc="-80" dirty="0">
                <a:latin typeface="Bookman Old Style"/>
                <a:cs typeface="Bookman Old Style"/>
              </a:rPr>
              <a:t> </a:t>
            </a:r>
            <a:r>
              <a:rPr sz="2450" b="0" spc="-114" dirty="0">
                <a:latin typeface="Bookman Old Style"/>
                <a:cs typeface="Bookman Old Style"/>
              </a:rPr>
              <a:t>application</a:t>
            </a:r>
            <a:r>
              <a:rPr sz="2450" b="0" spc="35" dirty="0">
                <a:latin typeface="Bookman Old Style"/>
                <a:cs typeface="Bookman Old Style"/>
              </a:rPr>
              <a:t> </a:t>
            </a:r>
            <a:r>
              <a:rPr sz="2450" b="0" spc="-100" dirty="0">
                <a:latin typeface="Bookman Old Style"/>
                <a:cs typeface="Bookman Old Style"/>
              </a:rPr>
              <a:t>is</a:t>
            </a:r>
            <a:r>
              <a:rPr sz="2450" b="0" spc="-155" dirty="0">
                <a:latin typeface="Bookman Old Style"/>
                <a:cs typeface="Bookman Old Style"/>
              </a:rPr>
              <a:t> </a:t>
            </a:r>
            <a:r>
              <a:rPr sz="2450" b="0" spc="-130" dirty="0">
                <a:latin typeface="Bookman Old Style"/>
                <a:cs typeface="Bookman Old Style"/>
              </a:rPr>
              <a:t>broken</a:t>
            </a:r>
            <a:r>
              <a:rPr sz="2450" b="0" spc="-55" dirty="0">
                <a:latin typeface="Bookman Old Style"/>
                <a:cs typeface="Bookman Old Style"/>
              </a:rPr>
              <a:t> </a:t>
            </a:r>
            <a:r>
              <a:rPr sz="2450" b="0" spc="-175" dirty="0">
                <a:latin typeface="Bookman Old Style"/>
                <a:cs typeface="Bookman Old Style"/>
              </a:rPr>
              <a:t>down</a:t>
            </a:r>
            <a:r>
              <a:rPr sz="2450" b="0" spc="-25" dirty="0">
                <a:latin typeface="Bookman Old Style"/>
                <a:cs typeface="Bookman Old Style"/>
              </a:rPr>
              <a:t> </a:t>
            </a:r>
            <a:r>
              <a:rPr sz="2450" b="0" spc="-20" dirty="0">
                <a:latin typeface="Bookman Old Style"/>
                <a:cs typeface="Bookman Old Style"/>
              </a:rPr>
              <a:t>into </a:t>
            </a:r>
            <a:r>
              <a:rPr sz="2450" b="0" spc="-165" dirty="0">
                <a:latin typeface="Bookman Old Style"/>
                <a:cs typeface="Bookman Old Style"/>
              </a:rPr>
              <a:t>components</a:t>
            </a:r>
            <a:r>
              <a:rPr sz="2450" b="0" spc="35" dirty="0">
                <a:latin typeface="Bookman Old Style"/>
                <a:cs typeface="Bookman Old Style"/>
              </a:rPr>
              <a:t> </a:t>
            </a:r>
            <a:r>
              <a:rPr sz="2450" b="0" spc="-395" dirty="0">
                <a:latin typeface="Bookman Old Style"/>
                <a:cs typeface="Bookman Old Style"/>
              </a:rPr>
              <a:t>—</a:t>
            </a:r>
            <a:r>
              <a:rPr sz="2450" b="0" spc="-35" dirty="0">
                <a:latin typeface="Bookman Old Style"/>
                <a:cs typeface="Bookman Old Style"/>
              </a:rPr>
              <a:t>Agents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450">
              <a:latin typeface="Bookman Old Style"/>
              <a:cs typeface="Bookman Old Style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sz="2450" b="0" spc="-70" dirty="0">
                <a:latin typeface="Bookman Old Style"/>
                <a:cs typeface="Bookman Old Style"/>
              </a:rPr>
              <a:t>Agents</a:t>
            </a:r>
            <a:r>
              <a:rPr sz="2450" b="0" spc="-130" dirty="0">
                <a:latin typeface="Bookman Old Style"/>
                <a:cs typeface="Bookman Old Style"/>
              </a:rPr>
              <a:t> </a:t>
            </a:r>
            <a:r>
              <a:rPr sz="2450" b="0" spc="-85" dirty="0">
                <a:latin typeface="Bookman Old Style"/>
                <a:cs typeface="Bookman Old Style"/>
              </a:rPr>
              <a:t>are</a:t>
            </a:r>
            <a:r>
              <a:rPr sz="2450" b="0" spc="-110" dirty="0">
                <a:latin typeface="Bookman Old Style"/>
                <a:cs typeface="Bookman Old Style"/>
              </a:rPr>
              <a:t> then</a:t>
            </a:r>
            <a:r>
              <a:rPr sz="2450" b="0" spc="-45" dirty="0">
                <a:latin typeface="Bookman Old Style"/>
                <a:cs typeface="Bookman Old Style"/>
              </a:rPr>
              <a:t> </a:t>
            </a:r>
            <a:r>
              <a:rPr sz="2450" b="0" spc="-195" dirty="0">
                <a:latin typeface="Bookman Old Style"/>
                <a:cs typeface="Bookman Old Style"/>
              </a:rPr>
              <a:t>used</a:t>
            </a:r>
            <a:r>
              <a:rPr sz="2450" b="0" spc="-35" dirty="0">
                <a:latin typeface="Bookman Old Style"/>
                <a:cs typeface="Bookman Old Style"/>
              </a:rPr>
              <a:t> </a:t>
            </a:r>
            <a:r>
              <a:rPr sz="2450" b="0" spc="-120" dirty="0">
                <a:latin typeface="Bookman Old Style"/>
                <a:cs typeface="Bookman Old Style"/>
              </a:rPr>
              <a:t>to</a:t>
            </a:r>
            <a:r>
              <a:rPr sz="2450" b="0" spc="-80" dirty="0">
                <a:latin typeface="Bookman Old Style"/>
                <a:cs typeface="Bookman Old Style"/>
              </a:rPr>
              <a:t> </a:t>
            </a:r>
            <a:r>
              <a:rPr sz="2450" b="0" spc="-90" dirty="0">
                <a:latin typeface="Bookman Old Style"/>
                <a:cs typeface="Bookman Old Style"/>
              </a:rPr>
              <a:t>carry</a:t>
            </a:r>
            <a:r>
              <a:rPr sz="2450" b="0" spc="-50" dirty="0">
                <a:latin typeface="Bookman Old Style"/>
                <a:cs typeface="Bookman Old Style"/>
              </a:rPr>
              <a:t> </a:t>
            </a:r>
            <a:r>
              <a:rPr sz="2450" b="0" spc="-150" dirty="0">
                <a:latin typeface="Bookman Old Style"/>
                <a:cs typeface="Bookman Old Style"/>
              </a:rPr>
              <a:t>out</a:t>
            </a:r>
            <a:r>
              <a:rPr sz="2450" b="0" spc="-30" dirty="0">
                <a:latin typeface="Bookman Old Style"/>
                <a:cs typeface="Bookman Old Style"/>
              </a:rPr>
              <a:t> </a:t>
            </a:r>
            <a:r>
              <a:rPr sz="2450" b="0" spc="-85" dirty="0">
                <a:latin typeface="Bookman Old Style"/>
                <a:cs typeface="Bookman Old Style"/>
              </a:rPr>
              <a:t>the</a:t>
            </a:r>
            <a:r>
              <a:rPr sz="2450" b="0" spc="-114" dirty="0">
                <a:latin typeface="Bookman Old Style"/>
                <a:cs typeface="Bookman Old Style"/>
              </a:rPr>
              <a:t> </a:t>
            </a:r>
            <a:r>
              <a:rPr sz="2450" b="0" spc="-75" dirty="0">
                <a:latin typeface="Bookman Old Style"/>
                <a:cs typeface="Bookman Old Style"/>
              </a:rPr>
              <a:t>algorithms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450">
              <a:latin typeface="Bookman Old Style"/>
              <a:cs typeface="Bookman Old Style"/>
            </a:endParaRPr>
          </a:p>
          <a:p>
            <a:pPr marL="14604" marR="1353820" indent="2540">
              <a:lnSpc>
                <a:spcPts val="2880"/>
              </a:lnSpc>
            </a:pPr>
            <a:r>
              <a:rPr sz="2450" b="0" spc="-90" dirty="0">
                <a:latin typeface="Bookman Old Style"/>
                <a:cs typeface="Bookman Old Style"/>
              </a:rPr>
              <a:t>Agents</a:t>
            </a:r>
            <a:r>
              <a:rPr sz="2450" b="0" spc="-110" dirty="0">
                <a:latin typeface="Bookman Old Style"/>
                <a:cs typeface="Bookman Old Style"/>
              </a:rPr>
              <a:t> </a:t>
            </a:r>
            <a:r>
              <a:rPr sz="2450" b="0" spc="-95" dirty="0">
                <a:latin typeface="Bookman Old Style"/>
                <a:cs typeface="Bookman Old Style"/>
              </a:rPr>
              <a:t>behaves </a:t>
            </a:r>
            <a:r>
              <a:rPr sz="2450" b="0" spc="-160" dirty="0">
                <a:latin typeface="Bookman Old Style"/>
                <a:cs typeface="Bookman Old Style"/>
              </a:rPr>
              <a:t>more</a:t>
            </a:r>
            <a:r>
              <a:rPr sz="2450" b="0" spc="-40" dirty="0">
                <a:latin typeface="Bookman Old Style"/>
                <a:cs typeface="Bookman Old Style"/>
              </a:rPr>
              <a:t> </a:t>
            </a:r>
            <a:r>
              <a:rPr sz="2450" b="0" spc="-20" dirty="0">
                <a:latin typeface="Bookman Old Style"/>
                <a:cs typeface="Bookman Old Style"/>
              </a:rPr>
              <a:t>like</a:t>
            </a:r>
            <a:r>
              <a:rPr sz="2450" b="0" spc="-105" dirty="0">
                <a:latin typeface="Bookman Old Style"/>
                <a:cs typeface="Bookman Old Style"/>
              </a:rPr>
              <a:t> </a:t>
            </a:r>
            <a:r>
              <a:rPr sz="2450" b="0" spc="-260" dirty="0">
                <a:latin typeface="Bookman Old Style"/>
                <a:cs typeface="Bookman Old Style"/>
              </a:rPr>
              <a:t>a</a:t>
            </a:r>
            <a:r>
              <a:rPr sz="2450" b="0" dirty="0">
                <a:latin typeface="Bookman Old Style"/>
                <a:cs typeface="Bookman Old Style"/>
              </a:rPr>
              <a:t> </a:t>
            </a:r>
            <a:r>
              <a:rPr sz="2450" b="0" spc="-80" dirty="0">
                <a:latin typeface="Bookman Old Style"/>
                <a:cs typeface="Bookman Old Style"/>
              </a:rPr>
              <a:t>centralized </a:t>
            </a:r>
            <a:r>
              <a:rPr sz="2450" b="0" spc="-30" dirty="0">
                <a:latin typeface="Bookman Old Style"/>
                <a:cs typeface="Bookman Old Style"/>
              </a:rPr>
              <a:t>application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450">
              <a:latin typeface="Bookman Old Style"/>
              <a:cs typeface="Bookman Old Style"/>
            </a:endParaRPr>
          </a:p>
          <a:p>
            <a:pPr marL="17780">
              <a:lnSpc>
                <a:spcPct val="100000"/>
              </a:lnSpc>
            </a:pPr>
            <a:r>
              <a:rPr sz="2450" b="0" spc="-85" dirty="0">
                <a:latin typeface="Bookman Old Style"/>
                <a:cs typeface="Bookman Old Style"/>
              </a:rPr>
              <a:t>AgentOS</a:t>
            </a:r>
            <a:r>
              <a:rPr sz="2450" b="0" spc="-45" dirty="0">
                <a:latin typeface="Bookman Old Style"/>
                <a:cs typeface="Bookman Old Style"/>
              </a:rPr>
              <a:t> </a:t>
            </a:r>
            <a:r>
              <a:rPr sz="2450" b="0" spc="-60" dirty="0">
                <a:latin typeface="Bookman Old Style"/>
                <a:cs typeface="Bookman Old Style"/>
              </a:rPr>
              <a:t>is</a:t>
            </a:r>
            <a:r>
              <a:rPr sz="2450" b="0" spc="-185" dirty="0">
                <a:latin typeface="Bookman Old Style"/>
                <a:cs typeface="Bookman Old Style"/>
              </a:rPr>
              <a:t> </a:t>
            </a:r>
            <a:r>
              <a:rPr sz="2450" b="0" spc="-30" dirty="0">
                <a:latin typeface="Bookman Old Style"/>
                <a:cs typeface="Bookman Old Style"/>
              </a:rPr>
              <a:t>responsible</a:t>
            </a:r>
            <a:endParaRPr sz="2450">
              <a:latin typeface="Bookman Old Style"/>
              <a:cs typeface="Bookman Old Style"/>
            </a:endParaRPr>
          </a:p>
          <a:p>
            <a:pPr marL="384175">
              <a:lnSpc>
                <a:spcPct val="100000"/>
              </a:lnSpc>
              <a:spcBef>
                <a:spcPts val="555"/>
              </a:spcBef>
            </a:pPr>
            <a:r>
              <a:rPr sz="2050" b="0" spc="-30" dirty="0">
                <a:latin typeface="Bookman Old Style"/>
                <a:cs typeface="Bookman Old Style"/>
              </a:rPr>
              <a:t>transporting</a:t>
            </a:r>
            <a:r>
              <a:rPr sz="2050" b="0" spc="35" dirty="0">
                <a:latin typeface="Bookman Old Style"/>
                <a:cs typeface="Bookman Old Style"/>
              </a:rPr>
              <a:t> </a:t>
            </a:r>
            <a:r>
              <a:rPr sz="2050" b="0" spc="-10" dirty="0">
                <a:latin typeface="Bookman Old Style"/>
                <a:cs typeface="Bookman Old Style"/>
              </a:rPr>
              <a:t>agents</a:t>
            </a:r>
            <a:endParaRPr sz="2050">
              <a:latin typeface="Bookman Old Style"/>
              <a:cs typeface="Bookman Old Style"/>
            </a:endParaRPr>
          </a:p>
          <a:p>
            <a:pPr marL="382270">
              <a:lnSpc>
                <a:spcPct val="100000"/>
              </a:lnSpc>
              <a:spcBef>
                <a:spcPts val="565"/>
              </a:spcBef>
            </a:pPr>
            <a:r>
              <a:rPr sz="2050" b="0" spc="-65" dirty="0">
                <a:latin typeface="Bookman Old Style"/>
                <a:cs typeface="Bookman Old Style"/>
              </a:rPr>
              <a:t>communication</a:t>
            </a:r>
            <a:r>
              <a:rPr sz="2050" b="0" spc="-70" dirty="0">
                <a:latin typeface="Bookman Old Style"/>
                <a:cs typeface="Bookman Old Style"/>
              </a:rPr>
              <a:t> </a:t>
            </a:r>
            <a:r>
              <a:rPr sz="2050" b="0" spc="-20" dirty="0">
                <a:latin typeface="Bookman Old Style"/>
                <a:cs typeface="Bookman Old Style"/>
              </a:rPr>
              <a:t>between</a:t>
            </a:r>
            <a:r>
              <a:rPr sz="2050" b="0" spc="-30" dirty="0">
                <a:latin typeface="Bookman Old Style"/>
                <a:cs typeface="Bookman Old Style"/>
              </a:rPr>
              <a:t> </a:t>
            </a:r>
            <a:r>
              <a:rPr sz="2050" b="0" spc="-10" dirty="0">
                <a:latin typeface="Bookman Old Style"/>
                <a:cs typeface="Bookman Old Style"/>
              </a:rPr>
              <a:t>agent</a:t>
            </a:r>
            <a:r>
              <a:rPr sz="2050" b="0" spc="-120" dirty="0">
                <a:latin typeface="Bookman Old Style"/>
                <a:cs typeface="Bookman Old Style"/>
              </a:rPr>
              <a:t> </a:t>
            </a:r>
            <a:r>
              <a:rPr sz="2050" b="0" spc="-10" dirty="0">
                <a:latin typeface="Bookman Old Style"/>
                <a:cs typeface="Bookman Old Style"/>
              </a:rPr>
              <a:t>hosts</a:t>
            </a:r>
            <a:endParaRPr sz="2050">
              <a:latin typeface="Bookman Old Style"/>
              <a:cs typeface="Bookman Old Style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9593" y="5741789"/>
            <a:ext cx="500062" cy="4822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633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20"/>
              </a:spcBef>
            </a:pPr>
            <a:r>
              <a:rPr sz="3150" b="0" spc="165" dirty="0">
                <a:latin typeface="Times New Roman"/>
                <a:cs typeface="Times New Roman"/>
              </a:rPr>
              <a:t>AGENT</a:t>
            </a:r>
            <a:r>
              <a:rPr sz="3150" b="0" spc="380" dirty="0">
                <a:latin typeface="Times New Roman"/>
                <a:cs typeface="Times New Roman"/>
              </a:rPr>
              <a:t> </a:t>
            </a:r>
            <a:r>
              <a:rPr sz="3150" b="0" spc="150" dirty="0">
                <a:latin typeface="Times New Roman"/>
                <a:cs typeface="Times New Roman"/>
              </a:rPr>
              <a:t>PARADIGM(CONTD..)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8707" y="2065932"/>
            <a:ext cx="6782434" cy="325945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8415" marR="5080" indent="-6350">
              <a:lnSpc>
                <a:spcPts val="2880"/>
              </a:lnSpc>
              <a:spcBef>
                <a:spcPts val="235"/>
              </a:spcBef>
            </a:pPr>
            <a:r>
              <a:rPr sz="2450" b="0" spc="-110" dirty="0">
                <a:latin typeface="Bookman Old Style"/>
                <a:cs typeface="Bookman Old Style"/>
              </a:rPr>
              <a:t>Separation</a:t>
            </a:r>
            <a:r>
              <a:rPr sz="2450" b="0" spc="-35" dirty="0">
                <a:latin typeface="Bookman Old Style"/>
                <a:cs typeface="Bookman Old Style"/>
              </a:rPr>
              <a:t> </a:t>
            </a:r>
            <a:r>
              <a:rPr sz="2450" b="0" spc="-400" dirty="0">
                <a:latin typeface="Bookman Old Style"/>
                <a:cs typeface="Bookman Old Style"/>
              </a:rPr>
              <a:t>b/w</a:t>
            </a:r>
            <a:r>
              <a:rPr sz="2450" b="0" spc="520" dirty="0">
                <a:latin typeface="Bookman Old Style"/>
                <a:cs typeface="Bookman Old Style"/>
              </a:rPr>
              <a:t> </a:t>
            </a:r>
            <a:r>
              <a:rPr sz="2450" b="0" spc="-155" dirty="0">
                <a:latin typeface="Bookman Old Style"/>
                <a:cs typeface="Bookman Old Style"/>
              </a:rPr>
              <a:t>communication</a:t>
            </a:r>
            <a:r>
              <a:rPr sz="2450" b="0" spc="175" dirty="0">
                <a:latin typeface="Bookman Old Style"/>
                <a:cs typeface="Bookman Old Style"/>
              </a:rPr>
              <a:t> </a:t>
            </a:r>
            <a:r>
              <a:rPr sz="2450" b="0" spc="-135" dirty="0">
                <a:latin typeface="Bookman Old Style"/>
                <a:cs typeface="Bookman Old Style"/>
              </a:rPr>
              <a:t>protocol</a:t>
            </a:r>
            <a:r>
              <a:rPr sz="2450" b="0" spc="-65" dirty="0">
                <a:latin typeface="Bookman Old Style"/>
                <a:cs typeface="Bookman Old Style"/>
              </a:rPr>
              <a:t> </a:t>
            </a:r>
            <a:r>
              <a:rPr sz="2450" b="0" spc="-30" dirty="0">
                <a:latin typeface="Bookman Old Style"/>
                <a:cs typeface="Bookman Old Style"/>
              </a:rPr>
              <a:t>layer</a:t>
            </a:r>
            <a:r>
              <a:rPr sz="2450" b="0" spc="-45" dirty="0">
                <a:latin typeface="Bookman Old Style"/>
                <a:cs typeface="Bookman Old Style"/>
              </a:rPr>
              <a:t> </a:t>
            </a:r>
            <a:r>
              <a:rPr sz="2450" b="0" spc="-50" dirty="0">
                <a:latin typeface="Bookman Old Style"/>
                <a:cs typeface="Bookman Old Style"/>
              </a:rPr>
              <a:t>&amp; </a:t>
            </a:r>
            <a:r>
              <a:rPr sz="2450" b="0" spc="-105" dirty="0">
                <a:latin typeface="Bookman Old Style"/>
                <a:cs typeface="Bookman Old Style"/>
              </a:rPr>
              <a:t>application</a:t>
            </a:r>
            <a:r>
              <a:rPr sz="2450" b="0" spc="-85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layer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450">
              <a:latin typeface="Bookman Old Style"/>
              <a:cs typeface="Bookman Old Style"/>
            </a:endParaRPr>
          </a:p>
          <a:p>
            <a:pPr marL="18415" marR="650875" indent="-5080">
              <a:lnSpc>
                <a:spcPts val="2850"/>
              </a:lnSpc>
              <a:spcBef>
                <a:spcPts val="5"/>
              </a:spcBef>
            </a:pPr>
            <a:r>
              <a:rPr sz="2450" b="0" spc="-130" dirty="0">
                <a:latin typeface="Bookman Old Style"/>
                <a:cs typeface="Bookman Old Style"/>
              </a:rPr>
              <a:t>Changes</a:t>
            </a:r>
            <a:r>
              <a:rPr sz="2450" b="0" spc="-70" dirty="0">
                <a:latin typeface="Bookman Old Style"/>
                <a:cs typeface="Bookman Old Style"/>
              </a:rPr>
              <a:t> </a:t>
            </a:r>
            <a:r>
              <a:rPr sz="2450" b="0" spc="-30" dirty="0">
                <a:latin typeface="Bookman Old Style"/>
                <a:cs typeface="Bookman Old Style"/>
              </a:rPr>
              <a:t>in</a:t>
            </a:r>
            <a:r>
              <a:rPr sz="2450" b="0" spc="-140" dirty="0">
                <a:latin typeface="Bookman Old Style"/>
                <a:cs typeface="Bookman Old Style"/>
              </a:rPr>
              <a:t> </a:t>
            </a:r>
            <a:r>
              <a:rPr sz="2450" b="0" spc="-114" dirty="0">
                <a:latin typeface="Bookman Old Style"/>
                <a:cs typeface="Bookman Old Style"/>
              </a:rPr>
              <a:t>applications</a:t>
            </a:r>
            <a:r>
              <a:rPr sz="2450" b="0" dirty="0">
                <a:latin typeface="Bookman Old Style"/>
                <a:cs typeface="Bookman Old Style"/>
              </a:rPr>
              <a:t> </a:t>
            </a:r>
            <a:r>
              <a:rPr sz="2450" b="0" spc="-80" dirty="0">
                <a:latin typeface="Bookman Old Style"/>
                <a:cs typeface="Bookman Old Style"/>
              </a:rPr>
              <a:t>are</a:t>
            </a:r>
            <a:r>
              <a:rPr sz="2450" b="0" spc="-120" dirty="0">
                <a:latin typeface="Bookman Old Style"/>
                <a:cs typeface="Bookman Old Style"/>
              </a:rPr>
              <a:t> </a:t>
            </a:r>
            <a:r>
              <a:rPr sz="2450" b="0" spc="-105" dirty="0">
                <a:latin typeface="Bookman Old Style"/>
                <a:cs typeface="Bookman Old Style"/>
              </a:rPr>
              <a:t>localised</a:t>
            </a:r>
            <a:r>
              <a:rPr sz="2450" b="0" spc="15" dirty="0">
                <a:latin typeface="Bookman Old Style"/>
                <a:cs typeface="Bookman Old Style"/>
              </a:rPr>
              <a:t> </a:t>
            </a:r>
            <a:r>
              <a:rPr sz="2450" b="0" spc="-125" dirty="0">
                <a:latin typeface="Bookman Old Style"/>
                <a:cs typeface="Bookman Old Style"/>
              </a:rPr>
              <a:t>to</a:t>
            </a:r>
            <a:r>
              <a:rPr sz="2450" b="0" spc="-135" dirty="0">
                <a:latin typeface="Bookman Old Style"/>
                <a:cs typeface="Bookman Old Style"/>
              </a:rPr>
              <a:t> </a:t>
            </a:r>
            <a:r>
              <a:rPr sz="2450" b="0" spc="-25" dirty="0">
                <a:latin typeface="Bookman Old Style"/>
                <a:cs typeface="Bookman Old Style"/>
              </a:rPr>
              <a:t>the </a:t>
            </a:r>
            <a:r>
              <a:rPr sz="2450" b="0" spc="-105" dirty="0">
                <a:latin typeface="Bookman Old Style"/>
                <a:cs typeface="Bookman Old Style"/>
              </a:rPr>
              <a:t>application</a:t>
            </a:r>
            <a:r>
              <a:rPr sz="2450" b="0" spc="-85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layer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50">
              <a:latin typeface="Bookman Old Style"/>
              <a:cs typeface="Bookman Old Style"/>
            </a:endParaRPr>
          </a:p>
          <a:p>
            <a:pPr marL="18415" marR="42545" indent="-5080">
              <a:lnSpc>
                <a:spcPts val="2850"/>
              </a:lnSpc>
            </a:pPr>
            <a:r>
              <a:rPr sz="2450" b="0" spc="-130" dirty="0">
                <a:latin typeface="Bookman Old Style"/>
                <a:cs typeface="Bookman Old Style"/>
              </a:rPr>
              <a:t>Changes</a:t>
            </a:r>
            <a:r>
              <a:rPr sz="2450" b="0" spc="-65" dirty="0">
                <a:latin typeface="Bookman Old Style"/>
                <a:cs typeface="Bookman Old Style"/>
              </a:rPr>
              <a:t> </a:t>
            </a:r>
            <a:r>
              <a:rPr sz="2450" b="0" spc="-90" dirty="0">
                <a:latin typeface="Bookman Old Style"/>
                <a:cs typeface="Bookman Old Style"/>
              </a:rPr>
              <a:t>in</a:t>
            </a:r>
            <a:r>
              <a:rPr sz="2450" b="0" spc="-130" dirty="0">
                <a:latin typeface="Bookman Old Style"/>
                <a:cs typeface="Bookman Old Style"/>
              </a:rPr>
              <a:t> </a:t>
            </a:r>
            <a:r>
              <a:rPr sz="2450" b="0" spc="-145" dirty="0">
                <a:latin typeface="Bookman Old Style"/>
                <a:cs typeface="Bookman Old Style"/>
              </a:rPr>
              <a:t>communication</a:t>
            </a:r>
            <a:r>
              <a:rPr sz="2450" b="0" spc="-20" dirty="0">
                <a:latin typeface="Bookman Old Style"/>
                <a:cs typeface="Bookman Old Style"/>
              </a:rPr>
              <a:t> </a:t>
            </a:r>
            <a:r>
              <a:rPr sz="2450" b="0" spc="-130" dirty="0">
                <a:latin typeface="Bookman Old Style"/>
                <a:cs typeface="Bookman Old Style"/>
              </a:rPr>
              <a:t>protocol</a:t>
            </a:r>
            <a:r>
              <a:rPr sz="2450" b="0" spc="30" dirty="0">
                <a:latin typeface="Bookman Old Style"/>
                <a:cs typeface="Bookman Old Style"/>
              </a:rPr>
              <a:t> </a:t>
            </a:r>
            <a:r>
              <a:rPr sz="2450" b="0" spc="-215" dirty="0">
                <a:latin typeface="Bookman Old Style"/>
                <a:cs typeface="Bookman Old Style"/>
              </a:rPr>
              <a:t>do</a:t>
            </a:r>
            <a:r>
              <a:rPr sz="2450" b="0" spc="-114" dirty="0">
                <a:latin typeface="Bookman Old Style"/>
                <a:cs typeface="Bookman Old Style"/>
              </a:rPr>
              <a:t> </a:t>
            </a:r>
            <a:r>
              <a:rPr sz="2450" b="0" spc="-130" dirty="0">
                <a:latin typeface="Bookman Old Style"/>
                <a:cs typeface="Bookman Old Style"/>
              </a:rPr>
              <a:t>not</a:t>
            </a:r>
            <a:r>
              <a:rPr sz="2450" b="0" spc="-65" dirty="0">
                <a:latin typeface="Bookman Old Style"/>
                <a:cs typeface="Bookman Old Style"/>
              </a:rPr>
              <a:t> </a:t>
            </a:r>
            <a:r>
              <a:rPr sz="2450" b="0" spc="-20" dirty="0">
                <a:latin typeface="Bookman Old Style"/>
                <a:cs typeface="Bookman Old Style"/>
              </a:rPr>
              <a:t>have </a:t>
            </a:r>
            <a:r>
              <a:rPr sz="2450" b="0" spc="-190" dirty="0">
                <a:latin typeface="Bookman Old Style"/>
                <a:cs typeface="Bookman Old Style"/>
              </a:rPr>
              <a:t>an</a:t>
            </a:r>
            <a:r>
              <a:rPr sz="2450" b="0" spc="-40" dirty="0">
                <a:latin typeface="Bookman Old Style"/>
                <a:cs typeface="Bookman Old Style"/>
              </a:rPr>
              <a:t> </a:t>
            </a:r>
            <a:r>
              <a:rPr sz="2450" b="0" spc="-75" dirty="0">
                <a:latin typeface="Bookman Old Style"/>
                <a:cs typeface="Bookman Old Style"/>
              </a:rPr>
              <a:t>effect</a:t>
            </a:r>
            <a:r>
              <a:rPr sz="2450" b="0" spc="-90" dirty="0">
                <a:latin typeface="Bookman Old Style"/>
                <a:cs typeface="Bookman Old Style"/>
              </a:rPr>
              <a:t> </a:t>
            </a:r>
            <a:r>
              <a:rPr sz="2450" b="0" spc="-200" dirty="0">
                <a:latin typeface="Bookman Old Style"/>
                <a:cs typeface="Bookman Old Style"/>
              </a:rPr>
              <a:t>on</a:t>
            </a:r>
            <a:r>
              <a:rPr sz="2450" b="0" spc="-25" dirty="0">
                <a:latin typeface="Bookman Old Style"/>
                <a:cs typeface="Bookman Old Style"/>
              </a:rPr>
              <a:t> </a:t>
            </a:r>
            <a:r>
              <a:rPr sz="2450" b="0" spc="-20" dirty="0">
                <a:latin typeface="Bookman Old Style"/>
                <a:cs typeface="Bookman Old Style"/>
              </a:rPr>
              <a:t>application</a:t>
            </a:r>
            <a:endParaRPr sz="245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3275"/>
              </a:lnSpc>
              <a:spcBef>
                <a:spcPts val="130"/>
              </a:spcBef>
            </a:pPr>
            <a:r>
              <a:rPr sz="2850" spc="114" dirty="0"/>
              <a:t>APPLICATION</a:t>
            </a:r>
            <a:r>
              <a:rPr sz="2850" spc="355" dirty="0"/>
              <a:t> </a:t>
            </a:r>
            <a:r>
              <a:rPr sz="2850" spc="75" dirty="0"/>
              <a:t>ACTIVITIES</a:t>
            </a:r>
            <a:r>
              <a:rPr sz="2850" spc="245" dirty="0"/>
              <a:t> </a:t>
            </a:r>
            <a:r>
              <a:rPr sz="2850" dirty="0"/>
              <a:t>SUITED</a:t>
            </a:r>
            <a:r>
              <a:rPr sz="2850" spc="270" dirty="0"/>
              <a:t> </a:t>
            </a:r>
            <a:r>
              <a:rPr sz="2850" spc="-25" dirty="0"/>
              <a:t>TO</a:t>
            </a:r>
            <a:endParaRPr sz="2850"/>
          </a:p>
          <a:p>
            <a:pPr marR="21590" algn="ctr">
              <a:lnSpc>
                <a:spcPts val="3395"/>
              </a:lnSpc>
            </a:pPr>
            <a:r>
              <a:rPr sz="2950" dirty="0"/>
              <a:t>MOBILE</a:t>
            </a:r>
            <a:r>
              <a:rPr sz="2950" spc="-235" dirty="0"/>
              <a:t> </a:t>
            </a:r>
            <a:r>
              <a:rPr sz="2950" spc="-10" dirty="0"/>
              <a:t>AGENTS</a:t>
            </a:r>
            <a:endParaRPr sz="2950"/>
          </a:p>
        </p:txBody>
      </p:sp>
      <p:sp>
        <p:nvSpPr>
          <p:cNvPr id="4" name="object 4"/>
          <p:cNvSpPr txBox="1"/>
          <p:nvPr/>
        </p:nvSpPr>
        <p:spPr>
          <a:xfrm>
            <a:off x="803188" y="1583729"/>
            <a:ext cx="4508500" cy="4451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b="0" spc="-85" dirty="0">
                <a:latin typeface="Bookman Old Style"/>
                <a:cs typeface="Bookman Old Style"/>
              </a:rPr>
              <a:t>Distributed</a:t>
            </a:r>
            <a:r>
              <a:rPr sz="2450" b="0" spc="-114" dirty="0">
                <a:latin typeface="Bookman Old Style"/>
                <a:cs typeface="Bookman Old Style"/>
              </a:rPr>
              <a:t> </a:t>
            </a:r>
            <a:r>
              <a:rPr sz="2450" b="0" spc="-70" dirty="0">
                <a:latin typeface="Bookman Old Style"/>
                <a:cs typeface="Bookman Old Style"/>
              </a:rPr>
              <a:t>Data</a:t>
            </a:r>
            <a:r>
              <a:rPr sz="2450" b="0" spc="-120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Collection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450">
              <a:latin typeface="Bookman Old Style"/>
              <a:cs typeface="Bookman Old Style"/>
            </a:endParaRPr>
          </a:p>
          <a:p>
            <a:pPr marL="13335">
              <a:lnSpc>
                <a:spcPct val="100000"/>
              </a:lnSpc>
            </a:pPr>
            <a:r>
              <a:rPr sz="2450" spc="90" dirty="0">
                <a:latin typeface="Times New Roman"/>
                <a:cs typeface="Times New Roman"/>
              </a:rPr>
              <a:t>Monitoring</a:t>
            </a:r>
            <a:endParaRPr sz="2450">
              <a:latin typeface="Times New Roman"/>
              <a:cs typeface="Times New Roman"/>
            </a:endParaRPr>
          </a:p>
          <a:p>
            <a:pPr marL="13335" marR="5080" indent="635">
              <a:lnSpc>
                <a:spcPct val="216400"/>
              </a:lnSpc>
              <a:spcBef>
                <a:spcPts val="40"/>
              </a:spcBef>
            </a:pPr>
            <a:r>
              <a:rPr sz="2450" b="0" spc="-85" dirty="0">
                <a:latin typeface="Bookman Old Style"/>
                <a:cs typeface="Bookman Old Style"/>
              </a:rPr>
              <a:t>Information</a:t>
            </a:r>
            <a:r>
              <a:rPr sz="2450" b="0" spc="-125" dirty="0">
                <a:latin typeface="Bookman Old Style"/>
                <a:cs typeface="Bookman Old Style"/>
              </a:rPr>
              <a:t> </a:t>
            </a:r>
            <a:r>
              <a:rPr sz="2450" b="0" spc="-30" dirty="0">
                <a:latin typeface="Bookman Old Style"/>
                <a:cs typeface="Bookman Old Style"/>
              </a:rPr>
              <a:t>Delivery</a:t>
            </a:r>
            <a:r>
              <a:rPr sz="2450" b="0" spc="-90" dirty="0">
                <a:latin typeface="Bookman Old Style"/>
                <a:cs typeface="Bookman Old Style"/>
              </a:rPr>
              <a:t> </a:t>
            </a:r>
            <a:r>
              <a:rPr sz="2450" b="0" spc="-180" dirty="0">
                <a:latin typeface="Bookman Old Style"/>
                <a:cs typeface="Bookman Old Style"/>
              </a:rPr>
              <a:t>and</a:t>
            </a:r>
            <a:r>
              <a:rPr sz="2450" b="0" spc="-200" dirty="0">
                <a:latin typeface="Bookman Old Style"/>
                <a:cs typeface="Bookman Old Style"/>
              </a:rPr>
              <a:t> </a:t>
            </a:r>
            <a:r>
              <a:rPr sz="2450" b="0" spc="-80" dirty="0">
                <a:latin typeface="Bookman Old Style"/>
                <a:cs typeface="Bookman Old Style"/>
              </a:rPr>
              <a:t>‘Push’ </a:t>
            </a:r>
            <a:r>
              <a:rPr sz="2450" b="0" spc="-10" dirty="0">
                <a:latin typeface="Bookman Old Style"/>
                <a:cs typeface="Bookman Old Style"/>
              </a:rPr>
              <a:t>Negotiation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450">
              <a:latin typeface="Bookman Old Style"/>
              <a:cs typeface="Bookman Old Style"/>
            </a:endParaRPr>
          </a:p>
          <a:p>
            <a:pPr marL="29209">
              <a:lnSpc>
                <a:spcPct val="100000"/>
              </a:lnSpc>
            </a:pPr>
            <a:r>
              <a:rPr sz="2450" b="0" spc="-45" dirty="0">
                <a:latin typeface="Bookman Old Style"/>
                <a:cs typeface="Bookman Old Style"/>
              </a:rPr>
              <a:t>Transaction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450">
              <a:latin typeface="Bookman Old Style"/>
              <a:cs typeface="Bookman Old Style"/>
            </a:endParaRPr>
          </a:p>
          <a:p>
            <a:pPr marL="22225">
              <a:lnSpc>
                <a:spcPct val="100000"/>
              </a:lnSpc>
            </a:pPr>
            <a:r>
              <a:rPr sz="2450" spc="135" dirty="0">
                <a:latin typeface="Times New Roman"/>
                <a:cs typeface="Times New Roman"/>
              </a:rPr>
              <a:t>Parallel</a:t>
            </a:r>
            <a:r>
              <a:rPr sz="2450" spc="24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Processing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9593" y="5741789"/>
            <a:ext cx="500062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097930" y="93215"/>
            <a:ext cx="4984750" cy="509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dirty="0"/>
              <a:t>THE</a:t>
            </a:r>
            <a:r>
              <a:rPr sz="3150" spc="15" dirty="0"/>
              <a:t> </a:t>
            </a:r>
            <a:r>
              <a:rPr sz="3150" dirty="0"/>
              <a:t>AGENT</a:t>
            </a:r>
            <a:r>
              <a:rPr sz="3150" spc="135" dirty="0"/>
              <a:t> </a:t>
            </a:r>
            <a:r>
              <a:rPr sz="3150" spc="45" dirty="0"/>
              <a:t>LIFECYCLE</a:t>
            </a:r>
            <a:endParaRPr sz="3150"/>
          </a:p>
        </p:txBody>
      </p:sp>
      <p:grpSp>
        <p:nvGrpSpPr>
          <p:cNvPr id="6" name="object 6"/>
          <p:cNvGrpSpPr/>
          <p:nvPr/>
        </p:nvGrpSpPr>
        <p:grpSpPr>
          <a:xfrm>
            <a:off x="1205507" y="1518046"/>
            <a:ext cx="1777364" cy="438150"/>
            <a:chOff x="1205507" y="1518046"/>
            <a:chExt cx="1777364" cy="4381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5507" y="1518046"/>
              <a:ext cx="955476" cy="4375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2054" y="1634133"/>
              <a:ext cx="830461" cy="321468"/>
            </a:xfrm>
            <a:prstGeom prst="rect">
              <a:avLst/>
            </a:prstGeom>
          </p:spPr>
        </p:pic>
      </p:grpSp>
      <p:grpSp>
        <p:nvGrpSpPr>
          <p:cNvPr id="3" name="object 3"/>
          <p:cNvGrpSpPr/>
          <p:nvPr/>
        </p:nvGrpSpPr>
        <p:grpSpPr>
          <a:xfrm>
            <a:off x="1205507" y="2053827"/>
            <a:ext cx="1777364" cy="464820"/>
            <a:chOff x="1205507" y="2053827"/>
            <a:chExt cx="1777364" cy="464820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5507" y="2053827"/>
              <a:ext cx="955476" cy="4643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2054" y="2178843"/>
              <a:ext cx="830461" cy="339328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578" y="2616398"/>
            <a:ext cx="8536781" cy="390227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6945" y="4893468"/>
            <a:ext cx="196453" cy="11608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4133" y="4929187"/>
            <a:ext cx="62507" cy="8036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75234" y="4911327"/>
            <a:ext cx="53578" cy="9822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153542" y="1390054"/>
            <a:ext cx="0" cy="4066540"/>
          </a:xfrm>
          <a:custGeom>
            <a:avLst/>
            <a:gdLst/>
            <a:ahLst/>
            <a:cxnLst/>
            <a:rect l="l" t="t" r="r" b="b"/>
            <a:pathLst>
              <a:path h="4066540">
                <a:moveTo>
                  <a:pt x="0" y="4065986"/>
                </a:moveTo>
                <a:lnTo>
                  <a:pt x="0" y="0"/>
                </a:lnTo>
              </a:path>
            </a:pathLst>
          </a:custGeom>
          <a:ln w="3175">
            <a:solidFill>
              <a:srgbClr val="28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98066" y="1132581"/>
            <a:ext cx="1750695" cy="295275"/>
          </a:xfrm>
          <a:prstGeom prst="rect">
            <a:avLst/>
          </a:prstGeom>
          <a:ln w="14882">
            <a:solidFill>
              <a:srgbClr val="57575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3865">
              <a:lnSpc>
                <a:spcPts val="1605"/>
              </a:lnSpc>
            </a:pPr>
            <a:r>
              <a:rPr sz="1450" b="0" spc="-160" dirty="0">
                <a:solidFill>
                  <a:srgbClr val="565656"/>
                </a:solidFill>
                <a:latin typeface="Bookman Old Style"/>
                <a:cs typeface="Bookman Old Style"/>
              </a:rPr>
              <a:t>C</a:t>
            </a:r>
            <a:r>
              <a:rPr sz="1450" b="0" spc="55" dirty="0">
                <a:solidFill>
                  <a:srgbClr val="565656"/>
                </a:solidFill>
                <a:latin typeface="Bookman Old Style"/>
                <a:cs typeface="Bookman Old Style"/>
              </a:rPr>
              <a:t> </a:t>
            </a:r>
            <a:r>
              <a:rPr sz="1450" b="0" dirty="0">
                <a:latin typeface="Bookman Old Style"/>
                <a:cs typeface="Bookman Old Style"/>
              </a:rPr>
              <a:t>reat</a:t>
            </a:r>
            <a:r>
              <a:rPr sz="1450" b="0" spc="40" dirty="0">
                <a:latin typeface="Bookman Old Style"/>
                <a:cs typeface="Bookman Old Style"/>
              </a:rPr>
              <a:t> </a:t>
            </a:r>
            <a:r>
              <a:rPr sz="1450" b="0" spc="-25" dirty="0">
                <a:solidFill>
                  <a:srgbClr val="444444"/>
                </a:solidFill>
                <a:latin typeface="Bookman Old Style"/>
                <a:cs typeface="Bookman Old Style"/>
              </a:rPr>
              <a:t>ion</a:t>
            </a:r>
            <a:endParaRPr sz="145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94365" y="1117153"/>
            <a:ext cx="4266565" cy="3575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8890">
              <a:lnSpc>
                <a:spcPts val="1270"/>
              </a:lnSpc>
              <a:spcBef>
                <a:spcPts val="204"/>
              </a:spcBef>
            </a:pPr>
            <a:r>
              <a:rPr sz="1100" b="0" dirty="0">
                <a:solidFill>
                  <a:srgbClr val="464646"/>
                </a:solidFill>
                <a:latin typeface="Bookman Old Style"/>
                <a:cs typeface="Bookman Old Style"/>
              </a:rPr>
              <a:t>I</a:t>
            </a:r>
            <a:r>
              <a:rPr sz="1100" b="0" spc="-190" dirty="0">
                <a:solidFill>
                  <a:srgbClr val="464646"/>
                </a:solidFill>
                <a:latin typeface="Bookman Old Style"/>
                <a:cs typeface="Bookman Old Style"/>
              </a:rPr>
              <a:t> </a:t>
            </a:r>
            <a:r>
              <a:rPr sz="1100" b="0" spc="-95" dirty="0">
                <a:solidFill>
                  <a:srgbClr val="3F3F3F"/>
                </a:solidFill>
                <a:latin typeface="Bookman Old Style"/>
                <a:cs typeface="Bookman Old Style"/>
              </a:rPr>
              <a:t>rnit</a:t>
            </a:r>
            <a:r>
              <a:rPr sz="1100" b="0" spc="-140" dirty="0">
                <a:solidFill>
                  <a:srgbClr val="3F3F3F"/>
                </a:solidFill>
                <a:latin typeface="Bookman Old Style"/>
                <a:cs typeface="Bookman Old Style"/>
              </a:rPr>
              <a:t> </a:t>
            </a:r>
            <a:r>
              <a:rPr sz="1100" b="0" spc="-50" dirty="0">
                <a:solidFill>
                  <a:srgbClr val="262626"/>
                </a:solidFill>
                <a:latin typeface="Bookman Old Style"/>
                <a:cs typeface="Bookman Old Style"/>
              </a:rPr>
              <a:t>ia</a:t>
            </a:r>
            <a:r>
              <a:rPr sz="1100" b="0" spc="-35" dirty="0">
                <a:solidFill>
                  <a:srgbClr val="262626"/>
                </a:solidFill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505050"/>
                </a:solidFill>
                <a:latin typeface="Bookman Old Style"/>
                <a:cs typeface="Bookman Old Style"/>
              </a:rPr>
              <a:t>I</a:t>
            </a:r>
            <a:r>
              <a:rPr sz="1100" b="0" spc="310" dirty="0">
                <a:solidFill>
                  <a:srgbClr val="505050"/>
                </a:solidFill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151515"/>
                </a:solidFill>
                <a:latin typeface="Bookman Old Style"/>
                <a:cs typeface="Bookman Old Style"/>
              </a:rPr>
              <a:t>ins</a:t>
            </a:r>
            <a:r>
              <a:rPr sz="1100" b="0" spc="-204" dirty="0">
                <a:solidFill>
                  <a:srgbClr val="151515"/>
                </a:solidFill>
                <a:latin typeface="Bookman Old Style"/>
                <a:cs typeface="Bookman Old Style"/>
              </a:rPr>
              <a:t> </a:t>
            </a:r>
            <a:r>
              <a:rPr sz="1100" b="0" spc="70" dirty="0">
                <a:solidFill>
                  <a:srgbClr val="464646"/>
                </a:solidFill>
                <a:latin typeface="Bookman Old Style"/>
                <a:cs typeface="Bookman Old Style"/>
              </a:rPr>
              <a:t>tanti</a:t>
            </a:r>
            <a:r>
              <a:rPr sz="1100" b="0" spc="-155" dirty="0">
                <a:solidFill>
                  <a:srgbClr val="464646"/>
                </a:solidFill>
                <a:latin typeface="Bookman Old Style"/>
                <a:cs typeface="Bookman Old Style"/>
              </a:rPr>
              <a:t> </a:t>
            </a:r>
            <a:r>
              <a:rPr sz="1100" b="0" spc="-30" dirty="0">
                <a:solidFill>
                  <a:srgbClr val="1A1A1A"/>
                </a:solidFill>
                <a:latin typeface="Bookman Old Style"/>
                <a:cs typeface="Bookman Old Style"/>
              </a:rPr>
              <a:t>aticen</a:t>
            </a:r>
            <a:r>
              <a:rPr sz="1100" b="0" spc="-114" dirty="0">
                <a:solidFill>
                  <a:srgbClr val="1A1A1A"/>
                </a:solidFill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232323"/>
                </a:solidFill>
                <a:latin typeface="Bookman Old Style"/>
                <a:cs typeface="Bookman Old Style"/>
              </a:rPr>
              <a:t>,</a:t>
            </a:r>
            <a:r>
              <a:rPr sz="1100" b="0" spc="120" dirty="0">
                <a:solidFill>
                  <a:srgbClr val="232323"/>
                </a:solidFill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444444"/>
                </a:solidFill>
                <a:latin typeface="Bookman Old Style"/>
                <a:cs typeface="Bookman Old Style"/>
              </a:rPr>
              <a:t>I</a:t>
            </a:r>
            <a:r>
              <a:rPr sz="1100" b="0" spc="120" dirty="0">
                <a:solidFill>
                  <a:srgbClr val="444444"/>
                </a:solidFill>
                <a:latin typeface="Bookman Old Style"/>
                <a:cs typeface="Bookman Old Style"/>
              </a:rPr>
              <a:t> </a:t>
            </a:r>
            <a:r>
              <a:rPr sz="1100" b="0" spc="60" dirty="0">
                <a:solidFill>
                  <a:srgbClr val="0E0E0E"/>
                </a:solidFill>
                <a:latin typeface="Bookman Old Style"/>
                <a:cs typeface="Bookman Old Style"/>
              </a:rPr>
              <a:t>D</a:t>
            </a:r>
            <a:r>
              <a:rPr sz="1100" b="0" spc="50" dirty="0">
                <a:solidFill>
                  <a:srgbClr val="0E0E0E"/>
                </a:solidFill>
                <a:latin typeface="Bookman Old Style"/>
                <a:cs typeface="Bookman Old Style"/>
              </a:rPr>
              <a:t> </a:t>
            </a:r>
            <a:r>
              <a:rPr sz="1100" b="0" spc="-70" dirty="0">
                <a:solidFill>
                  <a:srgbClr val="1C1C1C"/>
                </a:solidFill>
                <a:latin typeface="Bookman Old Style"/>
                <a:cs typeface="Bookman Old Style"/>
              </a:rPr>
              <a:t>q</a:t>
            </a:r>
            <a:r>
              <a:rPr sz="1100" b="0" spc="-25" dirty="0">
                <a:solidFill>
                  <a:srgbClr val="1C1C1C"/>
                </a:solidFill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313131"/>
                </a:solidFill>
                <a:latin typeface="Bookman Old Style"/>
                <a:cs typeface="Bookman Old Style"/>
              </a:rPr>
              <a:t>ene</a:t>
            </a:r>
            <a:r>
              <a:rPr sz="1100" b="0" spc="265" dirty="0">
                <a:solidFill>
                  <a:srgbClr val="313131"/>
                </a:solidFill>
                <a:latin typeface="Bookman Old Style"/>
                <a:cs typeface="Bookman Old Style"/>
              </a:rPr>
              <a:t> </a:t>
            </a:r>
            <a:r>
              <a:rPr sz="1100" b="0" spc="55" dirty="0">
                <a:latin typeface="Bookman Old Style"/>
                <a:cs typeface="Bookman Old Style"/>
              </a:rPr>
              <a:t>radio</a:t>
            </a:r>
            <a:r>
              <a:rPr sz="1100" b="0" spc="-180" dirty="0"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2B2B2B"/>
                </a:solidFill>
                <a:latin typeface="Bookman Old Style"/>
                <a:cs typeface="Bookman Old Style"/>
              </a:rPr>
              <a:t>n,</a:t>
            </a:r>
            <a:r>
              <a:rPr sz="1100" b="0" spc="270" dirty="0">
                <a:solidFill>
                  <a:srgbClr val="2B2B2B"/>
                </a:solidFill>
                <a:latin typeface="Bookman Old Style"/>
                <a:cs typeface="Bookman Old Style"/>
              </a:rPr>
              <a:t> </a:t>
            </a:r>
            <a:r>
              <a:rPr sz="1100" b="0" dirty="0">
                <a:latin typeface="Bookman Old Style"/>
                <a:cs typeface="Bookman Old Style"/>
              </a:rPr>
              <a:t>Age</a:t>
            </a:r>
            <a:r>
              <a:rPr sz="1100" b="0" spc="180" dirty="0"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0C0C0C"/>
                </a:solidFill>
                <a:latin typeface="Bookman Old Style"/>
                <a:cs typeface="Bookman Old Style"/>
              </a:rPr>
              <a:t>at</a:t>
            </a:r>
            <a:r>
              <a:rPr sz="1100" b="0" spc="450" dirty="0">
                <a:solidFill>
                  <a:srgbClr val="0C0C0C"/>
                </a:solidFill>
                <a:latin typeface="Bookman Old Style"/>
                <a:cs typeface="Bookman Old Style"/>
              </a:rPr>
              <a:t> </a:t>
            </a:r>
            <a:r>
              <a:rPr sz="1100" b="0" dirty="0">
                <a:latin typeface="Bookman Old Style"/>
                <a:cs typeface="Bookman Old Style"/>
              </a:rPr>
              <a:t>sp</a:t>
            </a:r>
            <a:r>
              <a:rPr sz="1100" b="0" spc="-80" dirty="0"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161616"/>
                </a:solidFill>
                <a:latin typeface="Bookman Old Style"/>
                <a:cs typeface="Bookman Old Style"/>
              </a:rPr>
              <a:t>ectf</a:t>
            </a:r>
            <a:r>
              <a:rPr sz="1100" b="0" spc="-25" dirty="0">
                <a:solidFill>
                  <a:srgbClr val="161616"/>
                </a:solidFill>
                <a:latin typeface="Bookman Old Style"/>
                <a:cs typeface="Bookman Old Style"/>
              </a:rPr>
              <a:t> </a:t>
            </a:r>
            <a:r>
              <a:rPr sz="1100" b="0" spc="-195" dirty="0">
                <a:solidFill>
                  <a:srgbClr val="383838"/>
                </a:solidFill>
                <a:latin typeface="Bookman Old Style"/>
                <a:cs typeface="Bookman Old Style"/>
              </a:rPr>
              <a:t>t</a:t>
            </a:r>
            <a:r>
              <a:rPr sz="1100" b="0" spc="-170" dirty="0">
                <a:solidFill>
                  <a:srgbClr val="383838"/>
                </a:solidFill>
                <a:latin typeface="Bookman Old Style"/>
                <a:cs typeface="Bookman Old Style"/>
              </a:rPr>
              <a:t> </a:t>
            </a:r>
            <a:r>
              <a:rPr sz="1100" b="0" spc="-50" dirty="0">
                <a:solidFill>
                  <a:srgbClr val="212121"/>
                </a:solidFill>
                <a:latin typeface="Bookman Old Style"/>
                <a:cs typeface="Bookman Old Style"/>
              </a:rPr>
              <a:t>c </a:t>
            </a:r>
            <a:r>
              <a:rPr sz="1100" b="0" spc="125" dirty="0">
                <a:solidFill>
                  <a:srgbClr val="313131"/>
                </a:solidFill>
                <a:latin typeface="Bookman Old Style"/>
                <a:cs typeface="Bookman Old Style"/>
              </a:rPr>
              <a:t>cost</a:t>
            </a:r>
            <a:r>
              <a:rPr sz="1100" b="0" spc="-175" dirty="0">
                <a:solidFill>
                  <a:srgbClr val="313131"/>
                </a:solidFill>
                <a:latin typeface="Bookman Old Style"/>
                <a:cs typeface="Bookman Old Style"/>
              </a:rPr>
              <a:t> </a:t>
            </a:r>
            <a:r>
              <a:rPr sz="1100" b="0" spc="-10" dirty="0">
                <a:latin typeface="Bookman Old Style"/>
                <a:cs typeface="Bookman Old Style"/>
              </a:rPr>
              <a:t>¢*rnizati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0282" y="1630114"/>
            <a:ext cx="821690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0" spc="65" dirty="0">
                <a:solidFill>
                  <a:srgbClr val="606060"/>
                </a:solidFill>
                <a:latin typeface="Bookman Old Style"/>
                <a:cs typeface="Bookman Old Style"/>
              </a:rPr>
              <a:t>S</a:t>
            </a:r>
            <a:r>
              <a:rPr sz="1500" b="0" spc="-240" dirty="0">
                <a:solidFill>
                  <a:srgbClr val="606060"/>
                </a:solidFill>
                <a:latin typeface="Bookman Old Style"/>
                <a:cs typeface="Bookman Old Style"/>
              </a:rPr>
              <a:t> </a:t>
            </a:r>
            <a:r>
              <a:rPr sz="1500" b="0" spc="-10" dirty="0">
                <a:solidFill>
                  <a:srgbClr val="282828"/>
                </a:solidFill>
                <a:latin typeface="Bookman Old Style"/>
                <a:cs typeface="Bookman Old Style"/>
              </a:rPr>
              <a:t>er</a:t>
            </a:r>
            <a:r>
              <a:rPr sz="1500" b="0" spc="-210" dirty="0">
                <a:solidFill>
                  <a:srgbClr val="282828"/>
                </a:solidFill>
                <a:latin typeface="Bookman Old Style"/>
                <a:cs typeface="Bookman Old Style"/>
              </a:rPr>
              <a:t> </a:t>
            </a:r>
            <a:r>
              <a:rPr sz="1500" b="0" spc="-70" dirty="0">
                <a:solidFill>
                  <a:srgbClr val="181818"/>
                </a:solidFill>
                <a:latin typeface="Bookman Old Style"/>
                <a:cs typeface="Bookman Old Style"/>
              </a:rPr>
              <a:t>ia</a:t>
            </a:r>
            <a:r>
              <a:rPr sz="1500" b="0" spc="-125" dirty="0">
                <a:solidFill>
                  <a:srgbClr val="181818"/>
                </a:solidFill>
                <a:latin typeface="Bookman Old Style"/>
                <a:cs typeface="Bookman Old Style"/>
              </a:rPr>
              <a:t> </a:t>
            </a:r>
            <a:r>
              <a:rPr sz="1500" b="0" spc="-204" dirty="0">
                <a:solidFill>
                  <a:srgbClr val="444444"/>
                </a:solidFill>
                <a:latin typeface="Bookman Old Style"/>
                <a:cs typeface="Bookman Old Style"/>
              </a:rPr>
              <a:t>li</a:t>
            </a:r>
            <a:r>
              <a:rPr sz="1500" b="0" spc="-125" dirty="0">
                <a:solidFill>
                  <a:srgbClr val="444444"/>
                </a:solidFill>
                <a:latin typeface="Bookman Old Style"/>
                <a:cs typeface="Bookman Old Style"/>
              </a:rPr>
              <a:t> </a:t>
            </a:r>
            <a:r>
              <a:rPr sz="1500" b="0" spc="-350" dirty="0">
                <a:solidFill>
                  <a:srgbClr val="1C1C1C"/>
                </a:solidFill>
                <a:latin typeface="Bookman Old Style"/>
                <a:cs typeface="Bookman Old Style"/>
              </a:rPr>
              <a:t>ze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90861" y="1638796"/>
            <a:ext cx="3731895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0" spc="65" dirty="0">
                <a:solidFill>
                  <a:srgbClr val="3D3D3D"/>
                </a:solidFill>
                <a:latin typeface="Bookman Old Style"/>
                <a:cs typeface="Bookman Old Style"/>
              </a:rPr>
              <a:t>S</a:t>
            </a:r>
            <a:r>
              <a:rPr sz="1250" b="0" spc="-150" dirty="0">
                <a:solidFill>
                  <a:srgbClr val="3D3D3D"/>
                </a:solidFill>
                <a:latin typeface="Bookman Old Style"/>
                <a:cs typeface="Bookman Old Style"/>
              </a:rPr>
              <a:t> </a:t>
            </a:r>
            <a:r>
              <a:rPr sz="1250" b="0" dirty="0">
                <a:solidFill>
                  <a:srgbClr val="0E0E0E"/>
                </a:solidFill>
                <a:latin typeface="Bookman Old Style"/>
                <a:cs typeface="Bookman Old Style"/>
              </a:rPr>
              <a:t>awe</a:t>
            </a:r>
            <a:r>
              <a:rPr sz="1250" b="0" spc="200" dirty="0">
                <a:solidFill>
                  <a:srgbClr val="0E0E0E"/>
                </a:solidFill>
                <a:latin typeface="Bookman Old Style"/>
                <a:cs typeface="Bookman Old Style"/>
              </a:rPr>
              <a:t> </a:t>
            </a:r>
            <a:r>
              <a:rPr sz="1250" b="0" dirty="0">
                <a:latin typeface="Bookman Old Style"/>
                <a:cs typeface="Bookman Old Style"/>
              </a:rPr>
              <a:t>the</a:t>
            </a:r>
            <a:r>
              <a:rPr sz="1250" b="0" spc="170" dirty="0">
                <a:latin typeface="Bookman Old Style"/>
                <a:cs typeface="Bookman Old Style"/>
              </a:rPr>
              <a:t> </a:t>
            </a:r>
            <a:r>
              <a:rPr sz="1250" b="0" spc="55" dirty="0">
                <a:solidFill>
                  <a:srgbClr val="343434"/>
                </a:solidFill>
                <a:latin typeface="Bookman Old Style"/>
                <a:cs typeface="Bookman Old Style"/>
              </a:rPr>
              <a:t>agent</a:t>
            </a:r>
            <a:r>
              <a:rPr sz="1250" b="0" spc="210" dirty="0">
                <a:solidFill>
                  <a:srgbClr val="343434"/>
                </a:solidFill>
                <a:latin typeface="Bookman Old Style"/>
                <a:cs typeface="Bookman Old Style"/>
              </a:rPr>
              <a:t> </a:t>
            </a:r>
            <a:r>
              <a:rPr sz="1250" b="0" spc="55" dirty="0">
                <a:latin typeface="Bookman Old Style"/>
                <a:cs typeface="Bookman Old Style"/>
              </a:rPr>
              <a:t>state</a:t>
            </a:r>
            <a:r>
              <a:rPr sz="1250" b="0" spc="195" dirty="0">
                <a:latin typeface="Bookman Old Style"/>
                <a:cs typeface="Bookman Old Style"/>
              </a:rPr>
              <a:t> </a:t>
            </a:r>
            <a:r>
              <a:rPr sz="1250" b="0" dirty="0">
                <a:solidFill>
                  <a:srgbClr val="212121"/>
                </a:solidFill>
                <a:latin typeface="Bookman Old Style"/>
                <a:cs typeface="Bookman Old Style"/>
              </a:rPr>
              <a:t>that</a:t>
            </a:r>
            <a:r>
              <a:rPr sz="1250" b="0" spc="155" dirty="0">
                <a:solidFill>
                  <a:srgbClr val="212121"/>
                </a:solidFill>
                <a:latin typeface="Bookman Old Style"/>
                <a:cs typeface="Bookman Old Style"/>
              </a:rPr>
              <a:t> </a:t>
            </a:r>
            <a:r>
              <a:rPr sz="1250" b="0" dirty="0">
                <a:solidFill>
                  <a:srgbClr val="313131"/>
                </a:solidFill>
                <a:latin typeface="Bookman Old Style"/>
                <a:cs typeface="Bookman Old Style"/>
              </a:rPr>
              <a:t>is</a:t>
            </a:r>
            <a:r>
              <a:rPr sz="1250" b="0" spc="80" dirty="0">
                <a:solidFill>
                  <a:srgbClr val="313131"/>
                </a:solidFill>
                <a:latin typeface="Bookman Old Style"/>
                <a:cs typeface="Bookman Old Style"/>
              </a:rPr>
              <a:t> </a:t>
            </a:r>
            <a:r>
              <a:rPr sz="1250" b="0" dirty="0">
                <a:latin typeface="Bookman Old Style"/>
                <a:cs typeface="Bookman Old Style"/>
              </a:rPr>
              <a:t>to</a:t>
            </a:r>
            <a:r>
              <a:rPr sz="1250" b="0" spc="220" dirty="0">
                <a:latin typeface="Bookman Old Style"/>
                <a:cs typeface="Bookman Old Style"/>
              </a:rPr>
              <a:t> </a:t>
            </a:r>
            <a:r>
              <a:rPr sz="1250" b="0" spc="75" dirty="0">
                <a:latin typeface="Bookman Old Style"/>
                <a:cs typeface="Bookman Old Style"/>
              </a:rPr>
              <a:t>b</a:t>
            </a:r>
            <a:r>
              <a:rPr sz="1250" b="0" spc="-150" dirty="0">
                <a:latin typeface="Bookman Old Style"/>
                <a:cs typeface="Bookman Old Style"/>
              </a:rPr>
              <a:t> </a:t>
            </a:r>
            <a:r>
              <a:rPr sz="1250" b="0" spc="65" dirty="0">
                <a:solidFill>
                  <a:srgbClr val="181818"/>
                </a:solidFill>
                <a:latin typeface="Bookman Old Style"/>
                <a:cs typeface="Bookman Old Style"/>
              </a:rPr>
              <a:t>e</a:t>
            </a:r>
            <a:r>
              <a:rPr sz="1250" b="0" spc="-55" dirty="0">
                <a:solidFill>
                  <a:srgbClr val="181818"/>
                </a:solidFill>
                <a:latin typeface="Bookman Old Style"/>
                <a:cs typeface="Bookman Old Style"/>
              </a:rPr>
              <a:t> </a:t>
            </a:r>
            <a:r>
              <a:rPr sz="1250" b="0" spc="-10" dirty="0">
                <a:latin typeface="Bookman Old Style"/>
                <a:cs typeface="Bookman Old Style"/>
              </a:rPr>
              <a:t>migrated</a:t>
            </a:r>
            <a:endParaRPr sz="125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6320" y="2172840"/>
            <a:ext cx="434340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0" spc="-270" dirty="0">
                <a:solidFill>
                  <a:srgbClr val="5B5B5B"/>
                </a:solidFill>
                <a:latin typeface="Bookman Old Style"/>
                <a:cs typeface="Bookman Old Style"/>
              </a:rPr>
              <a:t>/*l</a:t>
            </a:r>
            <a:r>
              <a:rPr sz="1300" b="0" spc="-10" dirty="0">
                <a:solidFill>
                  <a:srgbClr val="5B5B5B"/>
                </a:solidFill>
                <a:latin typeface="Bookman Old Style"/>
                <a:cs typeface="Bookman Old Style"/>
              </a:rPr>
              <a:t> </a:t>
            </a:r>
            <a:r>
              <a:rPr sz="1300" b="0" dirty="0">
                <a:latin typeface="Bookman Old Style"/>
                <a:cs typeface="Bookman Old Style"/>
              </a:rPr>
              <a:t>iqrate</a:t>
            </a:r>
            <a:r>
              <a:rPr sz="1300" b="0" spc="70" dirty="0">
                <a:latin typeface="Bookman Old Style"/>
                <a:cs typeface="Bookman Old Style"/>
              </a:rPr>
              <a:t> </a:t>
            </a:r>
            <a:r>
              <a:rPr sz="1300" b="0" spc="65" dirty="0">
                <a:latin typeface="Bookman Old Style"/>
                <a:cs typeface="Bookman Old Style"/>
              </a:rPr>
              <a:t>the</a:t>
            </a:r>
            <a:r>
              <a:rPr sz="1300" b="0" spc="114" dirty="0">
                <a:latin typeface="Bookman Old Style"/>
                <a:cs typeface="Bookman Old Style"/>
              </a:rPr>
              <a:t> </a:t>
            </a:r>
            <a:r>
              <a:rPr sz="1300" i="1" spc="55" dirty="0">
                <a:latin typeface="Cambria"/>
                <a:cs typeface="Cambria"/>
              </a:rPr>
              <a:t>o</a:t>
            </a:r>
            <a:r>
              <a:rPr sz="1300" i="1" spc="-15" dirty="0">
                <a:latin typeface="Cambria"/>
                <a:cs typeface="Cambria"/>
              </a:rPr>
              <a:t> </a:t>
            </a:r>
            <a:r>
              <a:rPr sz="1300" i="1" spc="65" dirty="0">
                <a:solidFill>
                  <a:srgbClr val="464646"/>
                </a:solidFill>
                <a:latin typeface="Cambria"/>
                <a:cs typeface="Cambria"/>
              </a:rPr>
              <a:t>qe</a:t>
            </a:r>
            <a:r>
              <a:rPr sz="1300" i="1" spc="65" dirty="0">
                <a:latin typeface="Cambria"/>
                <a:cs typeface="Cambria"/>
              </a:rPr>
              <a:t>W</a:t>
            </a:r>
            <a:r>
              <a:rPr sz="1300" i="1" spc="135" dirty="0">
                <a:latin typeface="Cambria"/>
                <a:cs typeface="Cambria"/>
              </a:rPr>
              <a:t>  </a:t>
            </a:r>
            <a:r>
              <a:rPr sz="1300" b="0" dirty="0">
                <a:solidFill>
                  <a:srgbClr val="0C0C0C"/>
                </a:solidFill>
                <a:latin typeface="Bookman Old Style"/>
                <a:cs typeface="Bookman Old Style"/>
              </a:rPr>
              <a:t>and</a:t>
            </a:r>
            <a:r>
              <a:rPr sz="1300" b="0" spc="170" dirty="0">
                <a:solidFill>
                  <a:srgbClr val="0C0C0C"/>
                </a:solidFill>
                <a:latin typeface="Bookman Old Style"/>
                <a:cs typeface="Bookman Old Style"/>
              </a:rPr>
              <a:t> </a:t>
            </a:r>
            <a:r>
              <a:rPr sz="1300" b="0" dirty="0">
                <a:latin typeface="Bookman Old Style"/>
                <a:cs typeface="Bookman Old Style"/>
              </a:rPr>
              <a:t>its</a:t>
            </a:r>
            <a:r>
              <a:rPr sz="1300" b="0" spc="235" dirty="0">
                <a:latin typeface="Bookman Old Style"/>
                <a:cs typeface="Bookman Old Style"/>
              </a:rPr>
              <a:t> </a:t>
            </a:r>
            <a:r>
              <a:rPr sz="1300" b="0" spc="-90" dirty="0">
                <a:latin typeface="Bookman Old Style"/>
                <a:cs typeface="Bookman Old Style"/>
              </a:rPr>
              <a:t>sta</a:t>
            </a:r>
            <a:r>
              <a:rPr sz="1300" b="0" spc="-105" dirty="0">
                <a:latin typeface="Bookman Old Style"/>
                <a:cs typeface="Bookman Old Style"/>
              </a:rPr>
              <a:t> </a:t>
            </a:r>
            <a:r>
              <a:rPr sz="1300" b="0" dirty="0">
                <a:solidFill>
                  <a:srgbClr val="262626"/>
                </a:solidFill>
                <a:latin typeface="Bookman Old Style"/>
                <a:cs typeface="Bookman Old Style"/>
              </a:rPr>
              <a:t>te</a:t>
            </a:r>
            <a:r>
              <a:rPr sz="1300" b="0" spc="-120" dirty="0">
                <a:solidFill>
                  <a:srgbClr val="262626"/>
                </a:solidFill>
                <a:latin typeface="Bookman Old Style"/>
                <a:cs typeface="Bookman Old Style"/>
              </a:rPr>
              <a:t> </a:t>
            </a:r>
            <a:r>
              <a:rPr sz="1300" b="0" dirty="0">
                <a:solidFill>
                  <a:srgbClr val="1A1A1A"/>
                </a:solidFill>
                <a:latin typeface="Bookman Old Style"/>
                <a:cs typeface="Bookman Old Style"/>
              </a:rPr>
              <a:t>to</a:t>
            </a:r>
            <a:r>
              <a:rPr sz="1300" b="0" spc="260" dirty="0">
                <a:solidFill>
                  <a:srgbClr val="1A1A1A"/>
                </a:solidFill>
                <a:latin typeface="Bookman Old Style"/>
                <a:cs typeface="Bookman Old Style"/>
              </a:rPr>
              <a:t> </a:t>
            </a:r>
            <a:r>
              <a:rPr sz="1300" b="0" dirty="0">
                <a:solidFill>
                  <a:srgbClr val="212121"/>
                </a:solidFill>
                <a:latin typeface="Bookman Old Style"/>
                <a:cs typeface="Bookman Old Style"/>
              </a:rPr>
              <a:t>another</a:t>
            </a:r>
            <a:r>
              <a:rPr sz="1300" b="0" spc="180" dirty="0">
                <a:solidFill>
                  <a:srgbClr val="212121"/>
                </a:solidFill>
                <a:latin typeface="Bookman Old Style"/>
                <a:cs typeface="Bookman Old Style"/>
              </a:rPr>
              <a:t> </a:t>
            </a:r>
            <a:r>
              <a:rPr sz="1300" b="0" spc="-10" dirty="0">
                <a:latin typeface="Bookman Old Style"/>
                <a:cs typeface="Bookman Old Style"/>
              </a:rPr>
              <a:t>locatic›n</a:t>
            </a:r>
            <a:endParaRPr sz="13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95437" y="3352800"/>
            <a:ext cx="117475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b="0" spc="-385" dirty="0">
                <a:solidFill>
                  <a:srgbClr val="212121"/>
                </a:solidFill>
                <a:latin typeface="Bookman Old Style"/>
                <a:cs typeface="Bookman Old Style"/>
              </a:rPr>
              <a:t>D</a:t>
            </a:r>
            <a:r>
              <a:rPr sz="1650" b="0" spc="-250" dirty="0">
                <a:solidFill>
                  <a:srgbClr val="212121"/>
                </a:solidFill>
                <a:latin typeface="Bookman Old Style"/>
                <a:cs typeface="Bookman Old Style"/>
              </a:rPr>
              <a:t> </a:t>
            </a:r>
            <a:r>
              <a:rPr sz="1650" b="0" dirty="0">
                <a:solidFill>
                  <a:srgbClr val="2A2A2A"/>
                </a:solidFill>
                <a:latin typeface="Bookman Old Style"/>
                <a:cs typeface="Bookman Old Style"/>
              </a:rPr>
              <a:t>eser</a:t>
            </a:r>
            <a:r>
              <a:rPr sz="1650" b="0" spc="-140" dirty="0">
                <a:solidFill>
                  <a:srgbClr val="2A2A2A"/>
                </a:solidFill>
                <a:latin typeface="Bookman Old Style"/>
                <a:cs typeface="Bookman Old Style"/>
              </a:rPr>
              <a:t> </a:t>
            </a:r>
            <a:r>
              <a:rPr sz="1650" b="0" spc="-135" dirty="0">
                <a:solidFill>
                  <a:srgbClr val="262626"/>
                </a:solidFill>
                <a:latin typeface="Bookman Old Style"/>
                <a:cs typeface="Bookman Old Style"/>
              </a:rPr>
              <a:t>iali</a:t>
            </a:r>
            <a:r>
              <a:rPr sz="1650" b="0" spc="-140" dirty="0">
                <a:solidFill>
                  <a:srgbClr val="262626"/>
                </a:solidFill>
                <a:latin typeface="Bookman Old Style"/>
                <a:cs typeface="Bookman Old Style"/>
              </a:rPr>
              <a:t> </a:t>
            </a:r>
            <a:r>
              <a:rPr sz="1650" b="0" spc="-25" dirty="0">
                <a:latin typeface="Bookman Old Style"/>
                <a:cs typeface="Bookman Old Style"/>
              </a:rPr>
              <a:t>ze</a:t>
            </a:r>
            <a:endParaRPr sz="165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48519" y="3982094"/>
            <a:ext cx="842644" cy="241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b="0" spc="-265" dirty="0">
                <a:solidFill>
                  <a:srgbClr val="444444"/>
                </a:solidFill>
                <a:latin typeface="Bookman Old Style"/>
                <a:cs typeface="Bookman Old Style"/>
              </a:rPr>
              <a:t>E</a:t>
            </a:r>
            <a:r>
              <a:rPr sz="1400" b="0" spc="65" dirty="0">
                <a:solidFill>
                  <a:srgbClr val="444444"/>
                </a:solidFill>
                <a:latin typeface="Bookman Old Style"/>
                <a:cs typeface="Bookman Old Style"/>
              </a:rPr>
              <a:t> </a:t>
            </a:r>
            <a:r>
              <a:rPr sz="1400" b="0" spc="-180" dirty="0">
                <a:solidFill>
                  <a:srgbClr val="505050"/>
                </a:solidFill>
                <a:latin typeface="Bookman Old Style"/>
                <a:cs typeface="Bookman Old Style"/>
              </a:rPr>
              <a:t>x</a:t>
            </a:r>
            <a:r>
              <a:rPr sz="1400" b="0" spc="-135" dirty="0">
                <a:solidFill>
                  <a:srgbClr val="505050"/>
                </a:solidFill>
                <a:latin typeface="Bookman Old Style"/>
                <a:cs typeface="Bookman Old Style"/>
              </a:rPr>
              <a:t> </a:t>
            </a:r>
            <a:r>
              <a:rPr sz="1400" b="0" spc="50" dirty="0">
                <a:solidFill>
                  <a:srgbClr val="343434"/>
                </a:solidFill>
                <a:latin typeface="Bookman Old Style"/>
                <a:cs typeface="Bookman Old Style"/>
              </a:rPr>
              <a:t>ecu</a:t>
            </a:r>
            <a:r>
              <a:rPr sz="1400" b="0" spc="-135" dirty="0">
                <a:solidFill>
                  <a:srgbClr val="343434"/>
                </a:solidFill>
                <a:latin typeface="Bookman Old Style"/>
                <a:cs typeface="Bookman Old Style"/>
              </a:rPr>
              <a:t> </a:t>
            </a:r>
            <a:r>
              <a:rPr sz="1400" b="0" spc="-25" dirty="0">
                <a:solidFill>
                  <a:srgbClr val="131313"/>
                </a:solidFill>
                <a:latin typeface="Bookman Old Style"/>
                <a:cs typeface="Bookman Old Style"/>
              </a:rPr>
              <a:t>te</a:t>
            </a:r>
            <a:endParaRPr sz="14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90682" y="3365946"/>
            <a:ext cx="4912360" cy="8616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b="0" spc="-45" dirty="0">
                <a:latin typeface="Bookman Old Style"/>
                <a:cs typeface="Bookman Old Style"/>
              </a:rPr>
              <a:t>Ftocreote</a:t>
            </a:r>
            <a:r>
              <a:rPr sz="1400" b="0" spc="30" dirty="0">
                <a:latin typeface="Bookman Old Style"/>
                <a:cs typeface="Bookman Old Style"/>
              </a:rPr>
              <a:t> </a:t>
            </a:r>
            <a:r>
              <a:rPr sz="1400" b="0" dirty="0">
                <a:solidFill>
                  <a:srgbClr val="232323"/>
                </a:solidFill>
                <a:latin typeface="Bookman Old Style"/>
                <a:cs typeface="Bookman Old Style"/>
              </a:rPr>
              <a:t>the</a:t>
            </a:r>
            <a:r>
              <a:rPr sz="1400" b="0" spc="100" dirty="0">
                <a:solidFill>
                  <a:srgbClr val="232323"/>
                </a:solidFill>
                <a:latin typeface="Bookman Old Style"/>
                <a:cs typeface="Bookman Old Style"/>
              </a:rPr>
              <a:t> </a:t>
            </a:r>
            <a:r>
              <a:rPr sz="1400" b="0" dirty="0">
                <a:latin typeface="Bookman Old Style"/>
                <a:cs typeface="Bookman Old Style"/>
              </a:rPr>
              <a:t>agent</a:t>
            </a:r>
            <a:r>
              <a:rPr sz="1400" b="0" spc="35" dirty="0">
                <a:latin typeface="Bookman Old Style"/>
                <a:cs typeface="Bookman Old Style"/>
              </a:rPr>
              <a:t> </a:t>
            </a:r>
            <a:r>
              <a:rPr sz="1400" b="0" dirty="0">
                <a:latin typeface="Bookman Old Style"/>
                <a:cs typeface="Bookman Old Style"/>
              </a:rPr>
              <a:t>state</a:t>
            </a:r>
            <a:r>
              <a:rPr sz="1400" b="0" spc="-10" dirty="0">
                <a:latin typeface="Bookman Old Style"/>
                <a:cs typeface="Bookman Old Style"/>
              </a:rPr>
              <a:t> </a:t>
            </a:r>
            <a:r>
              <a:rPr sz="1400" b="0" dirty="0">
                <a:solidFill>
                  <a:srgbClr val="151515"/>
                </a:solidFill>
                <a:latin typeface="Bookman Old Style"/>
                <a:cs typeface="Bookman Old Style"/>
              </a:rPr>
              <a:t>as</a:t>
            </a:r>
            <a:r>
              <a:rPr sz="1400" b="0" spc="95" dirty="0">
                <a:solidFill>
                  <a:srgbClr val="151515"/>
                </a:solidFill>
                <a:latin typeface="Bookman Old Style"/>
                <a:cs typeface="Bookman Old Style"/>
              </a:rPr>
              <a:t> </a:t>
            </a:r>
            <a:r>
              <a:rPr sz="1400" b="0" spc="-10" dirty="0">
                <a:solidFill>
                  <a:srgbClr val="3B3B3B"/>
                </a:solidFill>
                <a:latin typeface="Bookman Old Style"/>
                <a:cs typeface="Bookman Old Style"/>
              </a:rPr>
              <a:t>it</a:t>
            </a:r>
            <a:r>
              <a:rPr sz="1400" b="0" spc="114" dirty="0">
                <a:solidFill>
                  <a:srgbClr val="3B3B3B"/>
                </a:solidFill>
                <a:latin typeface="Bookman Old Style"/>
                <a:cs typeface="Bookman Old Style"/>
              </a:rPr>
              <a:t> </a:t>
            </a:r>
            <a:r>
              <a:rPr sz="1400" b="0" spc="-275" dirty="0">
                <a:solidFill>
                  <a:srgbClr val="5D5D5D"/>
                </a:solidFill>
                <a:latin typeface="Bookman Old Style"/>
                <a:cs typeface="Bookman Old Style"/>
              </a:rPr>
              <a:t>w</a:t>
            </a:r>
            <a:r>
              <a:rPr sz="1400" b="0" spc="-200" dirty="0">
                <a:solidFill>
                  <a:srgbClr val="5D5D5D"/>
                </a:solidFill>
                <a:latin typeface="Bookman Old Style"/>
                <a:cs typeface="Bookman Old Style"/>
              </a:rPr>
              <a:t> </a:t>
            </a:r>
            <a:r>
              <a:rPr sz="1400" b="0" spc="-45" dirty="0">
                <a:latin typeface="Bookman Old Style"/>
                <a:cs typeface="Bookman Old Style"/>
              </a:rPr>
              <a:t>as</a:t>
            </a:r>
            <a:r>
              <a:rPr sz="1400" b="0" spc="-15" dirty="0">
                <a:latin typeface="Bookman Old Style"/>
                <a:cs typeface="Bookman Old Style"/>
              </a:rPr>
              <a:t> </a:t>
            </a:r>
            <a:r>
              <a:rPr sz="1400" b="0" spc="-170" dirty="0">
                <a:solidFill>
                  <a:srgbClr val="565656"/>
                </a:solidFill>
                <a:latin typeface="Bookman Old Style"/>
                <a:cs typeface="Bookman Old Style"/>
              </a:rPr>
              <a:t>b</a:t>
            </a:r>
            <a:r>
              <a:rPr sz="1400" b="0" spc="-185" dirty="0">
                <a:solidFill>
                  <a:srgbClr val="565656"/>
                </a:solidFill>
                <a:latin typeface="Bookman Old Style"/>
                <a:cs typeface="Bookman Old Style"/>
              </a:rPr>
              <a:t> </a:t>
            </a:r>
            <a:r>
              <a:rPr sz="1400" b="0" spc="130" dirty="0">
                <a:solidFill>
                  <a:srgbClr val="333333"/>
                </a:solidFill>
                <a:latin typeface="Bookman Old Style"/>
                <a:cs typeface="Bookman Old Style"/>
              </a:rPr>
              <a:t>clog</a:t>
            </a:r>
            <a:r>
              <a:rPr sz="1400" b="0" spc="-10" dirty="0">
                <a:solidFill>
                  <a:srgbClr val="333333"/>
                </a:solidFill>
                <a:latin typeface="Bookman Old Style"/>
                <a:cs typeface="Bookman Old Style"/>
              </a:rPr>
              <a:t> </a:t>
            </a:r>
            <a:r>
              <a:rPr sz="1400" b="0" dirty="0">
                <a:solidFill>
                  <a:srgbClr val="131313"/>
                </a:solidFill>
                <a:latin typeface="Bookman Old Style"/>
                <a:cs typeface="Bookman Old Style"/>
              </a:rPr>
              <a:t>be</a:t>
            </a:r>
            <a:r>
              <a:rPr sz="1400" b="0" spc="-240" dirty="0">
                <a:solidFill>
                  <a:srgbClr val="131313"/>
                </a:solidFill>
                <a:latin typeface="Bookman Old Style"/>
                <a:cs typeface="Bookman Old Style"/>
              </a:rPr>
              <a:t> </a:t>
            </a:r>
            <a:r>
              <a:rPr sz="1400" b="0" dirty="0">
                <a:solidFill>
                  <a:srgbClr val="131313"/>
                </a:solidFill>
                <a:latin typeface="Bookman Old Style"/>
                <a:cs typeface="Bookman Old Style"/>
              </a:rPr>
              <a:t>nq</a:t>
            </a:r>
            <a:r>
              <a:rPr sz="1400" b="0" spc="285" dirty="0">
                <a:solidFill>
                  <a:srgbClr val="131313"/>
                </a:solidFill>
                <a:latin typeface="Bookman Old Style"/>
                <a:cs typeface="Bookman Old Style"/>
              </a:rPr>
              <a:t> </a:t>
            </a:r>
            <a:r>
              <a:rPr sz="1400" b="0" spc="-80" dirty="0">
                <a:solidFill>
                  <a:srgbClr val="151515"/>
                </a:solidFill>
                <a:latin typeface="Bookman Old Style"/>
                <a:cs typeface="Bookman Old Style"/>
              </a:rPr>
              <a:t>rr›iqlrated</a:t>
            </a:r>
            <a:endParaRPr sz="1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400">
              <a:latin typeface="Bookman Old Style"/>
              <a:cs typeface="Bookman Old Style"/>
            </a:endParaRPr>
          </a:p>
          <a:p>
            <a:pPr marL="21590">
              <a:lnSpc>
                <a:spcPts val="1410"/>
              </a:lnSpc>
              <a:tabLst>
                <a:tab pos="2525395" algn="l"/>
              </a:tabLst>
            </a:pPr>
            <a:r>
              <a:rPr sz="1250" b="0" dirty="0">
                <a:latin typeface="Bookman Old Style"/>
                <a:cs typeface="Bookman Old Style"/>
              </a:rPr>
              <a:t>Access</a:t>
            </a:r>
            <a:r>
              <a:rPr sz="1250" b="0" spc="385" dirty="0">
                <a:latin typeface="Bookman Old Style"/>
                <a:cs typeface="Bookman Old Style"/>
              </a:rPr>
              <a:t> </a:t>
            </a:r>
            <a:r>
              <a:rPr sz="1250" b="0" dirty="0">
                <a:solidFill>
                  <a:srgbClr val="181818"/>
                </a:solidFill>
                <a:latin typeface="Bookman Old Style"/>
                <a:cs typeface="Bookman Old Style"/>
              </a:rPr>
              <a:t>host</a:t>
            </a:r>
            <a:r>
              <a:rPr sz="1250" b="0" spc="305" dirty="0">
                <a:solidFill>
                  <a:srgbClr val="181818"/>
                </a:solidFill>
                <a:latin typeface="Bookman Old Style"/>
                <a:cs typeface="Bookman Old Style"/>
              </a:rPr>
              <a:t> </a:t>
            </a:r>
            <a:r>
              <a:rPr sz="1250" b="0" dirty="0">
                <a:solidFill>
                  <a:srgbClr val="333333"/>
                </a:solidFill>
                <a:latin typeface="Bookman Old Style"/>
                <a:cs typeface="Bookman Old Style"/>
              </a:rPr>
              <a:t>ser</a:t>
            </a:r>
            <a:r>
              <a:rPr sz="1250" b="0" spc="-65" dirty="0">
                <a:solidFill>
                  <a:srgbClr val="333333"/>
                </a:solidFill>
                <a:latin typeface="Bookman Old Style"/>
                <a:cs typeface="Bookman Old Style"/>
              </a:rPr>
              <a:t> </a:t>
            </a:r>
            <a:r>
              <a:rPr sz="1250" b="0" dirty="0">
                <a:latin typeface="Bookman Old Style"/>
                <a:cs typeface="Bookman Old Style"/>
              </a:rPr>
              <a:t>vices</a:t>
            </a:r>
            <a:r>
              <a:rPr sz="1250" b="0" spc="-200" dirty="0">
                <a:latin typeface="Bookman Old Style"/>
                <a:cs typeface="Bookman Old Style"/>
              </a:rPr>
              <a:t> </a:t>
            </a:r>
            <a:r>
              <a:rPr sz="1250" b="0" dirty="0">
                <a:solidFill>
                  <a:srgbClr val="595959"/>
                </a:solidFill>
                <a:latin typeface="Bookman Old Style"/>
                <a:cs typeface="Bookman Old Style"/>
              </a:rPr>
              <a:t>,</a:t>
            </a:r>
            <a:r>
              <a:rPr sz="1250" b="0" spc="135" dirty="0">
                <a:solidFill>
                  <a:srgbClr val="595959"/>
                </a:solidFill>
                <a:latin typeface="Bookman Old Style"/>
                <a:cs typeface="Bookman Old Style"/>
              </a:rPr>
              <a:t> </a:t>
            </a:r>
            <a:r>
              <a:rPr sz="1250" b="0" dirty="0">
                <a:solidFill>
                  <a:srgbClr val="484848"/>
                </a:solidFill>
                <a:latin typeface="Bookman Old Style"/>
                <a:cs typeface="Bookman Old Style"/>
              </a:rPr>
              <a:t>c	</a:t>
            </a:r>
            <a:r>
              <a:rPr sz="1250" b="0" dirty="0">
                <a:latin typeface="Bookman Old Style"/>
                <a:cs typeface="Bookman Old Style"/>
              </a:rPr>
              <a:t>nicate</a:t>
            </a:r>
            <a:r>
              <a:rPr sz="1250" b="0" spc="200" dirty="0">
                <a:latin typeface="Bookman Old Style"/>
                <a:cs typeface="Bookman Old Style"/>
              </a:rPr>
              <a:t> </a:t>
            </a:r>
            <a:r>
              <a:rPr sz="1250" b="0" dirty="0">
                <a:solidFill>
                  <a:srgbClr val="0F0F0F"/>
                </a:solidFill>
                <a:latin typeface="Bookman Old Style"/>
                <a:cs typeface="Bookman Old Style"/>
              </a:rPr>
              <a:t>with</a:t>
            </a:r>
            <a:r>
              <a:rPr sz="1250" b="0" spc="484" dirty="0">
                <a:solidFill>
                  <a:srgbClr val="0F0F0F"/>
                </a:solidFill>
                <a:latin typeface="Bookman Old Style"/>
                <a:cs typeface="Bookman Old Style"/>
              </a:rPr>
              <a:t> </a:t>
            </a:r>
            <a:r>
              <a:rPr sz="1250" b="0" spc="-50" dirty="0">
                <a:solidFill>
                  <a:srgbClr val="444444"/>
                </a:solidFill>
                <a:latin typeface="Bookman Old Style"/>
                <a:cs typeface="Bookman Old Style"/>
              </a:rPr>
              <a:t>oth</a:t>
            </a:r>
            <a:r>
              <a:rPr sz="1250" b="0" spc="-145" dirty="0">
                <a:solidFill>
                  <a:srgbClr val="444444"/>
                </a:solidFill>
                <a:latin typeface="Bookman Old Style"/>
                <a:cs typeface="Bookman Old Style"/>
              </a:rPr>
              <a:t> </a:t>
            </a:r>
            <a:r>
              <a:rPr sz="1250" b="0" dirty="0">
                <a:solidFill>
                  <a:srgbClr val="3B3B3B"/>
                </a:solidFill>
                <a:latin typeface="Bookman Old Style"/>
                <a:cs typeface="Bookman Old Style"/>
              </a:rPr>
              <a:t>er</a:t>
            </a:r>
            <a:r>
              <a:rPr sz="1250" b="0" spc="360" dirty="0">
                <a:solidFill>
                  <a:srgbClr val="3B3B3B"/>
                </a:solidFill>
                <a:latin typeface="Bookman Old Style"/>
                <a:cs typeface="Bookman Old Style"/>
              </a:rPr>
              <a:t> </a:t>
            </a:r>
            <a:r>
              <a:rPr sz="1250" b="0" dirty="0">
                <a:latin typeface="Bookman Old Style"/>
                <a:cs typeface="Bookman Old Style"/>
              </a:rPr>
              <a:t>agen</a:t>
            </a:r>
            <a:r>
              <a:rPr sz="1250" b="0" spc="-110" dirty="0">
                <a:latin typeface="Bookman Old Style"/>
                <a:cs typeface="Bookman Old Style"/>
              </a:rPr>
              <a:t> </a:t>
            </a:r>
            <a:r>
              <a:rPr sz="1250" b="0" spc="-25" dirty="0">
                <a:solidFill>
                  <a:srgbClr val="1A1A1A"/>
                </a:solidFill>
                <a:latin typeface="Bookman Old Style"/>
                <a:cs typeface="Bookman Old Style"/>
              </a:rPr>
              <a:t>ts</a:t>
            </a:r>
            <a:endParaRPr sz="1250">
              <a:latin typeface="Bookman Old Style"/>
              <a:cs typeface="Bookman Old Style"/>
            </a:endParaRPr>
          </a:p>
          <a:p>
            <a:pPr marL="229870">
              <a:lnSpc>
                <a:spcPts val="1350"/>
              </a:lnSpc>
            </a:pPr>
            <a:r>
              <a:rPr sz="1200" b="0" dirty="0">
                <a:solidFill>
                  <a:srgbClr val="545454"/>
                </a:solidFill>
                <a:latin typeface="Bookman Old Style"/>
                <a:cs typeface="Bookman Old Style"/>
              </a:rPr>
              <a:t>co</a:t>
            </a:r>
            <a:r>
              <a:rPr sz="1200" b="0" spc="-245" dirty="0">
                <a:solidFill>
                  <a:srgbClr val="545454"/>
                </a:solidFill>
                <a:latin typeface="Bookman Old Style"/>
                <a:cs typeface="Bookman Old Style"/>
              </a:rPr>
              <a:t> </a:t>
            </a:r>
            <a:r>
              <a:rPr sz="1200" b="0" spc="70" dirty="0">
                <a:solidFill>
                  <a:srgbClr val="444444"/>
                </a:solidFill>
                <a:latin typeface="Bookman Old Style"/>
                <a:cs typeface="Bookman Old Style"/>
              </a:rPr>
              <a:t>mp</a:t>
            </a:r>
            <a:r>
              <a:rPr sz="1200" b="0" spc="-245" dirty="0">
                <a:solidFill>
                  <a:srgbClr val="444444"/>
                </a:solidFill>
                <a:latin typeface="Bookman Old Style"/>
                <a:cs typeface="Bookman Old Style"/>
              </a:rPr>
              <a:t> </a:t>
            </a:r>
            <a:r>
              <a:rPr sz="1200" b="0" spc="-345" dirty="0">
                <a:solidFill>
                  <a:srgbClr val="4D4D4D"/>
                </a:solidFill>
                <a:latin typeface="Bookman Old Style"/>
                <a:cs typeface="Bookman Old Style"/>
              </a:rPr>
              <a:t>I</a:t>
            </a:r>
            <a:r>
              <a:rPr sz="1200" b="0" spc="-345" dirty="0">
                <a:solidFill>
                  <a:srgbClr val="838383"/>
                </a:solidFill>
                <a:latin typeface="Bookman Old Style"/>
                <a:cs typeface="Bookman Old Style"/>
              </a:rPr>
              <a:t>M</a:t>
            </a:r>
            <a:r>
              <a:rPr sz="1200" b="0" spc="80" dirty="0">
                <a:solidFill>
                  <a:srgbClr val="838383"/>
                </a:solidFill>
                <a:latin typeface="Bookman Old Style"/>
                <a:cs typeface="Bookman Old Style"/>
              </a:rPr>
              <a:t>  </a:t>
            </a:r>
            <a:r>
              <a:rPr sz="1200" b="0" spc="-350" dirty="0">
                <a:solidFill>
                  <a:srgbClr val="2A2A2A"/>
                </a:solidFill>
                <a:latin typeface="Bookman Old Style"/>
                <a:cs typeface="Bookman Old Style"/>
              </a:rPr>
              <a:t>e</a:t>
            </a:r>
            <a:r>
              <a:rPr sz="1200" b="0" spc="120" dirty="0">
                <a:solidFill>
                  <a:srgbClr val="2A2A2A"/>
                </a:solidFill>
                <a:latin typeface="Bookman Old Style"/>
                <a:cs typeface="Bookman Old Style"/>
              </a:rPr>
              <a:t>  </a:t>
            </a:r>
            <a:r>
              <a:rPr sz="1200" b="0" dirty="0">
                <a:solidFill>
                  <a:srgbClr val="161616"/>
                </a:solidFill>
                <a:latin typeface="Bookman Old Style"/>
                <a:cs typeface="Bookman Old Style"/>
              </a:rPr>
              <a:t>as</a:t>
            </a:r>
            <a:r>
              <a:rPr sz="1200" b="0" spc="-270" dirty="0">
                <a:solidFill>
                  <a:srgbClr val="161616"/>
                </a:solidFill>
                <a:latin typeface="Bookman Old Style"/>
                <a:cs typeface="Bookman Old Style"/>
              </a:rPr>
              <a:t> </a:t>
            </a:r>
            <a:r>
              <a:rPr sz="1200" b="0" dirty="0">
                <a:solidFill>
                  <a:srgbClr val="313131"/>
                </a:solidFill>
                <a:latin typeface="Bookman Old Style"/>
                <a:cs typeface="Bookman Old Style"/>
              </a:rPr>
              <a:t>s</a:t>
            </a:r>
            <a:r>
              <a:rPr sz="1200" b="0" spc="35" dirty="0">
                <a:solidFill>
                  <a:srgbClr val="313131"/>
                </a:solidFill>
                <a:latin typeface="Bookman Old Style"/>
                <a:cs typeface="Bookman Old Style"/>
              </a:rPr>
              <a:t> </a:t>
            </a:r>
            <a:r>
              <a:rPr sz="1200" b="0" spc="-40" dirty="0">
                <a:latin typeface="Bookman Old Style"/>
                <a:cs typeface="Bookman Old Style"/>
              </a:rPr>
              <a:t>g</a:t>
            </a:r>
            <a:r>
              <a:rPr sz="1200" b="0" spc="-85" dirty="0">
                <a:latin typeface="Bookman Old Style"/>
                <a:cs typeface="Bookman Old Style"/>
              </a:rPr>
              <a:t> </a:t>
            </a:r>
            <a:r>
              <a:rPr sz="1200" b="0" spc="-125" dirty="0">
                <a:solidFill>
                  <a:srgbClr val="363636"/>
                </a:solidFill>
                <a:latin typeface="Bookman Old Style"/>
                <a:cs typeface="Bookman Old Style"/>
              </a:rPr>
              <a:t>n</a:t>
            </a:r>
            <a:r>
              <a:rPr sz="1200" b="0" spc="-220" dirty="0">
                <a:solidFill>
                  <a:srgbClr val="363636"/>
                </a:solidFill>
                <a:latin typeface="Bookman Old Style"/>
                <a:cs typeface="Bookman Old Style"/>
              </a:rPr>
              <a:t> </a:t>
            </a:r>
            <a:r>
              <a:rPr sz="1200" b="0" spc="-155" dirty="0">
                <a:solidFill>
                  <a:srgbClr val="111111"/>
                </a:solidFill>
                <a:latin typeface="Bookman Old Style"/>
                <a:cs typeface="Bookman Old Style"/>
              </a:rPr>
              <a:t>eng</a:t>
            </a:r>
            <a:r>
              <a:rPr sz="1200" b="0" spc="204" dirty="0">
                <a:solidFill>
                  <a:srgbClr val="111111"/>
                </a:solidFill>
                <a:latin typeface="Bookman Old Style"/>
                <a:cs typeface="Bookman Old Style"/>
              </a:rPr>
              <a:t> </a:t>
            </a:r>
            <a:r>
              <a:rPr sz="1200" b="0" dirty="0">
                <a:solidFill>
                  <a:srgbClr val="262626"/>
                </a:solidFill>
                <a:latin typeface="Bookman Old Style"/>
                <a:cs typeface="Bookman Old Style"/>
              </a:rPr>
              <a:t>tas</a:t>
            </a:r>
            <a:r>
              <a:rPr sz="1200" b="0" spc="-90" dirty="0">
                <a:solidFill>
                  <a:srgbClr val="262626"/>
                </a:solidFill>
                <a:latin typeface="Bookman Old Style"/>
                <a:cs typeface="Bookman Old Style"/>
              </a:rPr>
              <a:t> </a:t>
            </a:r>
            <a:r>
              <a:rPr sz="1200" b="0" spc="-25" dirty="0">
                <a:solidFill>
                  <a:srgbClr val="282828"/>
                </a:solidFill>
                <a:latin typeface="Bookman Old Style"/>
                <a:cs typeface="Bookman Old Style"/>
              </a:rPr>
              <a:t>k.</a:t>
            </a:r>
            <a:endParaRPr sz="12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98091" y="4815284"/>
            <a:ext cx="143446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dirty="0">
                <a:solidFill>
                  <a:srgbClr val="2B2B2B"/>
                </a:solidFill>
                <a:latin typeface="Trebuchet MS"/>
                <a:cs typeface="Trebuchet MS"/>
              </a:rPr>
              <a:t>gr</a:t>
            </a:r>
            <a:r>
              <a:rPr sz="1450" spc="-95" dirty="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D3D3D"/>
                </a:solidFill>
                <a:latin typeface="Trebuchet MS"/>
                <a:cs typeface="Trebuchet MS"/>
              </a:rPr>
              <a:t>a</a:t>
            </a:r>
            <a:r>
              <a:rPr sz="1450" spc="-85" dirty="0">
                <a:solidFill>
                  <a:srgbClr val="3D3D3D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1C1C1C"/>
                </a:solidFill>
                <a:latin typeface="Trebuchet MS"/>
                <a:cs typeface="Trebuchet MS"/>
              </a:rPr>
              <a:t>te</a:t>
            </a:r>
            <a:r>
              <a:rPr sz="2175" b="0" baseline="1915" dirty="0">
                <a:solidFill>
                  <a:srgbClr val="5B5B5B"/>
                </a:solidFill>
                <a:latin typeface="Bookman Old Style"/>
                <a:cs typeface="Bookman Old Style"/>
              </a:rPr>
              <a:t>R</a:t>
            </a:r>
            <a:r>
              <a:rPr sz="2175" b="0" spc="-307" baseline="1915" dirty="0">
                <a:solidFill>
                  <a:srgbClr val="5B5B5B"/>
                </a:solidFill>
                <a:latin typeface="Bookman Old Style"/>
                <a:cs typeface="Bookman Old Style"/>
              </a:rPr>
              <a:t> </a:t>
            </a:r>
            <a:r>
              <a:rPr sz="2175" b="0" spc="97" baseline="1915" dirty="0">
                <a:solidFill>
                  <a:srgbClr val="2D2D2D"/>
                </a:solidFill>
                <a:latin typeface="Bookman Old Style"/>
                <a:cs typeface="Bookman Old Style"/>
              </a:rPr>
              <a:t>equ</a:t>
            </a:r>
            <a:r>
              <a:rPr sz="2175" b="0" spc="-172" baseline="1915" dirty="0">
                <a:solidFill>
                  <a:srgbClr val="2D2D2D"/>
                </a:solidFill>
                <a:latin typeface="Bookman Old Style"/>
                <a:cs typeface="Bookman Old Style"/>
              </a:rPr>
              <a:t> </a:t>
            </a:r>
            <a:r>
              <a:rPr sz="2175" b="0" spc="89" baseline="1915" dirty="0">
                <a:solidFill>
                  <a:srgbClr val="3D3D3D"/>
                </a:solidFill>
                <a:latin typeface="Bookman Old Style"/>
                <a:cs typeface="Bookman Old Style"/>
              </a:rPr>
              <a:t>es</a:t>
            </a:r>
            <a:r>
              <a:rPr sz="2175" b="0" spc="-104" baseline="1915" dirty="0">
                <a:solidFill>
                  <a:srgbClr val="3D3D3D"/>
                </a:solidFill>
                <a:latin typeface="Bookman Old Style"/>
                <a:cs typeface="Bookman Old Style"/>
              </a:rPr>
              <a:t> </a:t>
            </a:r>
            <a:r>
              <a:rPr sz="2175" b="0" spc="-75" baseline="1915" dirty="0">
                <a:solidFill>
                  <a:srgbClr val="212121"/>
                </a:solidFill>
                <a:latin typeface="Bookman Old Style"/>
                <a:cs typeface="Bookman Old Style"/>
              </a:rPr>
              <a:t>t</a:t>
            </a:r>
            <a:endParaRPr sz="2175" baseline="1915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10282" y="5469880"/>
            <a:ext cx="821690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0" spc="65" dirty="0">
                <a:solidFill>
                  <a:srgbClr val="484848"/>
                </a:solidFill>
                <a:latin typeface="Bookman Old Style"/>
                <a:cs typeface="Bookman Old Style"/>
              </a:rPr>
              <a:t>S</a:t>
            </a:r>
            <a:r>
              <a:rPr sz="1500" b="0" spc="-225" dirty="0">
                <a:solidFill>
                  <a:srgbClr val="484848"/>
                </a:solidFill>
                <a:latin typeface="Bookman Old Style"/>
                <a:cs typeface="Bookman Old Style"/>
              </a:rPr>
              <a:t> </a:t>
            </a:r>
            <a:r>
              <a:rPr sz="1500" b="0" dirty="0">
                <a:solidFill>
                  <a:srgbClr val="1F1F1F"/>
                </a:solidFill>
                <a:latin typeface="Bookman Old Style"/>
                <a:cs typeface="Bookman Old Style"/>
              </a:rPr>
              <a:t>eria</a:t>
            </a:r>
            <a:r>
              <a:rPr sz="1500" b="0" spc="-80" dirty="0">
                <a:solidFill>
                  <a:srgbClr val="1F1F1F"/>
                </a:solidFill>
                <a:latin typeface="Bookman Old Style"/>
                <a:cs typeface="Bookman Old Style"/>
              </a:rPr>
              <a:t> </a:t>
            </a:r>
            <a:r>
              <a:rPr sz="1500" b="0" spc="-204" dirty="0">
                <a:solidFill>
                  <a:srgbClr val="3A3A3A"/>
                </a:solidFill>
                <a:latin typeface="Bookman Old Style"/>
                <a:cs typeface="Bookman Old Style"/>
              </a:rPr>
              <a:t>li</a:t>
            </a:r>
            <a:r>
              <a:rPr sz="1500" b="0" spc="-95" dirty="0">
                <a:solidFill>
                  <a:srgbClr val="3A3A3A"/>
                </a:solidFill>
                <a:latin typeface="Bookman Old Style"/>
                <a:cs typeface="Bookman Old Style"/>
              </a:rPr>
              <a:t> </a:t>
            </a:r>
            <a:r>
              <a:rPr sz="1500" b="0" spc="-360" dirty="0">
                <a:solidFill>
                  <a:srgbClr val="111111"/>
                </a:solidFill>
                <a:latin typeface="Bookman Old Style"/>
                <a:cs typeface="Bookman Old Style"/>
              </a:rPr>
              <a:t>ze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84959" y="4769395"/>
            <a:ext cx="2047239" cy="9099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955">
              <a:lnSpc>
                <a:spcPts val="1155"/>
              </a:lnSpc>
              <a:spcBef>
                <a:spcPts val="120"/>
              </a:spcBef>
              <a:tabLst>
                <a:tab pos="1290320" algn="l"/>
              </a:tabLst>
            </a:pPr>
            <a:r>
              <a:rPr sz="1100" b="0" dirty="0">
                <a:solidFill>
                  <a:srgbClr val="505050"/>
                </a:solidFill>
                <a:latin typeface="Bookman Old Style"/>
                <a:cs typeface="Bookman Old Style"/>
              </a:rPr>
              <a:t>R</a:t>
            </a:r>
            <a:r>
              <a:rPr sz="1100" b="0" spc="5" dirty="0">
                <a:solidFill>
                  <a:srgbClr val="505050"/>
                </a:solidFill>
                <a:latin typeface="Bookman Old Style"/>
                <a:cs typeface="Bookman Old Style"/>
              </a:rPr>
              <a:t> </a:t>
            </a:r>
            <a:r>
              <a:rPr sz="1100" b="0" spc="130" dirty="0">
                <a:latin typeface="Bookman Old Style"/>
                <a:cs typeface="Bookman Old Style"/>
              </a:rPr>
              <a:t>eque</a:t>
            </a:r>
            <a:r>
              <a:rPr sz="1100" b="0" spc="-200" dirty="0"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181818"/>
                </a:solidFill>
                <a:latin typeface="Bookman Old Style"/>
                <a:cs typeface="Bookman Old Style"/>
              </a:rPr>
              <a:t>st</a:t>
            </a:r>
            <a:r>
              <a:rPr sz="1100" b="0" spc="145" dirty="0">
                <a:solidFill>
                  <a:srgbClr val="181818"/>
                </a:solidFill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1D1D1D"/>
                </a:solidFill>
                <a:latin typeface="Bookman Old Style"/>
                <a:cs typeface="Bookman Old Style"/>
              </a:rPr>
              <a:t>I</a:t>
            </a:r>
            <a:r>
              <a:rPr sz="1100" b="0" spc="40" dirty="0">
                <a:solidFill>
                  <a:srgbClr val="1D1D1D"/>
                </a:solidFill>
                <a:latin typeface="Bookman Old Style"/>
                <a:cs typeface="Bookman Old Style"/>
              </a:rPr>
              <a:t> </a:t>
            </a:r>
            <a:r>
              <a:rPr sz="1100" b="0" dirty="0">
                <a:solidFill>
                  <a:srgbClr val="505050"/>
                </a:solidFill>
                <a:latin typeface="Bookman Old Style"/>
                <a:cs typeface="Bookman Old Style"/>
              </a:rPr>
              <a:t>o</a:t>
            </a:r>
            <a:r>
              <a:rPr sz="1100" b="0" spc="310" dirty="0">
                <a:solidFill>
                  <a:srgbClr val="505050"/>
                </a:solidFill>
                <a:latin typeface="Bookman Old Style"/>
                <a:cs typeface="Bookman Old Style"/>
              </a:rPr>
              <a:t> </a:t>
            </a:r>
            <a:r>
              <a:rPr sz="1100" b="0" spc="-50" dirty="0">
                <a:solidFill>
                  <a:srgbClr val="595959"/>
                </a:solidFill>
                <a:latin typeface="Bookman Old Style"/>
                <a:cs typeface="Bookman Old Style"/>
              </a:rPr>
              <a:t>W</a:t>
            </a:r>
            <a:r>
              <a:rPr sz="1100" b="0" dirty="0">
                <a:solidFill>
                  <a:srgbClr val="595959"/>
                </a:solidFill>
                <a:latin typeface="Bookman Old Style"/>
                <a:cs typeface="Bookman Old Style"/>
              </a:rPr>
              <a:t>	</a:t>
            </a:r>
            <a:r>
              <a:rPr sz="1100" b="0" spc="70" dirty="0">
                <a:latin typeface="Bookman Old Style"/>
                <a:cs typeface="Bookman Old Style"/>
              </a:rPr>
              <a:t>mi</a:t>
            </a:r>
            <a:r>
              <a:rPr sz="1100" b="0" spc="-185" dirty="0">
                <a:latin typeface="Bookman Old Style"/>
                <a:cs typeface="Bookman Old Style"/>
              </a:rPr>
              <a:t> </a:t>
            </a:r>
            <a:r>
              <a:rPr sz="1100" b="0" spc="70" dirty="0">
                <a:solidFill>
                  <a:srgbClr val="333333"/>
                </a:solidFill>
                <a:latin typeface="Bookman Old Style"/>
                <a:cs typeface="Bookman Old Style"/>
              </a:rPr>
              <a:t>q</a:t>
            </a:r>
            <a:r>
              <a:rPr sz="1100" b="0" spc="-145" dirty="0">
                <a:solidFill>
                  <a:srgbClr val="333333"/>
                </a:solidFill>
                <a:latin typeface="Bookman Old Style"/>
                <a:cs typeface="Bookman Old Style"/>
              </a:rPr>
              <a:t> </a:t>
            </a:r>
            <a:r>
              <a:rPr sz="1100" b="0" spc="70" dirty="0">
                <a:solidFill>
                  <a:srgbClr val="0F0F0F"/>
                </a:solidFill>
                <a:latin typeface="Bookman Old Style"/>
                <a:cs typeface="Bookman Old Style"/>
              </a:rPr>
              <a:t>rated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ts val="1575"/>
              </a:lnSpc>
            </a:pPr>
            <a:r>
              <a:rPr sz="1450" b="0" dirty="0">
                <a:solidFill>
                  <a:srgbClr val="151515"/>
                </a:solidFill>
                <a:latin typeface="Bookman Old Style"/>
                <a:cs typeface="Bookman Old Style"/>
              </a:rPr>
              <a:t>to</a:t>
            </a:r>
            <a:r>
              <a:rPr sz="1450" b="0" spc="140" dirty="0">
                <a:solidFill>
                  <a:srgbClr val="151515"/>
                </a:solidFill>
                <a:latin typeface="Bookman Old Style"/>
                <a:cs typeface="Bookman Old Style"/>
              </a:rPr>
              <a:t> </a:t>
            </a:r>
            <a:r>
              <a:rPr sz="1450" b="0" spc="-235" dirty="0">
                <a:solidFill>
                  <a:srgbClr val="232323"/>
                </a:solidFill>
                <a:latin typeface="Bookman Old Style"/>
                <a:cs typeface="Bookman Old Style"/>
              </a:rPr>
              <a:t>an</a:t>
            </a:r>
            <a:r>
              <a:rPr sz="1450" b="0" spc="-140" dirty="0">
                <a:solidFill>
                  <a:srgbClr val="232323"/>
                </a:solidFill>
                <a:latin typeface="Bookman Old Style"/>
                <a:cs typeface="Bookman Old Style"/>
              </a:rPr>
              <a:t> </a:t>
            </a:r>
            <a:r>
              <a:rPr sz="1450" b="0" spc="-155" dirty="0">
                <a:latin typeface="Bookman Old Style"/>
                <a:cs typeface="Bookman Old Style"/>
              </a:rPr>
              <a:t>ot</a:t>
            </a:r>
            <a:r>
              <a:rPr sz="1450" b="0" spc="-204" dirty="0">
                <a:latin typeface="Bookman Old Style"/>
                <a:cs typeface="Bookman Old Style"/>
              </a:rPr>
              <a:t> </a:t>
            </a:r>
            <a:r>
              <a:rPr sz="1450" b="0" spc="-65" dirty="0">
                <a:solidFill>
                  <a:srgbClr val="161616"/>
                </a:solidFill>
                <a:latin typeface="Bookman Old Style"/>
                <a:cs typeface="Bookman Old Style"/>
              </a:rPr>
              <a:t>her</a:t>
            </a:r>
            <a:r>
              <a:rPr sz="1450" b="0" spc="30" dirty="0">
                <a:solidFill>
                  <a:srgbClr val="161616"/>
                </a:solidFill>
                <a:latin typeface="Bookman Old Style"/>
                <a:cs typeface="Bookman Old Style"/>
              </a:rPr>
              <a:t> </a:t>
            </a:r>
            <a:r>
              <a:rPr sz="1450" b="0" spc="-20" dirty="0">
                <a:solidFill>
                  <a:srgbClr val="0F0F0F"/>
                </a:solidFill>
                <a:latin typeface="Bookman Old Style"/>
                <a:cs typeface="Bookman Old Style"/>
              </a:rPr>
              <a:t>host</a:t>
            </a:r>
            <a:endParaRPr sz="1450">
              <a:latin typeface="Bookman Old Style"/>
              <a:cs typeface="Bookman Old Style"/>
            </a:endParaRPr>
          </a:p>
          <a:p>
            <a:pPr marR="628650" algn="r">
              <a:lnSpc>
                <a:spcPts val="1290"/>
              </a:lnSpc>
              <a:spcBef>
                <a:spcPts val="1395"/>
              </a:spcBef>
            </a:pPr>
            <a:r>
              <a:rPr sz="1200" b="0" spc="-55" dirty="0">
                <a:solidFill>
                  <a:srgbClr val="707070"/>
                </a:solidFill>
                <a:latin typeface="Bookman Old Style"/>
                <a:cs typeface="Bookman Old Style"/>
              </a:rPr>
              <a:t>q</a:t>
            </a:r>
            <a:r>
              <a:rPr sz="1200" b="0" spc="-190" dirty="0">
                <a:solidFill>
                  <a:srgbClr val="707070"/>
                </a:solidFill>
                <a:latin typeface="Bookman Old Style"/>
                <a:cs typeface="Bookman Old Style"/>
              </a:rPr>
              <a:t> </a:t>
            </a:r>
            <a:r>
              <a:rPr sz="1200" b="0" spc="65" dirty="0">
                <a:solidFill>
                  <a:srgbClr val="313131"/>
                </a:solidFill>
                <a:latin typeface="Bookman Old Style"/>
                <a:cs typeface="Bookman Old Style"/>
              </a:rPr>
              <a:t>rate</a:t>
            </a:r>
            <a:r>
              <a:rPr sz="1200" b="0" spc="145" dirty="0">
                <a:solidFill>
                  <a:srgbClr val="313131"/>
                </a:solidFill>
                <a:latin typeface="Bookman Old Style"/>
                <a:cs typeface="Bookman Old Style"/>
              </a:rPr>
              <a:t> </a:t>
            </a:r>
            <a:r>
              <a:rPr sz="1200" b="0" spc="45" dirty="0">
                <a:solidFill>
                  <a:srgbClr val="1C1C1C"/>
                </a:solidFill>
                <a:latin typeface="Bookman Old Style"/>
                <a:cs typeface="Bookman Old Style"/>
              </a:rPr>
              <a:t>requ</a:t>
            </a:r>
            <a:endParaRPr sz="1200">
              <a:latin typeface="Bookman Old Style"/>
              <a:cs typeface="Bookman Old Style"/>
            </a:endParaRPr>
          </a:p>
          <a:p>
            <a:pPr marR="680085" algn="r">
              <a:lnSpc>
                <a:spcPts val="1530"/>
              </a:lnSpc>
            </a:pPr>
            <a:r>
              <a:rPr sz="1400" b="0" spc="-35" dirty="0">
                <a:solidFill>
                  <a:srgbClr val="2A2A2A"/>
                </a:solidFill>
                <a:latin typeface="Bookman Old Style"/>
                <a:cs typeface="Bookman Old Style"/>
              </a:rPr>
              <a:t>fr</a:t>
            </a:r>
            <a:r>
              <a:rPr sz="1400" b="0" spc="-204" dirty="0">
                <a:solidFill>
                  <a:srgbClr val="2A2A2A"/>
                </a:solidFill>
                <a:latin typeface="Bookman Old Style"/>
                <a:cs typeface="Bookman Old Style"/>
              </a:rPr>
              <a:t> </a:t>
            </a:r>
            <a:r>
              <a:rPr sz="1400" b="0" dirty="0">
                <a:solidFill>
                  <a:srgbClr val="383838"/>
                </a:solidFill>
                <a:latin typeface="Bookman Old Style"/>
                <a:cs typeface="Bookman Old Style"/>
              </a:rPr>
              <a:t>om</a:t>
            </a:r>
            <a:r>
              <a:rPr sz="1400" b="0" spc="120" dirty="0">
                <a:solidFill>
                  <a:srgbClr val="383838"/>
                </a:solidFill>
                <a:latin typeface="Bookman Old Style"/>
                <a:cs typeface="Bookman Old Style"/>
              </a:rPr>
              <a:t> </a:t>
            </a:r>
            <a:r>
              <a:rPr sz="1400" b="0" spc="-10" dirty="0">
                <a:solidFill>
                  <a:srgbClr val="383838"/>
                </a:solidFill>
                <a:latin typeface="Bookman Old Style"/>
                <a:cs typeface="Bookman Old Style"/>
              </a:rPr>
              <a:t>source</a:t>
            </a:r>
            <a:endParaRPr sz="14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70873" y="5158084"/>
            <a:ext cx="1430020" cy="381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510"/>
              </a:lnSpc>
              <a:spcBef>
                <a:spcPts val="114"/>
              </a:spcBef>
            </a:pPr>
            <a:r>
              <a:rPr sz="1350" b="0" spc="-55" dirty="0">
                <a:latin typeface="Bookman Old Style"/>
                <a:cs typeface="Bookman Old Style"/>
              </a:rPr>
              <a:t>Upo</a:t>
            </a:r>
            <a:r>
              <a:rPr sz="1350" b="0" spc="-204" dirty="0">
                <a:latin typeface="Bookman Old Style"/>
                <a:cs typeface="Bookman Old Style"/>
              </a:rPr>
              <a:t> </a:t>
            </a:r>
            <a:r>
              <a:rPr sz="1350" b="0" spc="-215" dirty="0">
                <a:solidFill>
                  <a:srgbClr val="383838"/>
                </a:solidFill>
                <a:latin typeface="Bookman Old Style"/>
                <a:cs typeface="Bookman Old Style"/>
              </a:rPr>
              <a:t>n</a:t>
            </a:r>
            <a:r>
              <a:rPr sz="1350" b="0" spc="95" dirty="0">
                <a:solidFill>
                  <a:srgbClr val="383838"/>
                </a:solidFill>
                <a:latin typeface="Bookman Old Style"/>
                <a:cs typeface="Bookman Old Style"/>
              </a:rPr>
              <a:t> </a:t>
            </a:r>
            <a:r>
              <a:rPr sz="1350" b="0" spc="-95" dirty="0">
                <a:latin typeface="Bookman Old Style"/>
                <a:cs typeface="Bookman Old Style"/>
              </a:rPr>
              <a:t>comg•1ctiori</a:t>
            </a:r>
            <a:endParaRPr sz="1350">
              <a:latin typeface="Bookman Old Style"/>
              <a:cs typeface="Bookman Old Style"/>
            </a:endParaRPr>
          </a:p>
          <a:p>
            <a:pPr marL="12700">
              <a:lnSpc>
                <a:spcPts val="1270"/>
              </a:lnSpc>
            </a:pPr>
            <a:r>
              <a:rPr sz="1150" b="0" dirty="0">
                <a:latin typeface="Bookman Old Style"/>
                <a:cs typeface="Bookman Old Style"/>
              </a:rPr>
              <a:t>of</a:t>
            </a:r>
            <a:r>
              <a:rPr sz="1150" b="0" spc="150" dirty="0">
                <a:latin typeface="Bookman Old Style"/>
                <a:cs typeface="Bookman Old Style"/>
              </a:rPr>
              <a:t> </a:t>
            </a:r>
            <a:r>
              <a:rPr sz="1150" b="0" dirty="0">
                <a:solidFill>
                  <a:srgbClr val="343434"/>
                </a:solidFill>
                <a:latin typeface="Bookman Old Style"/>
                <a:cs typeface="Bookman Old Style"/>
              </a:rPr>
              <a:t>t</a:t>
            </a:r>
            <a:r>
              <a:rPr sz="1150" b="0" spc="-110" dirty="0">
                <a:solidFill>
                  <a:srgbClr val="343434"/>
                </a:solidFill>
                <a:latin typeface="Bookman Old Style"/>
                <a:cs typeface="Bookman Old Style"/>
              </a:rPr>
              <a:t> </a:t>
            </a:r>
            <a:r>
              <a:rPr sz="1150" b="0" spc="40" dirty="0">
                <a:solidFill>
                  <a:srgbClr val="2A2A2A"/>
                </a:solidFill>
                <a:latin typeface="Bookman Old Style"/>
                <a:cs typeface="Bookman Old Style"/>
              </a:rPr>
              <a:t>ask</a:t>
            </a:r>
            <a:endParaRPr sz="115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648" y="6554390"/>
            <a:ext cx="8608695" cy="0"/>
          </a:xfrm>
          <a:custGeom>
            <a:avLst/>
            <a:gdLst/>
            <a:ahLst/>
            <a:cxnLst/>
            <a:rect l="l" t="t" r="r" b="b"/>
            <a:pathLst>
              <a:path w="8608695">
                <a:moveTo>
                  <a:pt x="0" y="0"/>
                </a:moveTo>
                <a:lnTo>
                  <a:pt x="8608222" y="0"/>
                </a:lnTo>
              </a:path>
            </a:pathLst>
          </a:custGeom>
          <a:ln w="35718">
            <a:solidFill>
              <a:srgbClr val="2D2D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209" y="6605438"/>
            <a:ext cx="255079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150" dirty="0">
                <a:latin typeface="Trebuchet MS"/>
                <a:cs typeface="Trebuchet MS"/>
              </a:rPr>
              <a:t>Figure</a:t>
            </a:r>
            <a:r>
              <a:rPr sz="1200" spc="70" dirty="0">
                <a:latin typeface="Trebuchet MS"/>
                <a:cs typeface="Trebuchet MS"/>
              </a:rPr>
              <a:t> </a:t>
            </a:r>
            <a:r>
              <a:rPr sz="1200" spc="175" dirty="0">
                <a:solidFill>
                  <a:srgbClr val="525252"/>
                </a:solidFill>
                <a:latin typeface="Trebuchet MS"/>
                <a:cs typeface="Trebuchet MS"/>
              </a:rPr>
              <a:t>1</a:t>
            </a:r>
            <a:r>
              <a:rPr sz="1200" spc="-105" dirty="0">
                <a:solidFill>
                  <a:srgbClr val="525252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4F4F4F"/>
                </a:solidFill>
                <a:latin typeface="Trebuchet MS"/>
                <a:cs typeface="Trebuchet MS"/>
              </a:rPr>
              <a:t>:</a:t>
            </a:r>
            <a:r>
              <a:rPr sz="1200" spc="190" dirty="0">
                <a:solidFill>
                  <a:srgbClr val="4F4F4F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latin typeface="Trebuchet MS"/>
                <a:cs typeface="Trebuchet MS"/>
              </a:rPr>
              <a:t>Tbs</a:t>
            </a:r>
            <a:r>
              <a:rPr sz="1200" spc="-185" dirty="0"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444444"/>
                </a:solidFill>
                <a:latin typeface="Trebuchet MS"/>
                <a:cs typeface="Trebuchet MS"/>
              </a:rPr>
              <a:t>e</a:t>
            </a:r>
            <a:r>
              <a:rPr sz="1200" spc="185" dirty="0">
                <a:solidFill>
                  <a:srgbClr val="444444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181818"/>
                </a:solidFill>
                <a:latin typeface="Trebuchet MS"/>
                <a:cs typeface="Trebuchet MS"/>
              </a:rPr>
              <a:t>A</a:t>
            </a:r>
            <a:r>
              <a:rPr sz="1200" spc="-110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200" spc="114" dirty="0">
                <a:solidFill>
                  <a:srgbClr val="181818"/>
                </a:solidFill>
                <a:latin typeface="Trebuchet MS"/>
                <a:cs typeface="Trebuchet MS"/>
              </a:rPr>
              <a:t>gent</a:t>
            </a:r>
            <a:r>
              <a:rPr sz="1200" spc="195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161616"/>
                </a:solidFill>
                <a:latin typeface="Trebuchet MS"/>
                <a:cs typeface="Trebuchet MS"/>
              </a:rPr>
              <a:t>Li£ec</a:t>
            </a:r>
            <a:r>
              <a:rPr sz="1200" spc="-135" dirty="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565656"/>
                </a:solidFill>
                <a:latin typeface="Trebuchet MS"/>
                <a:cs typeface="Trebuchet MS"/>
              </a:rPr>
              <a:t>ycl</a:t>
            </a:r>
            <a:r>
              <a:rPr sz="1200" spc="-215" dirty="0">
                <a:solidFill>
                  <a:srgbClr val="565656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2F2F2F"/>
                </a:solidFill>
                <a:latin typeface="Trebuchet MS"/>
                <a:cs typeface="Trebuchet MS"/>
              </a:rPr>
              <a:t>e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684" rIns="0" bIns="0" rtlCol="0">
            <a:spAutoFit/>
          </a:bodyPr>
          <a:lstStyle/>
          <a:p>
            <a:pPr marL="762635">
              <a:lnSpc>
                <a:spcPct val="100000"/>
              </a:lnSpc>
              <a:spcBef>
                <a:spcPts val="120"/>
              </a:spcBef>
            </a:pPr>
            <a:r>
              <a:rPr sz="3150" dirty="0"/>
              <a:t>AGENT</a:t>
            </a:r>
            <a:r>
              <a:rPr sz="3150" spc="135" dirty="0"/>
              <a:t> </a:t>
            </a:r>
            <a:r>
              <a:rPr sz="3150" spc="-50" dirty="0"/>
              <a:t>OS</a:t>
            </a:r>
            <a:r>
              <a:rPr sz="3150" spc="-30" dirty="0"/>
              <a:t> </a:t>
            </a:r>
            <a:r>
              <a:rPr sz="3150" spc="-10" dirty="0"/>
              <a:t>REQUIREMENTS</a:t>
            </a:r>
            <a:endParaRPr sz="3150"/>
          </a:p>
        </p:txBody>
      </p:sp>
      <p:sp>
        <p:nvSpPr>
          <p:cNvPr id="4" name="object 4"/>
          <p:cNvSpPr txBox="1"/>
          <p:nvPr/>
        </p:nvSpPr>
        <p:spPr>
          <a:xfrm>
            <a:off x="804087" y="1625649"/>
            <a:ext cx="324421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0" spc="-20" dirty="0">
                <a:latin typeface="Bookman Old Style"/>
                <a:cs typeface="Bookman Old Style"/>
              </a:rPr>
              <a:t>Platform</a:t>
            </a:r>
            <a:r>
              <a:rPr sz="2400" b="0" spc="-130" dirty="0">
                <a:latin typeface="Bookman Old Style"/>
                <a:cs typeface="Bookman Old Style"/>
              </a:rPr>
              <a:t> </a:t>
            </a:r>
            <a:r>
              <a:rPr sz="2400" b="0" spc="-110" dirty="0">
                <a:latin typeface="Bookman Old Style"/>
                <a:cs typeface="Bookman Old Style"/>
              </a:rPr>
              <a:t>independence</a:t>
            </a:r>
            <a:endParaRPr sz="24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3188" y="2945506"/>
            <a:ext cx="3681729" cy="397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b="0" spc="-114" dirty="0">
                <a:latin typeface="Bookman Old Style"/>
                <a:cs typeface="Bookman Old Style"/>
              </a:rPr>
              <a:t>Dynamic</a:t>
            </a:r>
            <a:r>
              <a:rPr sz="2450" b="0" spc="-30" dirty="0">
                <a:latin typeface="Bookman Old Style"/>
                <a:cs typeface="Bookman Old Style"/>
              </a:rPr>
              <a:t> </a:t>
            </a:r>
            <a:r>
              <a:rPr sz="2450" b="0" spc="-100" dirty="0">
                <a:latin typeface="Bookman Old Style"/>
                <a:cs typeface="Bookman Old Style"/>
              </a:rPr>
              <a:t>agent</a:t>
            </a:r>
            <a:r>
              <a:rPr sz="2450" b="0" spc="-95" dirty="0">
                <a:latin typeface="Bookman Old Style"/>
                <a:cs typeface="Bookman Old Style"/>
              </a:rPr>
              <a:t> invocation</a:t>
            </a:r>
            <a:endParaRPr sz="245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4258" y="4271565"/>
            <a:ext cx="4953000" cy="397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b="0" spc="-45" dirty="0">
                <a:latin typeface="Bookman Old Style"/>
                <a:cs typeface="Bookman Old Style"/>
              </a:rPr>
              <a:t>Migration</a:t>
            </a:r>
            <a:r>
              <a:rPr sz="2450" b="0" spc="-155" dirty="0">
                <a:latin typeface="Bookman Old Style"/>
                <a:cs typeface="Bookman Old Style"/>
              </a:rPr>
              <a:t> </a:t>
            </a:r>
            <a:r>
              <a:rPr sz="2450" b="0" spc="-90" dirty="0">
                <a:latin typeface="Bookman Old Style"/>
                <a:cs typeface="Bookman Old Style"/>
              </a:rPr>
              <a:t>of</a:t>
            </a:r>
            <a:r>
              <a:rPr sz="2450" b="0" spc="-105" dirty="0">
                <a:latin typeface="Bookman Old Style"/>
                <a:cs typeface="Bookman Old Style"/>
              </a:rPr>
              <a:t> </a:t>
            </a:r>
            <a:r>
              <a:rPr sz="2450" b="0" spc="-100" dirty="0">
                <a:latin typeface="Bookman Old Style"/>
                <a:cs typeface="Bookman Old Style"/>
              </a:rPr>
              <a:t>agents</a:t>
            </a:r>
            <a:r>
              <a:rPr sz="2450" b="0" dirty="0">
                <a:latin typeface="Bookman Old Style"/>
                <a:cs typeface="Bookman Old Style"/>
              </a:rPr>
              <a:t> </a:t>
            </a:r>
            <a:r>
              <a:rPr sz="2450" b="0" spc="-180" dirty="0">
                <a:latin typeface="Bookman Old Style"/>
                <a:cs typeface="Bookman Old Style"/>
              </a:rPr>
              <a:t>and</a:t>
            </a:r>
            <a:r>
              <a:rPr sz="2450" b="0" spc="-80" dirty="0">
                <a:latin typeface="Bookman Old Style"/>
                <a:cs typeface="Bookman Old Style"/>
              </a:rPr>
              <a:t> </a:t>
            </a:r>
            <a:r>
              <a:rPr sz="2450" b="0" spc="-55" dirty="0">
                <a:latin typeface="Bookman Old Style"/>
                <a:cs typeface="Bookman Old Style"/>
              </a:rPr>
              <a:t>their</a:t>
            </a:r>
            <a:r>
              <a:rPr sz="2450" b="0" spc="-125" dirty="0">
                <a:latin typeface="Bookman Old Style"/>
                <a:cs typeface="Bookman Old Style"/>
              </a:rPr>
              <a:t> </a:t>
            </a:r>
            <a:r>
              <a:rPr sz="2450" b="0" spc="-20" dirty="0">
                <a:latin typeface="Bookman Old Style"/>
                <a:cs typeface="Bookman Old Style"/>
              </a:rPr>
              <a:t>state</a:t>
            </a:r>
            <a:endParaRPr sz="245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5358" y="5602089"/>
            <a:ext cx="3818890" cy="397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b="0" spc="-90" dirty="0">
                <a:latin typeface="Bookman Old Style"/>
                <a:cs typeface="Bookman Old Style"/>
              </a:rPr>
              <a:t>Inter-</a:t>
            </a:r>
            <a:r>
              <a:rPr sz="2450" b="0" spc="-35" dirty="0">
                <a:latin typeface="Bookman Old Style"/>
                <a:cs typeface="Bookman Old Style"/>
              </a:rPr>
              <a:t>agent</a:t>
            </a:r>
            <a:r>
              <a:rPr sz="2450" b="0" spc="-110" dirty="0">
                <a:latin typeface="Bookman Old Style"/>
                <a:cs typeface="Bookman Old Style"/>
              </a:rPr>
              <a:t> </a:t>
            </a:r>
            <a:r>
              <a:rPr sz="2450" b="0" spc="-155" dirty="0">
                <a:latin typeface="Bookman Old Style"/>
                <a:cs typeface="Bookman Old Style"/>
              </a:rPr>
              <a:t>communication</a:t>
            </a:r>
            <a:endParaRPr sz="2450">
              <a:latin typeface="Bookman Old Style"/>
              <a:cs typeface="Bookman Old Style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9593" y="5741789"/>
            <a:ext cx="500062" cy="2500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9203" rIns="0" bIns="0" rtlCol="0">
            <a:spAutoFit/>
          </a:bodyPr>
          <a:lstStyle/>
          <a:p>
            <a:pPr marL="840740" marR="5080" indent="1680210">
              <a:lnSpc>
                <a:spcPts val="3550"/>
              </a:lnSpc>
              <a:spcBef>
                <a:spcPts val="480"/>
              </a:spcBef>
            </a:pPr>
            <a:r>
              <a:rPr dirty="0"/>
              <a:t>AGENT</a:t>
            </a:r>
            <a:r>
              <a:rPr spc="114" dirty="0"/>
              <a:t> </a:t>
            </a:r>
            <a:r>
              <a:rPr spc="-25" dirty="0"/>
              <a:t>OS </a:t>
            </a:r>
            <a:r>
              <a:rPr spc="-10" dirty="0"/>
              <a:t>REQUIREMENTS(CONTD..)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730" y="2173088"/>
            <a:ext cx="3320415" cy="3048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z="2450" b="0" spc="-65" dirty="0">
                <a:latin typeface="Bookman Old Style"/>
                <a:cs typeface="Bookman Old Style"/>
              </a:rPr>
              <a:t>Agent</a:t>
            </a:r>
            <a:r>
              <a:rPr sz="2450" b="0" spc="-100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reuse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450">
              <a:latin typeface="Bookman Old Style"/>
              <a:cs typeface="Bookman Old Style"/>
            </a:endParaRPr>
          </a:p>
          <a:p>
            <a:pPr marL="20955">
              <a:lnSpc>
                <a:spcPct val="100000"/>
              </a:lnSpc>
            </a:pPr>
            <a:r>
              <a:rPr sz="2500" spc="90" dirty="0">
                <a:latin typeface="Times New Roman"/>
                <a:cs typeface="Times New Roman"/>
              </a:rPr>
              <a:t>Unique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spc="110" dirty="0">
                <a:latin typeface="Times New Roman"/>
                <a:cs typeface="Times New Roman"/>
              </a:rPr>
              <a:t>naming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spc="60" dirty="0">
                <a:latin typeface="Times New Roman"/>
                <a:cs typeface="Times New Roman"/>
              </a:rPr>
              <a:t>scheme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spc="90" dirty="0">
                <a:latin typeface="Times New Roman"/>
                <a:cs typeface="Times New Roman"/>
              </a:rPr>
              <a:t>Security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5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</a:pPr>
            <a:r>
              <a:rPr sz="2500" spc="110" dirty="0">
                <a:latin typeface="Times New Roman"/>
                <a:cs typeface="Times New Roman"/>
              </a:rPr>
              <a:t>Feature-</a:t>
            </a:r>
            <a:r>
              <a:rPr sz="2500" spc="85" dirty="0">
                <a:latin typeface="Times New Roman"/>
                <a:cs typeface="Times New Roman"/>
              </a:rPr>
              <a:t>rich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8933" y="3352799"/>
            <a:ext cx="621093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DESIGN</a:t>
            </a:r>
            <a:r>
              <a:rPr sz="4300" spc="-215" dirty="0"/>
              <a:t> </a:t>
            </a:r>
            <a:r>
              <a:rPr sz="4300" dirty="0"/>
              <a:t>OF</a:t>
            </a:r>
            <a:r>
              <a:rPr sz="4300" spc="-300" dirty="0"/>
              <a:t> </a:t>
            </a:r>
            <a:r>
              <a:rPr sz="4300" dirty="0"/>
              <a:t>AGENT</a:t>
            </a:r>
            <a:r>
              <a:rPr sz="4300" spc="-95" dirty="0"/>
              <a:t> </a:t>
            </a:r>
            <a:r>
              <a:rPr sz="4300" spc="-285" dirty="0"/>
              <a:t>OS</a:t>
            </a:r>
            <a:endParaRPr sz="4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804" y="1009054"/>
            <a:ext cx="8509991" cy="53131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332137" y="1910952"/>
            <a:ext cx="0" cy="3238500"/>
          </a:xfrm>
          <a:custGeom>
            <a:avLst/>
            <a:gdLst/>
            <a:ahLst/>
            <a:cxnLst/>
            <a:rect l="l" t="t" r="r" b="b"/>
            <a:pathLst>
              <a:path h="3238500">
                <a:moveTo>
                  <a:pt x="0" y="3238501"/>
                </a:moveTo>
                <a:lnTo>
                  <a:pt x="0" y="0"/>
                </a:lnTo>
              </a:path>
            </a:pathLst>
          </a:custGeom>
          <a:ln w="14882">
            <a:solidFill>
              <a:srgbClr val="676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54105" y="1910952"/>
            <a:ext cx="0" cy="3238500"/>
          </a:xfrm>
          <a:custGeom>
            <a:avLst/>
            <a:gdLst/>
            <a:ahLst/>
            <a:cxnLst/>
            <a:rect l="l" t="t" r="r" b="b"/>
            <a:pathLst>
              <a:path h="3238500">
                <a:moveTo>
                  <a:pt x="0" y="3238501"/>
                </a:moveTo>
                <a:lnTo>
                  <a:pt x="0" y="0"/>
                </a:lnTo>
              </a:path>
            </a:pathLst>
          </a:custGeom>
          <a:ln w="14882">
            <a:solidFill>
              <a:srgbClr val="676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24695" y="1918393"/>
            <a:ext cx="1819275" cy="0"/>
          </a:xfrm>
          <a:custGeom>
            <a:avLst/>
            <a:gdLst/>
            <a:ahLst/>
            <a:cxnLst/>
            <a:rect l="l" t="t" r="r" b="b"/>
            <a:pathLst>
              <a:path w="1819275">
                <a:moveTo>
                  <a:pt x="0" y="0"/>
                </a:moveTo>
                <a:lnTo>
                  <a:pt x="1818680" y="0"/>
                </a:lnTo>
              </a:path>
            </a:pathLst>
          </a:custGeom>
          <a:ln w="14882">
            <a:solidFill>
              <a:srgbClr val="676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324695" y="1910952"/>
            <a:ext cx="4337050" cy="3497579"/>
            <a:chOff x="2324695" y="1910952"/>
            <a:chExt cx="4337050" cy="3497579"/>
          </a:xfrm>
        </p:grpSpPr>
        <p:sp>
          <p:nvSpPr>
            <p:cNvPr id="8" name="object 8"/>
            <p:cNvSpPr/>
            <p:nvPr/>
          </p:nvSpPr>
          <p:spPr>
            <a:xfrm>
              <a:off x="2324695" y="5142012"/>
              <a:ext cx="4337050" cy="0"/>
            </a:xfrm>
            <a:custGeom>
              <a:avLst/>
              <a:gdLst/>
              <a:ahLst/>
              <a:cxnLst/>
              <a:rect l="l" t="t" r="r" b="b"/>
              <a:pathLst>
                <a:path w="4337050">
                  <a:moveTo>
                    <a:pt x="0" y="0"/>
                  </a:moveTo>
                  <a:lnTo>
                    <a:pt x="4336853" y="0"/>
                  </a:lnTo>
                </a:path>
              </a:pathLst>
            </a:custGeom>
            <a:ln w="14882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06168" y="1910952"/>
              <a:ext cx="0" cy="3238500"/>
            </a:xfrm>
            <a:custGeom>
              <a:avLst/>
              <a:gdLst/>
              <a:ahLst/>
              <a:cxnLst/>
              <a:rect l="l" t="t" r="r" b="b"/>
              <a:pathLst>
                <a:path h="3238500">
                  <a:moveTo>
                    <a:pt x="0" y="3238501"/>
                  </a:moveTo>
                  <a:lnTo>
                    <a:pt x="0" y="0"/>
                  </a:lnTo>
                </a:path>
              </a:pathLst>
            </a:custGeom>
            <a:ln w="14882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12753" y="4473773"/>
              <a:ext cx="0" cy="934719"/>
            </a:xfrm>
            <a:custGeom>
              <a:avLst/>
              <a:gdLst/>
              <a:ahLst/>
              <a:cxnLst/>
              <a:rect l="l" t="t" r="r" b="b"/>
              <a:pathLst>
                <a:path h="934720">
                  <a:moveTo>
                    <a:pt x="0" y="934641"/>
                  </a:moveTo>
                  <a:lnTo>
                    <a:pt x="0" y="0"/>
                  </a:lnTo>
                </a:path>
              </a:pathLst>
            </a:custGeom>
            <a:ln w="14882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564558" y="1134070"/>
            <a:ext cx="0" cy="1193800"/>
          </a:xfrm>
          <a:custGeom>
            <a:avLst/>
            <a:gdLst/>
            <a:ahLst/>
            <a:cxnLst/>
            <a:rect l="l" t="t" r="r" b="b"/>
            <a:pathLst>
              <a:path h="1193800">
                <a:moveTo>
                  <a:pt x="0" y="1193602"/>
                </a:moveTo>
                <a:lnTo>
                  <a:pt x="0" y="0"/>
                </a:lnTo>
              </a:path>
            </a:pathLst>
          </a:custGeom>
          <a:ln w="14882">
            <a:solidFill>
              <a:srgbClr val="6B6B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557116" y="1134070"/>
            <a:ext cx="2105025" cy="1193800"/>
            <a:chOff x="4557116" y="1134070"/>
            <a:chExt cx="2105025" cy="1193800"/>
          </a:xfrm>
        </p:grpSpPr>
        <p:sp>
          <p:nvSpPr>
            <p:cNvPr id="17" name="object 17"/>
            <p:cNvSpPr/>
            <p:nvPr/>
          </p:nvSpPr>
          <p:spPr>
            <a:xfrm>
              <a:off x="6654105" y="1134070"/>
              <a:ext cx="0" cy="1193800"/>
            </a:xfrm>
            <a:custGeom>
              <a:avLst/>
              <a:gdLst/>
              <a:ahLst/>
              <a:cxnLst/>
              <a:rect l="l" t="t" r="r" b="b"/>
              <a:pathLst>
                <a:path h="1193800">
                  <a:moveTo>
                    <a:pt x="0" y="1193602"/>
                  </a:moveTo>
                  <a:lnTo>
                    <a:pt x="0" y="0"/>
                  </a:lnTo>
                </a:path>
              </a:pathLst>
            </a:custGeom>
            <a:ln w="14882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57116" y="1141512"/>
              <a:ext cx="2105025" cy="0"/>
            </a:xfrm>
            <a:custGeom>
              <a:avLst/>
              <a:gdLst/>
              <a:ahLst/>
              <a:cxnLst/>
              <a:rect l="l" t="t" r="r" b="b"/>
              <a:pathLst>
                <a:path w="2105025">
                  <a:moveTo>
                    <a:pt x="0" y="0"/>
                  </a:moveTo>
                  <a:lnTo>
                    <a:pt x="2104430" y="0"/>
                  </a:lnTo>
                </a:path>
              </a:pathLst>
            </a:custGeom>
            <a:ln w="14882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57116" y="2320230"/>
              <a:ext cx="2105025" cy="0"/>
            </a:xfrm>
            <a:custGeom>
              <a:avLst/>
              <a:gdLst/>
              <a:ahLst/>
              <a:cxnLst/>
              <a:rect l="l" t="t" r="r" b="b"/>
              <a:pathLst>
                <a:path w="2105025">
                  <a:moveTo>
                    <a:pt x="0" y="0"/>
                  </a:moveTo>
                  <a:lnTo>
                    <a:pt x="2104430" y="0"/>
                  </a:lnTo>
                </a:path>
              </a:pathLst>
            </a:custGeom>
            <a:ln w="14882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8820" y="1343917"/>
              <a:ext cx="433089" cy="147339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0292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90"/>
              </a:spcBef>
            </a:pPr>
            <a:r>
              <a:rPr sz="2400" b="0" dirty="0">
                <a:latin typeface="Times New Roman"/>
                <a:cs typeface="Times New Roman"/>
              </a:rPr>
              <a:t>ÑYSiTEM</a:t>
            </a:r>
            <a:r>
              <a:rPr sz="2400" b="0" spc="135" dirty="0">
                <a:latin typeface="Times New Roman"/>
                <a:cs typeface="Times New Roman"/>
              </a:rPr>
              <a:t>  </a:t>
            </a:r>
            <a:r>
              <a:rPr sz="2400" b="0" spc="190" dirty="0">
                <a:latin typeface="Times New Roman"/>
                <a:cs typeface="Times New Roman"/>
              </a:rPr>
              <a:t>fONfPONENTSi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37192" y="1470867"/>
            <a:ext cx="1519555" cy="6978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200" spc="-10" dirty="0">
                <a:solidFill>
                  <a:srgbClr val="2D2D2D"/>
                </a:solidFill>
                <a:latin typeface="Arial"/>
                <a:cs typeface="Arial"/>
              </a:rPr>
              <a:t>Module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20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</a:pPr>
            <a:r>
              <a:rPr sz="1350" spc="-10" dirty="0">
                <a:solidFill>
                  <a:srgbClr val="282828"/>
                </a:solidFill>
                <a:latin typeface="Trebuchet MS"/>
                <a:cs typeface="Trebuchet MS"/>
              </a:rPr>
              <a:t>AgmtPaclœgc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70634" y="3974900"/>
            <a:ext cx="46545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350" spc="-10" dirty="0">
                <a:solidFill>
                  <a:srgbClr val="1C1C1C"/>
                </a:solidFill>
                <a:latin typeface="Arial"/>
                <a:cs typeface="Arial"/>
              </a:rPr>
              <a:t>Event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43615" y="3964235"/>
            <a:ext cx="1083310" cy="241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spc="-30" dirty="0">
                <a:solidFill>
                  <a:srgbClr val="2F2F2F"/>
                </a:solidFill>
                <a:latin typeface="Arial"/>
                <a:cs typeface="Arial"/>
              </a:rPr>
              <a:t>Agent</a:t>
            </a:r>
            <a:r>
              <a:rPr sz="1400" spc="-6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333333"/>
                </a:solidFill>
                <a:latin typeface="Arial"/>
                <a:cs typeface="Arial"/>
              </a:rPr>
              <a:t>Conie›a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05312" y="4473773"/>
            <a:ext cx="2408555" cy="934719"/>
            <a:chOff x="4405312" y="4473773"/>
            <a:chExt cx="2408555" cy="934719"/>
          </a:xfrm>
        </p:grpSpPr>
        <p:sp>
          <p:nvSpPr>
            <p:cNvPr id="12" name="object 12"/>
            <p:cNvSpPr/>
            <p:nvPr/>
          </p:nvSpPr>
          <p:spPr>
            <a:xfrm>
              <a:off x="6805910" y="4473773"/>
              <a:ext cx="0" cy="934719"/>
            </a:xfrm>
            <a:custGeom>
              <a:avLst/>
              <a:gdLst/>
              <a:ahLst/>
              <a:cxnLst/>
              <a:rect l="l" t="t" r="r" b="b"/>
              <a:pathLst>
                <a:path h="934720">
                  <a:moveTo>
                    <a:pt x="0" y="934641"/>
                  </a:moveTo>
                  <a:lnTo>
                    <a:pt x="0" y="0"/>
                  </a:lnTo>
                </a:path>
              </a:pathLst>
            </a:custGeom>
            <a:ln w="14882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05312" y="4481214"/>
              <a:ext cx="2408555" cy="0"/>
            </a:xfrm>
            <a:custGeom>
              <a:avLst/>
              <a:gdLst/>
              <a:ahLst/>
              <a:cxnLst/>
              <a:rect l="l" t="t" r="r" b="b"/>
              <a:pathLst>
                <a:path w="2408554">
                  <a:moveTo>
                    <a:pt x="0" y="0"/>
                  </a:moveTo>
                  <a:lnTo>
                    <a:pt x="2408040" y="0"/>
                  </a:lnTo>
                </a:path>
              </a:pathLst>
            </a:custGeom>
            <a:ln w="14882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05312" y="5400972"/>
              <a:ext cx="2408555" cy="0"/>
            </a:xfrm>
            <a:custGeom>
              <a:avLst/>
              <a:gdLst/>
              <a:ahLst/>
              <a:cxnLst/>
              <a:rect l="l" t="t" r="r" b="b"/>
              <a:pathLst>
                <a:path w="2408554">
                  <a:moveTo>
                    <a:pt x="0" y="0"/>
                  </a:moveTo>
                  <a:lnTo>
                    <a:pt x="2408040" y="0"/>
                  </a:lnTo>
                </a:path>
              </a:pathLst>
            </a:custGeom>
            <a:ln w="14882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07520" y="5544740"/>
            <a:ext cx="2445385" cy="61404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229"/>
              </a:spcBef>
            </a:pPr>
            <a:r>
              <a:rPr sz="1250" dirty="0">
                <a:solidFill>
                  <a:srgbClr val="161616"/>
                </a:solidFill>
                <a:latin typeface="Arial"/>
                <a:cs typeface="Arial"/>
              </a:rPr>
              <a:t>AgentContext</a:t>
            </a:r>
            <a:r>
              <a:rPr sz="1250" spc="28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250" spc="-60" dirty="0">
                <a:solidFill>
                  <a:srgbClr val="545454"/>
                </a:solidFill>
                <a:latin typeface="Arial"/>
                <a:cs typeface="Arial"/>
              </a:rPr>
              <a:t>-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1</a:t>
            </a:r>
            <a:r>
              <a:rPr sz="1250" spc="1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75757"/>
                </a:solidFill>
                <a:latin typeface="Arial"/>
                <a:cs typeface="Arial"/>
              </a:rPr>
              <a:t>per</a:t>
            </a:r>
            <a:r>
              <a:rPr sz="1250" spc="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D5D5D"/>
                </a:solidFill>
                <a:latin typeface="Arial"/>
                <a:cs typeface="Arial"/>
              </a:rPr>
              <a:t>Agent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375"/>
              </a:lnSpc>
              <a:spcBef>
                <a:spcPts val="130"/>
              </a:spcBef>
            </a:pPr>
            <a:r>
              <a:rPr sz="1200" dirty="0">
                <a:solidFill>
                  <a:srgbClr val="4D4D4D"/>
                </a:solidFill>
                <a:latin typeface="Arial"/>
                <a:cs typeface="Arial"/>
              </a:rPr>
              <a:t>Senric</a:t>
            </a:r>
            <a:r>
              <a:rPr sz="1200" spc="-11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e</a:t>
            </a:r>
            <a:r>
              <a:rPr sz="1200" spc="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828"/>
                </a:solidFill>
                <a:latin typeface="Arial"/>
                <a:cs typeface="Arial"/>
              </a:rPr>
              <a:t>provider</a:t>
            </a:r>
            <a:r>
              <a:rPr sz="1200" spc="17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F3F3F"/>
                </a:solidFill>
                <a:latin typeface="Arial"/>
                <a:cs typeface="Arial"/>
              </a:rPr>
              <a:t>1•per</a:t>
            </a:r>
            <a:r>
              <a:rPr sz="1200" spc="2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F1F1F"/>
                </a:solidFill>
                <a:latin typeface="Arial"/>
                <a:cs typeface="Arial"/>
              </a:rPr>
              <a:t>servir</a:t>
            </a:r>
            <a:r>
              <a:rPr sz="1200" spc="-5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A3A3A"/>
                </a:solidFill>
                <a:latin typeface="Arial"/>
                <a:cs typeface="Arial"/>
              </a:rPr>
              <a:t>e</a:t>
            </a:r>
            <a:r>
              <a:rPr sz="1200" spc="150" dirty="0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43434"/>
                </a:solidFill>
                <a:latin typeface="Arial"/>
                <a:cs typeface="Arial"/>
              </a:rPr>
              <a:t>per</a:t>
            </a:r>
            <a:endParaRPr sz="1200">
              <a:latin typeface="Arial"/>
              <a:cs typeface="Arial"/>
            </a:endParaRPr>
          </a:p>
          <a:p>
            <a:pPr marL="218440">
              <a:lnSpc>
                <a:spcPts val="1495"/>
              </a:lnSpc>
            </a:pPr>
            <a:r>
              <a:rPr sz="1300" spc="-25" dirty="0">
                <a:solidFill>
                  <a:srgbClr val="444444"/>
                </a:solidFill>
                <a:latin typeface="Arial"/>
                <a:cs typeface="Arial"/>
              </a:rPr>
              <a:t>en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68851" y="5715198"/>
            <a:ext cx="537845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10" dirty="0">
                <a:solidFill>
                  <a:srgbClr val="1A1A1A"/>
                </a:solidFill>
                <a:latin typeface="Arial"/>
                <a:cs typeface="Arial"/>
              </a:rPr>
              <a:t>Agents</a:t>
            </a:r>
            <a:endParaRPr sz="12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3273" y="6558855"/>
            <a:ext cx="7715250" cy="0"/>
          </a:xfrm>
          <a:custGeom>
            <a:avLst/>
            <a:gdLst/>
            <a:ahLst/>
            <a:cxnLst/>
            <a:rect l="l" t="t" r="r" b="b"/>
            <a:pathLst>
              <a:path w="7715250">
                <a:moveTo>
                  <a:pt x="0" y="0"/>
                </a:moveTo>
                <a:lnTo>
                  <a:pt x="7715253" y="0"/>
                </a:lnTo>
              </a:path>
            </a:pathLst>
          </a:custGeom>
          <a:ln w="26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19298" y="6609903"/>
            <a:ext cx="428180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10" dirty="0">
                <a:solidFill>
                  <a:srgbClr val="1A1A1A"/>
                </a:solidFill>
                <a:latin typeface="Arial"/>
                <a:cs typeface="Arial"/>
              </a:rPr>
              <a:t>Figure</a:t>
            </a:r>
            <a:r>
              <a:rPr sz="1200" spc="204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181818"/>
                </a:solidFill>
                <a:latin typeface="Arial"/>
                <a:cs typeface="Arial"/>
              </a:rPr>
              <a:t>2</a:t>
            </a:r>
            <a:r>
              <a:rPr sz="1200" spc="120" dirty="0">
                <a:solidFill>
                  <a:srgbClr val="181818"/>
                </a:solidFill>
                <a:latin typeface="Arial"/>
                <a:cs typeface="Arial"/>
              </a:rPr>
              <a:t>  </a:t>
            </a:r>
            <a:r>
              <a:rPr sz="1200" spc="10" dirty="0">
                <a:solidFill>
                  <a:srgbClr val="0E0E0E"/>
                </a:solidFill>
                <a:latin typeface="Arial"/>
                <a:cs typeface="Arial"/>
              </a:rPr>
              <a:t>Structural</a:t>
            </a:r>
            <a:r>
              <a:rPr sz="1200" spc="19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96969"/>
                </a:solidFill>
                <a:latin typeface="Arial"/>
                <a:cs typeface="Arial"/>
              </a:rPr>
              <a:t>O«er¥j6w</a:t>
            </a:r>
            <a:r>
              <a:rPr sz="1200" spc="28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707070"/>
                </a:solidFill>
                <a:latin typeface="Arial"/>
                <a:cs typeface="Arial"/>
              </a:rPr>
              <a:t>of</a:t>
            </a:r>
            <a:r>
              <a:rPr sz="1200" spc="114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sz="1200" spc="1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4F4F4F"/>
                </a:solidFill>
                <a:latin typeface="Arial"/>
                <a:cs typeface="Arial"/>
              </a:rPr>
              <a:t>Ager‹tOS</a:t>
            </a:r>
            <a:r>
              <a:rPr sz="1200" spc="28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282828"/>
                </a:solidFill>
                <a:latin typeface="Arial"/>
                <a:cs typeface="Arial"/>
              </a:rPr>
              <a:t>Architect</a:t>
            </a:r>
            <a:r>
              <a:rPr sz="1200" spc="-6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F2F2F"/>
                </a:solidFill>
                <a:latin typeface="Arial"/>
                <a:cs typeface="Arial"/>
              </a:rPr>
              <a:t>ura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4146" rIns="0" bIns="0" rtlCol="0">
            <a:spAutoFit/>
          </a:bodyPr>
          <a:lstStyle/>
          <a:p>
            <a:pPr marL="984250">
              <a:lnSpc>
                <a:spcPct val="100000"/>
              </a:lnSpc>
              <a:spcBef>
                <a:spcPts val="135"/>
              </a:spcBef>
            </a:pPr>
            <a:r>
              <a:rPr sz="2600" dirty="0"/>
              <a:t>SYSTEM</a:t>
            </a:r>
            <a:r>
              <a:rPr sz="2600" spc="395" dirty="0"/>
              <a:t> </a:t>
            </a:r>
            <a:r>
              <a:rPr sz="2600" spc="-10" dirty="0"/>
              <a:t>LIOMPONENTS(CONTD..)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918343" y="2280244"/>
            <a:ext cx="6442710" cy="4297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b="0" spc="-10" dirty="0">
                <a:latin typeface="Bookman Old Style"/>
                <a:cs typeface="Bookman Old Style"/>
              </a:rPr>
              <a:t>Kernel</a:t>
            </a:r>
            <a:endParaRPr sz="2450">
              <a:latin typeface="Bookman Old Style"/>
              <a:cs typeface="Bookman Old Style"/>
            </a:endParaRPr>
          </a:p>
          <a:p>
            <a:pPr marL="372745" marR="1710689" indent="9525">
              <a:lnSpc>
                <a:spcPct val="172300"/>
              </a:lnSpc>
              <a:spcBef>
                <a:spcPts val="110"/>
              </a:spcBef>
            </a:pPr>
            <a:r>
              <a:rPr sz="2050" b="0" dirty="0">
                <a:latin typeface="Bookman Old Style"/>
                <a:cs typeface="Bookman Old Style"/>
              </a:rPr>
              <a:t>Provides</a:t>
            </a:r>
            <a:r>
              <a:rPr sz="2050" b="0" spc="-75" dirty="0">
                <a:latin typeface="Bookman Old Style"/>
                <a:cs typeface="Bookman Old Style"/>
              </a:rPr>
              <a:t> </a:t>
            </a:r>
            <a:r>
              <a:rPr sz="2050" b="0" spc="-85" dirty="0">
                <a:latin typeface="Bookman Old Style"/>
                <a:cs typeface="Bookman Old Style"/>
              </a:rPr>
              <a:t>access</a:t>
            </a:r>
            <a:r>
              <a:rPr sz="2050" b="0" spc="-80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to</a:t>
            </a:r>
            <a:r>
              <a:rPr sz="2050" b="0" spc="-160" dirty="0">
                <a:latin typeface="Bookman Old Style"/>
                <a:cs typeface="Bookman Old Style"/>
              </a:rPr>
              <a:t> </a:t>
            </a:r>
            <a:r>
              <a:rPr sz="2050" b="0" spc="-35" dirty="0">
                <a:latin typeface="Bookman Old Style"/>
                <a:cs typeface="Bookman Old Style"/>
              </a:rPr>
              <a:t>system</a:t>
            </a:r>
            <a:r>
              <a:rPr sz="2050" b="0" spc="-45" dirty="0">
                <a:latin typeface="Bookman Old Style"/>
                <a:cs typeface="Bookman Old Style"/>
              </a:rPr>
              <a:t> </a:t>
            </a:r>
            <a:r>
              <a:rPr sz="2050" b="0" spc="-10" dirty="0">
                <a:latin typeface="Bookman Old Style"/>
                <a:cs typeface="Bookman Old Style"/>
              </a:rPr>
              <a:t>services </a:t>
            </a:r>
            <a:r>
              <a:rPr sz="2100" b="0" spc="-40" dirty="0">
                <a:latin typeface="Bookman Old Style"/>
                <a:cs typeface="Bookman Old Style"/>
              </a:rPr>
              <a:t>Monitoring</a:t>
            </a:r>
            <a:r>
              <a:rPr sz="2100" b="0" spc="-35" dirty="0">
                <a:latin typeface="Bookman Old Style"/>
                <a:cs typeface="Bookman Old Style"/>
              </a:rPr>
              <a:t> </a:t>
            </a:r>
            <a:r>
              <a:rPr sz="2100" b="0" spc="-335" dirty="0">
                <a:latin typeface="Bookman Old Style"/>
                <a:cs typeface="Bookman Old Style"/>
              </a:rPr>
              <a:t>n/w</a:t>
            </a:r>
            <a:r>
              <a:rPr sz="2100" b="0" spc="55" dirty="0">
                <a:latin typeface="Bookman Old Style"/>
                <a:cs typeface="Bookman Old Style"/>
              </a:rPr>
              <a:t> </a:t>
            </a:r>
            <a:r>
              <a:rPr sz="2100" b="0" spc="-10" dirty="0">
                <a:latin typeface="Bookman Old Style"/>
                <a:cs typeface="Bookman Old Style"/>
              </a:rPr>
              <a:t>connection </a:t>
            </a:r>
            <a:r>
              <a:rPr sz="2050" b="0" spc="-10" dirty="0">
                <a:latin typeface="Bookman Old Style"/>
                <a:cs typeface="Bookman Old Style"/>
              </a:rPr>
              <a:t>Implement</a:t>
            </a:r>
            <a:r>
              <a:rPr sz="2050" b="0" spc="-140" dirty="0">
                <a:latin typeface="Bookman Old Style"/>
                <a:cs typeface="Bookman Old Style"/>
              </a:rPr>
              <a:t> </a:t>
            </a:r>
            <a:r>
              <a:rPr sz="2050" b="0" spc="-60" dirty="0">
                <a:latin typeface="Bookman Old Style"/>
                <a:cs typeface="Bookman Old Style"/>
              </a:rPr>
              <a:t>communication</a:t>
            </a:r>
            <a:r>
              <a:rPr sz="2050" b="0" spc="-15" dirty="0">
                <a:latin typeface="Bookman Old Style"/>
                <a:cs typeface="Bookman Old Style"/>
              </a:rPr>
              <a:t> </a:t>
            </a:r>
            <a:r>
              <a:rPr sz="2050" b="0" spc="-55" dirty="0">
                <a:latin typeface="Bookman Old Style"/>
                <a:cs typeface="Bookman Old Style"/>
              </a:rPr>
              <a:t>protocol</a:t>
            </a:r>
            <a:endParaRPr sz="20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</a:pPr>
            <a:endParaRPr sz="20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2050">
              <a:latin typeface="Bookman Old Style"/>
              <a:cs typeface="Bookman Old Style"/>
            </a:endParaRPr>
          </a:p>
          <a:p>
            <a:pPr marL="99060">
              <a:lnSpc>
                <a:spcPct val="100000"/>
              </a:lnSpc>
            </a:pPr>
            <a:r>
              <a:rPr sz="2450" b="0" spc="-70" dirty="0">
                <a:latin typeface="Bookman Old Style"/>
                <a:cs typeface="Bookman Old Style"/>
              </a:rPr>
              <a:t>Service </a:t>
            </a:r>
            <a:r>
              <a:rPr sz="2450" b="0" spc="-20" dirty="0">
                <a:latin typeface="Bookman Old Style"/>
                <a:cs typeface="Bookman Old Style"/>
              </a:rPr>
              <a:t>Enum</a:t>
            </a:r>
            <a:endParaRPr sz="2450">
              <a:latin typeface="Bookman Old Style"/>
              <a:cs typeface="Bookman Old Style"/>
            </a:endParaRPr>
          </a:p>
          <a:p>
            <a:pPr marL="381635">
              <a:lnSpc>
                <a:spcPct val="100000"/>
              </a:lnSpc>
              <a:spcBef>
                <a:spcPts val="1755"/>
              </a:spcBef>
            </a:pPr>
            <a:r>
              <a:rPr sz="2150" b="0" dirty="0">
                <a:latin typeface="Bookman Old Style"/>
                <a:cs typeface="Bookman Old Style"/>
              </a:rPr>
              <a:t>Part</a:t>
            </a:r>
            <a:r>
              <a:rPr sz="2150" b="0" spc="-175" dirty="0">
                <a:latin typeface="Bookman Old Style"/>
                <a:cs typeface="Bookman Old Style"/>
              </a:rPr>
              <a:t> </a:t>
            </a:r>
            <a:r>
              <a:rPr sz="2150" b="0" spc="-135" dirty="0">
                <a:latin typeface="Bookman Old Style"/>
                <a:cs typeface="Bookman Old Style"/>
              </a:rPr>
              <a:t>of</a:t>
            </a:r>
            <a:r>
              <a:rPr sz="2150" b="0" spc="-35" dirty="0">
                <a:latin typeface="Bookman Old Style"/>
                <a:cs typeface="Bookman Old Style"/>
              </a:rPr>
              <a:t> </a:t>
            </a:r>
            <a:r>
              <a:rPr sz="2150" b="0" spc="-70" dirty="0">
                <a:latin typeface="Bookman Old Style"/>
                <a:cs typeface="Bookman Old Style"/>
              </a:rPr>
              <a:t>kernel</a:t>
            </a:r>
            <a:r>
              <a:rPr sz="2150" b="0" spc="-60" dirty="0">
                <a:latin typeface="Bookman Old Style"/>
                <a:cs typeface="Bookman Old Style"/>
              </a:rPr>
              <a:t> </a:t>
            </a:r>
            <a:r>
              <a:rPr sz="2150" b="0" spc="-35" dirty="0">
                <a:latin typeface="Bookman Old Style"/>
                <a:cs typeface="Bookman Old Style"/>
              </a:rPr>
              <a:t>subsystem</a:t>
            </a:r>
            <a:endParaRPr sz="2150">
              <a:latin typeface="Bookman Old Style"/>
              <a:cs typeface="Bookman Old Style"/>
            </a:endParaRPr>
          </a:p>
          <a:p>
            <a:pPr marL="372110">
              <a:lnSpc>
                <a:spcPct val="100000"/>
              </a:lnSpc>
              <a:spcBef>
                <a:spcPts val="1705"/>
              </a:spcBef>
            </a:pPr>
            <a:r>
              <a:rPr sz="2150" b="0" spc="-85" dirty="0">
                <a:latin typeface="Bookman Old Style"/>
                <a:cs typeface="Bookman Old Style"/>
              </a:rPr>
              <a:t>Manages</a:t>
            </a:r>
            <a:r>
              <a:rPr sz="2150" b="0" spc="-90" dirty="0">
                <a:latin typeface="Bookman Old Style"/>
                <a:cs typeface="Bookman Old Style"/>
              </a:rPr>
              <a:t> </a:t>
            </a:r>
            <a:r>
              <a:rPr sz="2150" b="0" spc="-245" dirty="0">
                <a:latin typeface="Bookman Old Style"/>
                <a:cs typeface="Bookman Old Style"/>
              </a:rPr>
              <a:t>a</a:t>
            </a:r>
            <a:r>
              <a:rPr sz="2150" b="0" dirty="0">
                <a:latin typeface="Bookman Old Style"/>
                <a:cs typeface="Bookman Old Style"/>
              </a:rPr>
              <a:t> </a:t>
            </a:r>
            <a:r>
              <a:rPr sz="2150" b="0" spc="-30" dirty="0">
                <a:latin typeface="Bookman Old Style"/>
                <a:cs typeface="Bookman Old Style"/>
              </a:rPr>
              <a:t>list</a:t>
            </a:r>
            <a:r>
              <a:rPr sz="2150" b="0" spc="-140" dirty="0">
                <a:latin typeface="Bookman Old Style"/>
                <a:cs typeface="Bookman Old Style"/>
              </a:rPr>
              <a:t> </a:t>
            </a:r>
            <a:r>
              <a:rPr sz="2150" b="0" spc="-45" dirty="0">
                <a:latin typeface="Bookman Old Style"/>
                <a:cs typeface="Bookman Old Style"/>
              </a:rPr>
              <a:t>of</a:t>
            </a:r>
            <a:r>
              <a:rPr sz="2150" b="0" spc="-65" dirty="0">
                <a:latin typeface="Bookman Old Style"/>
                <a:cs typeface="Bookman Old Style"/>
              </a:rPr>
              <a:t> </a:t>
            </a:r>
            <a:r>
              <a:rPr sz="2150" b="0" spc="-120" dirty="0">
                <a:latin typeface="Bookman Old Style"/>
                <a:cs typeface="Bookman Old Style"/>
              </a:rPr>
              <a:t>standard</a:t>
            </a:r>
            <a:r>
              <a:rPr sz="2150" b="0" spc="25" dirty="0">
                <a:latin typeface="Bookman Old Style"/>
                <a:cs typeface="Bookman Old Style"/>
              </a:rPr>
              <a:t> </a:t>
            </a:r>
            <a:r>
              <a:rPr sz="2150" b="0" spc="-170" dirty="0">
                <a:latin typeface="Bookman Old Style"/>
                <a:cs typeface="Bookman Old Style"/>
              </a:rPr>
              <a:t>and</a:t>
            </a:r>
            <a:r>
              <a:rPr sz="2150" b="0" spc="-30" dirty="0">
                <a:latin typeface="Bookman Old Style"/>
                <a:cs typeface="Bookman Old Style"/>
              </a:rPr>
              <a:t> </a:t>
            </a:r>
            <a:r>
              <a:rPr sz="2150" b="0" spc="-90" dirty="0">
                <a:latin typeface="Bookman Old Style"/>
                <a:cs typeface="Bookman Old Style"/>
              </a:rPr>
              <a:t>extended</a:t>
            </a:r>
            <a:r>
              <a:rPr sz="2150" b="0" spc="-60" dirty="0">
                <a:latin typeface="Bookman Old Style"/>
                <a:cs typeface="Bookman Old Style"/>
              </a:rPr>
              <a:t> </a:t>
            </a:r>
            <a:r>
              <a:rPr sz="2150" b="0" spc="-50" dirty="0">
                <a:latin typeface="Bookman Old Style"/>
                <a:cs typeface="Bookman Old Style"/>
              </a:rPr>
              <a:t>services</a:t>
            </a:r>
            <a:endParaRPr sz="2150">
              <a:latin typeface="Bookman Old Style"/>
              <a:cs typeface="Bookman Old Style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9593" y="5741789"/>
            <a:ext cx="500062" cy="5000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5216" rIns="0" bIns="0" rtlCol="0">
            <a:spAutoFit/>
          </a:bodyPr>
          <a:lstStyle/>
          <a:p>
            <a:pPr marL="725805">
              <a:lnSpc>
                <a:spcPct val="100000"/>
              </a:lnSpc>
              <a:spcBef>
                <a:spcPts val="135"/>
              </a:spcBef>
            </a:pPr>
            <a:r>
              <a:rPr sz="2600" dirty="0"/>
              <a:t>SYSTEM</a:t>
            </a:r>
            <a:r>
              <a:rPr sz="2600" spc="375" dirty="0"/>
              <a:t> </a:t>
            </a:r>
            <a:r>
              <a:rPr sz="2600" spc="50" dirty="0"/>
              <a:t>COMPONENTS(CONTD..)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820365" y="1729333"/>
            <a:ext cx="6388100" cy="1500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0" spc="85" dirty="0">
                <a:latin typeface="Times New Roman"/>
                <a:cs typeface="Times New Roman"/>
              </a:rPr>
              <a:t>Event</a:t>
            </a:r>
            <a:r>
              <a:rPr sz="2500" spc="32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Pool</a:t>
            </a:r>
            <a:endParaRPr sz="2500">
              <a:latin typeface="Times New Roman"/>
              <a:cs typeface="Times New Roman"/>
            </a:endParaRPr>
          </a:p>
          <a:p>
            <a:pPr marL="363220" marR="5080" indent="7620">
              <a:lnSpc>
                <a:spcPct val="162500"/>
              </a:lnSpc>
              <a:spcBef>
                <a:spcPts val="45"/>
              </a:spcBef>
            </a:pPr>
            <a:r>
              <a:rPr sz="2200" b="0" spc="-195" dirty="0">
                <a:latin typeface="Bookman Old Style"/>
                <a:cs typeface="Bookman Old Style"/>
              </a:rPr>
              <a:t>Each</a:t>
            </a:r>
            <a:r>
              <a:rPr sz="2200" b="0" dirty="0">
                <a:latin typeface="Bookman Old Style"/>
                <a:cs typeface="Bookman Old Style"/>
              </a:rPr>
              <a:t> </a:t>
            </a:r>
            <a:r>
              <a:rPr sz="2200" b="0" spc="-114" dirty="0">
                <a:latin typeface="Bookman Old Style"/>
                <a:cs typeface="Bookman Old Style"/>
              </a:rPr>
              <a:t>AgentOS</a:t>
            </a:r>
            <a:r>
              <a:rPr sz="2200" b="0" spc="-60" dirty="0">
                <a:latin typeface="Bookman Old Style"/>
                <a:cs typeface="Bookman Old Style"/>
              </a:rPr>
              <a:t> </a:t>
            </a:r>
            <a:r>
              <a:rPr sz="2200" b="0" spc="-415" dirty="0">
                <a:latin typeface="Bookman Old Style"/>
                <a:cs typeface="Bookman Old Style"/>
              </a:rPr>
              <a:t>s/m</a:t>
            </a:r>
            <a:r>
              <a:rPr sz="2200" b="0" spc="-30" dirty="0">
                <a:latin typeface="Bookman Old Style"/>
                <a:cs typeface="Bookman Old Style"/>
              </a:rPr>
              <a:t> </a:t>
            </a:r>
            <a:r>
              <a:rPr sz="2200" b="0" spc="-150" dirty="0">
                <a:latin typeface="Bookman Old Style"/>
                <a:cs typeface="Bookman Old Style"/>
              </a:rPr>
              <a:t>contains</a:t>
            </a:r>
            <a:r>
              <a:rPr sz="2200" b="0" spc="-20" dirty="0">
                <a:latin typeface="Bookman Old Style"/>
                <a:cs typeface="Bookman Old Style"/>
              </a:rPr>
              <a:t> </a:t>
            </a:r>
            <a:r>
              <a:rPr sz="2200" b="0" spc="-254" dirty="0">
                <a:latin typeface="Bookman Old Style"/>
                <a:cs typeface="Bookman Old Style"/>
              </a:rPr>
              <a:t>a</a:t>
            </a:r>
            <a:r>
              <a:rPr sz="2200" b="0" dirty="0">
                <a:latin typeface="Bookman Old Style"/>
                <a:cs typeface="Bookman Old Style"/>
              </a:rPr>
              <a:t> </a:t>
            </a:r>
            <a:r>
              <a:rPr sz="2200" b="0" spc="-105" dirty="0">
                <a:latin typeface="Bookman Old Style"/>
                <a:cs typeface="Bookman Old Style"/>
              </a:rPr>
              <a:t>single</a:t>
            </a:r>
            <a:r>
              <a:rPr sz="2200" b="0" spc="-20" dirty="0">
                <a:latin typeface="Bookman Old Style"/>
                <a:cs typeface="Bookman Old Style"/>
              </a:rPr>
              <a:t> </a:t>
            </a:r>
            <a:r>
              <a:rPr sz="2200" b="0" spc="-100" dirty="0">
                <a:latin typeface="Bookman Old Style"/>
                <a:cs typeface="Bookman Old Style"/>
              </a:rPr>
              <a:t>event</a:t>
            </a:r>
            <a:r>
              <a:rPr sz="2200" b="0" spc="-15" dirty="0">
                <a:latin typeface="Bookman Old Style"/>
                <a:cs typeface="Bookman Old Style"/>
              </a:rPr>
              <a:t> </a:t>
            </a:r>
            <a:r>
              <a:rPr sz="2200" b="0" spc="-20" dirty="0">
                <a:latin typeface="Bookman Old Style"/>
                <a:cs typeface="Bookman Old Style"/>
              </a:rPr>
              <a:t>pool </a:t>
            </a:r>
            <a:r>
              <a:rPr sz="2200" b="0" spc="-95" dirty="0">
                <a:latin typeface="Bookman Old Style"/>
                <a:cs typeface="Bookman Old Style"/>
              </a:rPr>
              <a:t>Provides</a:t>
            </a:r>
            <a:r>
              <a:rPr sz="2200" b="0" spc="-80" dirty="0">
                <a:latin typeface="Bookman Old Style"/>
                <a:cs typeface="Bookman Old Style"/>
              </a:rPr>
              <a:t> </a:t>
            </a:r>
            <a:r>
              <a:rPr sz="2200" b="0" spc="-190" dirty="0">
                <a:latin typeface="Bookman Old Style"/>
                <a:cs typeface="Bookman Old Style"/>
              </a:rPr>
              <a:t>queue</a:t>
            </a:r>
            <a:r>
              <a:rPr sz="2200" b="0" spc="-60" dirty="0">
                <a:latin typeface="Bookman Old Style"/>
                <a:cs typeface="Bookman Old Style"/>
              </a:rPr>
              <a:t> </a:t>
            </a:r>
            <a:r>
              <a:rPr sz="2200" b="0" spc="-175" dirty="0">
                <a:latin typeface="Bookman Old Style"/>
                <a:cs typeface="Bookman Old Style"/>
              </a:rPr>
              <a:t>based</a:t>
            </a:r>
            <a:r>
              <a:rPr sz="2200" b="0" spc="-75" dirty="0">
                <a:latin typeface="Bookman Old Style"/>
                <a:cs typeface="Bookman Old Style"/>
              </a:rPr>
              <a:t> </a:t>
            </a:r>
            <a:r>
              <a:rPr sz="2200" b="0" spc="-170" dirty="0">
                <a:latin typeface="Bookman Old Style"/>
                <a:cs typeface="Bookman Old Style"/>
              </a:rPr>
              <a:t>communication</a:t>
            </a:r>
            <a:r>
              <a:rPr sz="2200" b="0" spc="125" dirty="0">
                <a:latin typeface="Bookman Old Style"/>
                <a:cs typeface="Bookman Old Style"/>
              </a:rPr>
              <a:t> </a:t>
            </a:r>
            <a:r>
              <a:rPr sz="2200" b="0" spc="-400" dirty="0">
                <a:latin typeface="Bookman Old Style"/>
                <a:cs typeface="Bookman Old Style"/>
              </a:rPr>
              <a:t>b/w</a:t>
            </a:r>
            <a:r>
              <a:rPr sz="2200" b="0" spc="100" dirty="0">
                <a:latin typeface="Bookman Old Style"/>
                <a:cs typeface="Bookman Old Style"/>
              </a:rPr>
              <a:t> </a:t>
            </a:r>
            <a:r>
              <a:rPr sz="2200" b="0" spc="-60" dirty="0">
                <a:latin typeface="Bookman Old Style"/>
                <a:cs typeface="Bookman Old Style"/>
              </a:rPr>
              <a:t>agents</a:t>
            </a:r>
            <a:endParaRPr sz="22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8574" y="4070647"/>
            <a:ext cx="6432550" cy="1490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b="0" spc="-35" dirty="0">
                <a:latin typeface="Bookman Old Style"/>
                <a:cs typeface="Bookman Old Style"/>
              </a:rPr>
              <a:t>Agent</a:t>
            </a:r>
            <a:r>
              <a:rPr sz="2450" b="0" spc="-160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Context</a:t>
            </a:r>
            <a:endParaRPr sz="2450">
              <a:latin typeface="Bookman Old Style"/>
              <a:cs typeface="Bookman Old Style"/>
            </a:endParaRPr>
          </a:p>
          <a:p>
            <a:pPr marL="375920">
              <a:lnSpc>
                <a:spcPct val="100000"/>
              </a:lnSpc>
              <a:spcBef>
                <a:spcPts val="1805"/>
              </a:spcBef>
            </a:pPr>
            <a:r>
              <a:rPr sz="2100" b="0" spc="-20" dirty="0">
                <a:latin typeface="Bookman Old Style"/>
                <a:cs typeface="Bookman Old Style"/>
              </a:rPr>
              <a:t>Provides</a:t>
            </a:r>
            <a:r>
              <a:rPr sz="2100" b="0" spc="-135" dirty="0">
                <a:latin typeface="Bookman Old Style"/>
                <a:cs typeface="Bookman Old Style"/>
              </a:rPr>
              <a:t> </a:t>
            </a:r>
            <a:r>
              <a:rPr sz="2100" b="0" spc="-70" dirty="0">
                <a:latin typeface="Bookman Old Style"/>
                <a:cs typeface="Bookman Old Style"/>
              </a:rPr>
              <a:t>execution</a:t>
            </a:r>
            <a:r>
              <a:rPr sz="2100" b="0" spc="-85" dirty="0">
                <a:latin typeface="Bookman Old Style"/>
                <a:cs typeface="Bookman Old Style"/>
              </a:rPr>
              <a:t> </a:t>
            </a:r>
            <a:r>
              <a:rPr sz="2100" b="0" spc="-75" dirty="0">
                <a:latin typeface="Bookman Old Style"/>
                <a:cs typeface="Bookman Old Style"/>
              </a:rPr>
              <a:t>model</a:t>
            </a:r>
            <a:r>
              <a:rPr sz="2100" b="0" spc="-95" dirty="0">
                <a:latin typeface="Bookman Old Style"/>
                <a:cs typeface="Bookman Old Style"/>
              </a:rPr>
              <a:t> </a:t>
            </a:r>
            <a:r>
              <a:rPr sz="2100" b="0" spc="-20" dirty="0">
                <a:latin typeface="Bookman Old Style"/>
                <a:cs typeface="Bookman Old Style"/>
              </a:rPr>
              <a:t>for</a:t>
            </a:r>
            <a:r>
              <a:rPr sz="2100" b="0" spc="-105" dirty="0">
                <a:latin typeface="Bookman Old Style"/>
                <a:cs typeface="Bookman Old Style"/>
              </a:rPr>
              <a:t> </a:t>
            </a:r>
            <a:r>
              <a:rPr sz="2100" b="0" spc="-10" dirty="0">
                <a:latin typeface="Bookman Old Style"/>
                <a:cs typeface="Bookman Old Style"/>
              </a:rPr>
              <a:t>agents</a:t>
            </a:r>
            <a:endParaRPr sz="2100">
              <a:latin typeface="Bookman Old Style"/>
              <a:cs typeface="Bookman Old Style"/>
            </a:endParaRPr>
          </a:p>
          <a:p>
            <a:pPr marL="381635">
              <a:lnSpc>
                <a:spcPct val="100000"/>
              </a:lnSpc>
              <a:spcBef>
                <a:spcPts val="1820"/>
              </a:spcBef>
            </a:pPr>
            <a:r>
              <a:rPr sz="2050" b="0" spc="-10" dirty="0">
                <a:latin typeface="Bookman Old Style"/>
                <a:cs typeface="Bookman Old Style"/>
              </a:rPr>
              <a:t>Starts,</a:t>
            </a:r>
            <a:r>
              <a:rPr sz="2050" b="0" spc="-155" dirty="0">
                <a:latin typeface="Bookman Old Style"/>
                <a:cs typeface="Bookman Old Style"/>
              </a:rPr>
              <a:t> </a:t>
            </a:r>
            <a:r>
              <a:rPr sz="2050" b="0" spc="-70" dirty="0">
                <a:latin typeface="Bookman Old Style"/>
                <a:cs typeface="Bookman Old Style"/>
              </a:rPr>
              <a:t>stops</a:t>
            </a:r>
            <a:r>
              <a:rPr sz="2050" b="0" spc="-90" dirty="0">
                <a:latin typeface="Bookman Old Style"/>
                <a:cs typeface="Bookman Old Style"/>
              </a:rPr>
              <a:t> </a:t>
            </a:r>
            <a:r>
              <a:rPr sz="2050" b="0" spc="-55" dirty="0">
                <a:latin typeface="Bookman Old Style"/>
                <a:cs typeface="Bookman Old Style"/>
              </a:rPr>
              <a:t>and</a:t>
            </a:r>
            <a:r>
              <a:rPr sz="2050" b="0" spc="-110" dirty="0">
                <a:latin typeface="Bookman Old Style"/>
                <a:cs typeface="Bookman Old Style"/>
              </a:rPr>
              <a:t> </a:t>
            </a:r>
            <a:r>
              <a:rPr sz="2050" b="0" spc="-40" dirty="0">
                <a:latin typeface="Bookman Old Style"/>
                <a:cs typeface="Bookman Old Style"/>
              </a:rPr>
              <a:t>controls</a:t>
            </a:r>
            <a:r>
              <a:rPr sz="2050" b="0" spc="-90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the</a:t>
            </a:r>
            <a:r>
              <a:rPr sz="2050" b="0" spc="-95" dirty="0">
                <a:latin typeface="Bookman Old Style"/>
                <a:cs typeface="Bookman Old Style"/>
              </a:rPr>
              <a:t> </a:t>
            </a:r>
            <a:r>
              <a:rPr sz="2050" b="0" spc="-50" dirty="0">
                <a:latin typeface="Bookman Old Style"/>
                <a:cs typeface="Bookman Old Style"/>
              </a:rPr>
              <a:t>execution</a:t>
            </a:r>
            <a:r>
              <a:rPr sz="2050" b="0" spc="-65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of</a:t>
            </a:r>
            <a:r>
              <a:rPr sz="2050" b="0" spc="-75" dirty="0">
                <a:latin typeface="Bookman Old Style"/>
                <a:cs typeface="Bookman Old Style"/>
              </a:rPr>
              <a:t> </a:t>
            </a:r>
            <a:r>
              <a:rPr sz="2050" b="0" spc="-10" dirty="0">
                <a:latin typeface="Bookman Old Style"/>
                <a:cs typeface="Bookman Old Style"/>
              </a:rPr>
              <a:t>agents</a:t>
            </a:r>
            <a:endParaRPr sz="205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4543" y="76348"/>
            <a:ext cx="522922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0" dirty="0">
                <a:latin typeface="Bookman Old Style"/>
                <a:cs typeface="Bookman Old Style"/>
              </a:rPr>
              <a:t>SvSTEM</a:t>
            </a:r>
            <a:r>
              <a:rPr sz="2400" b="0" spc="280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COMPONENTS(CONTD..)</a:t>
            </a:r>
            <a:endParaRPr sz="2400">
              <a:latin typeface="Bookman Old Style"/>
              <a:cs typeface="Bookman Old Style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24650" y="1517748"/>
            <a:ext cx="983615" cy="4127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0" spc="-114" dirty="0"/>
              <a:t>Agents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913521" y="2198637"/>
            <a:ext cx="7071359" cy="4177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100"/>
              </a:spcBef>
            </a:pPr>
            <a:r>
              <a:rPr sz="2100" b="0" spc="-45" dirty="0">
                <a:latin typeface="Bookman Old Style"/>
                <a:cs typeface="Bookman Old Style"/>
              </a:rPr>
              <a:t>Implements</a:t>
            </a:r>
            <a:r>
              <a:rPr sz="2100" b="0" spc="-125" dirty="0">
                <a:latin typeface="Bookman Old Style"/>
                <a:cs typeface="Bookman Old Style"/>
              </a:rPr>
              <a:t> </a:t>
            </a:r>
            <a:r>
              <a:rPr sz="2100" b="0" spc="-75" dirty="0">
                <a:latin typeface="Bookman Old Style"/>
                <a:cs typeface="Bookman Old Style"/>
              </a:rPr>
              <a:t>computational</a:t>
            </a:r>
            <a:r>
              <a:rPr sz="2100" b="0" spc="25" dirty="0">
                <a:latin typeface="Bookman Old Style"/>
                <a:cs typeface="Bookman Old Style"/>
              </a:rPr>
              <a:t> </a:t>
            </a:r>
            <a:r>
              <a:rPr sz="2100" b="0" spc="-10" dirty="0">
                <a:latin typeface="Bookman Old Style"/>
                <a:cs typeface="Bookman Old Style"/>
              </a:rPr>
              <a:t>logic</a:t>
            </a:r>
            <a:endParaRPr sz="2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</a:pPr>
            <a:r>
              <a:rPr sz="2450" spc="100" dirty="0">
                <a:latin typeface="Times New Roman"/>
                <a:cs typeface="Times New Roman"/>
              </a:rPr>
              <a:t>AgentPackage</a:t>
            </a:r>
            <a:endParaRPr sz="2450">
              <a:latin typeface="Times New Roman"/>
              <a:cs typeface="Times New Roman"/>
            </a:endParaRPr>
          </a:p>
          <a:p>
            <a:pPr marL="388620">
              <a:lnSpc>
                <a:spcPct val="100000"/>
              </a:lnSpc>
              <a:spcBef>
                <a:spcPts val="2335"/>
              </a:spcBef>
            </a:pPr>
            <a:r>
              <a:rPr sz="2100" b="0" spc="-55" dirty="0">
                <a:latin typeface="Bookman Old Style"/>
                <a:cs typeface="Bookman Old Style"/>
              </a:rPr>
              <a:t>Used</a:t>
            </a:r>
            <a:r>
              <a:rPr sz="2100" b="0" spc="-114" dirty="0">
                <a:latin typeface="Bookman Old Style"/>
                <a:cs typeface="Bookman Old Style"/>
              </a:rPr>
              <a:t> </a:t>
            </a:r>
            <a:r>
              <a:rPr sz="2100" b="0" dirty="0">
                <a:latin typeface="Bookman Old Style"/>
                <a:cs typeface="Bookman Old Style"/>
              </a:rPr>
              <a:t>in</a:t>
            </a:r>
            <a:r>
              <a:rPr sz="2100" b="0" spc="-170" dirty="0">
                <a:latin typeface="Bookman Old Style"/>
                <a:cs typeface="Bookman Old Style"/>
              </a:rPr>
              <a:t> </a:t>
            </a:r>
            <a:r>
              <a:rPr sz="2100" b="0" spc="-40" dirty="0">
                <a:latin typeface="Bookman Old Style"/>
                <a:cs typeface="Bookman Old Style"/>
              </a:rPr>
              <a:t>migration</a:t>
            </a:r>
            <a:r>
              <a:rPr sz="2100" b="0" spc="-70" dirty="0">
                <a:latin typeface="Bookman Old Style"/>
                <a:cs typeface="Bookman Old Style"/>
              </a:rPr>
              <a:t> </a:t>
            </a:r>
            <a:r>
              <a:rPr sz="2100" b="0" spc="-45" dirty="0">
                <a:latin typeface="Bookman Old Style"/>
                <a:cs typeface="Bookman Old Style"/>
              </a:rPr>
              <a:t>of</a:t>
            </a:r>
            <a:r>
              <a:rPr sz="2100" b="0" spc="-120" dirty="0">
                <a:latin typeface="Bookman Old Style"/>
                <a:cs typeface="Bookman Old Style"/>
              </a:rPr>
              <a:t> </a:t>
            </a:r>
            <a:r>
              <a:rPr sz="2100" b="0" dirty="0">
                <a:latin typeface="Bookman Old Style"/>
                <a:cs typeface="Bookman Old Style"/>
              </a:rPr>
              <a:t>the</a:t>
            </a:r>
            <a:r>
              <a:rPr sz="2100" b="0" spc="-105" dirty="0">
                <a:latin typeface="Bookman Old Style"/>
                <a:cs typeface="Bookman Old Style"/>
              </a:rPr>
              <a:t> </a:t>
            </a:r>
            <a:r>
              <a:rPr sz="2100" b="0" spc="-10" dirty="0">
                <a:latin typeface="Bookman Old Style"/>
                <a:cs typeface="Bookman Old Style"/>
              </a:rPr>
              <a:t>agent</a:t>
            </a:r>
            <a:endParaRPr sz="2100">
              <a:latin typeface="Bookman Old Style"/>
              <a:cs typeface="Bookman Old Style"/>
            </a:endParaRPr>
          </a:p>
          <a:p>
            <a:pPr marL="393065">
              <a:lnSpc>
                <a:spcPct val="100000"/>
              </a:lnSpc>
              <a:spcBef>
                <a:spcPts val="2245"/>
              </a:spcBef>
            </a:pPr>
            <a:r>
              <a:rPr sz="2150" b="0" spc="-114" dirty="0">
                <a:latin typeface="Bookman Old Style"/>
                <a:cs typeface="Bookman Old Style"/>
              </a:rPr>
              <a:t>Contains</a:t>
            </a:r>
            <a:r>
              <a:rPr sz="2150" b="0" spc="-55" dirty="0">
                <a:latin typeface="Bookman Old Style"/>
                <a:cs typeface="Bookman Old Style"/>
              </a:rPr>
              <a:t> </a:t>
            </a:r>
            <a:r>
              <a:rPr sz="2150" b="0" spc="-80" dirty="0">
                <a:latin typeface="Bookman Old Style"/>
                <a:cs typeface="Bookman Old Style"/>
              </a:rPr>
              <a:t>agents</a:t>
            </a:r>
            <a:r>
              <a:rPr sz="2150" b="0" spc="-95" dirty="0">
                <a:latin typeface="Bookman Old Style"/>
                <a:cs typeface="Bookman Old Style"/>
              </a:rPr>
              <a:t> </a:t>
            </a:r>
            <a:r>
              <a:rPr sz="2150" b="0" dirty="0">
                <a:latin typeface="Bookman Old Style"/>
                <a:cs typeface="Bookman Old Style"/>
              </a:rPr>
              <a:t>&amp;</a:t>
            </a:r>
            <a:r>
              <a:rPr sz="2150" b="0" spc="-95" dirty="0">
                <a:latin typeface="Bookman Old Style"/>
                <a:cs typeface="Bookman Old Style"/>
              </a:rPr>
              <a:t> </a:t>
            </a:r>
            <a:r>
              <a:rPr sz="2150" b="0" spc="-120" dirty="0">
                <a:latin typeface="Bookman Old Style"/>
                <a:cs typeface="Bookman Old Style"/>
              </a:rPr>
              <a:t>resources</a:t>
            </a:r>
            <a:r>
              <a:rPr sz="2150" b="0" spc="45" dirty="0">
                <a:latin typeface="Bookman Old Style"/>
                <a:cs typeface="Bookman Old Style"/>
              </a:rPr>
              <a:t> </a:t>
            </a:r>
            <a:r>
              <a:rPr sz="2150" b="0" spc="-135" dirty="0">
                <a:latin typeface="Bookman Old Style"/>
                <a:cs typeface="Bookman Old Style"/>
              </a:rPr>
              <a:t>needed</a:t>
            </a:r>
            <a:r>
              <a:rPr sz="2150" b="0" spc="-65" dirty="0">
                <a:latin typeface="Bookman Old Style"/>
                <a:cs typeface="Bookman Old Style"/>
              </a:rPr>
              <a:t> </a:t>
            </a:r>
            <a:r>
              <a:rPr sz="2150" b="0" spc="-30" dirty="0">
                <a:latin typeface="Bookman Old Style"/>
                <a:cs typeface="Bookman Old Style"/>
              </a:rPr>
              <a:t>to</a:t>
            </a:r>
            <a:r>
              <a:rPr sz="2150" b="0" spc="-135" dirty="0">
                <a:latin typeface="Bookman Old Style"/>
                <a:cs typeface="Bookman Old Style"/>
              </a:rPr>
              <a:t> </a:t>
            </a:r>
            <a:r>
              <a:rPr sz="2150" b="0" spc="-105" dirty="0">
                <a:latin typeface="Bookman Old Style"/>
                <a:cs typeface="Bookman Old Style"/>
              </a:rPr>
              <a:t>execute</a:t>
            </a:r>
            <a:r>
              <a:rPr sz="2150" b="0" spc="10" dirty="0">
                <a:latin typeface="Bookman Old Style"/>
                <a:cs typeface="Bookman Old Style"/>
              </a:rPr>
              <a:t> </a:t>
            </a:r>
            <a:r>
              <a:rPr sz="2150" b="0" spc="-50" dirty="0">
                <a:latin typeface="Bookman Old Style"/>
                <a:cs typeface="Bookman Old Style"/>
              </a:rPr>
              <a:t>agents</a:t>
            </a:r>
            <a:endParaRPr sz="2150">
              <a:latin typeface="Bookman Old Style"/>
              <a:cs typeface="Bookman Old Style"/>
            </a:endParaRPr>
          </a:p>
          <a:p>
            <a:pPr marL="391795" marR="504190" indent="-368300">
              <a:lnSpc>
                <a:spcPct val="182100"/>
              </a:lnSpc>
              <a:spcBef>
                <a:spcPts val="50"/>
              </a:spcBef>
            </a:pPr>
            <a:r>
              <a:rPr sz="2450" b="0" spc="-90" dirty="0">
                <a:latin typeface="Bookman Old Style"/>
                <a:cs typeface="Bookman Old Style"/>
              </a:rPr>
              <a:t>Service</a:t>
            </a:r>
            <a:r>
              <a:rPr sz="2450" b="0" spc="-110" dirty="0">
                <a:latin typeface="Bookman Old Style"/>
                <a:cs typeface="Bookman Old Style"/>
              </a:rPr>
              <a:t> </a:t>
            </a:r>
            <a:r>
              <a:rPr sz="2450" b="0" spc="-50" dirty="0">
                <a:latin typeface="Bookman Old Style"/>
                <a:cs typeface="Bookman Old Style"/>
              </a:rPr>
              <a:t>Providers</a:t>
            </a:r>
            <a:r>
              <a:rPr sz="2450" b="0" spc="-55" dirty="0">
                <a:latin typeface="Bookman Old Style"/>
                <a:cs typeface="Bookman Old Style"/>
              </a:rPr>
              <a:t> </a:t>
            </a:r>
            <a:r>
              <a:rPr sz="2450" b="0" spc="-180" dirty="0">
                <a:latin typeface="Bookman Old Style"/>
                <a:cs typeface="Bookman Old Style"/>
              </a:rPr>
              <a:t>and</a:t>
            </a:r>
            <a:r>
              <a:rPr sz="2450" b="0" spc="-65" dirty="0">
                <a:latin typeface="Bookman Old Style"/>
                <a:cs typeface="Bookman Old Style"/>
              </a:rPr>
              <a:t> </a:t>
            </a:r>
            <a:r>
              <a:rPr sz="2450" b="0" spc="-85" dirty="0">
                <a:latin typeface="Bookman Old Style"/>
                <a:cs typeface="Bookman Old Style"/>
              </a:rPr>
              <a:t>Service</a:t>
            </a:r>
            <a:r>
              <a:rPr sz="2450" b="0" spc="-80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Implementers </a:t>
            </a:r>
            <a:r>
              <a:rPr sz="2150" b="0" spc="-65" dirty="0">
                <a:latin typeface="Bookman Old Style"/>
                <a:cs typeface="Bookman Old Style"/>
              </a:rPr>
              <a:t>Service</a:t>
            </a:r>
            <a:r>
              <a:rPr sz="2150" b="0" spc="-110" dirty="0">
                <a:latin typeface="Bookman Old Style"/>
                <a:cs typeface="Bookman Old Style"/>
              </a:rPr>
              <a:t> </a:t>
            </a:r>
            <a:r>
              <a:rPr sz="2150" b="0" spc="-45" dirty="0">
                <a:latin typeface="Bookman Old Style"/>
                <a:cs typeface="Bookman Old Style"/>
              </a:rPr>
              <a:t>provider</a:t>
            </a:r>
            <a:r>
              <a:rPr sz="2150" b="0" spc="445" dirty="0">
                <a:latin typeface="Bookman Old Style"/>
                <a:cs typeface="Bookman Old Style"/>
              </a:rPr>
              <a:t> </a:t>
            </a:r>
            <a:r>
              <a:rPr sz="2150" b="0" spc="-305" dirty="0">
                <a:latin typeface="Bookman Old Style"/>
                <a:cs typeface="Bookman Old Style"/>
              </a:rPr>
              <a:t>-</a:t>
            </a:r>
            <a:r>
              <a:rPr sz="2150" b="0" spc="-20" dirty="0">
                <a:latin typeface="Bookman Old Style"/>
                <a:cs typeface="Bookman Old Style"/>
              </a:rPr>
              <a:t> </a:t>
            </a:r>
            <a:r>
              <a:rPr sz="2150" b="0" spc="55" dirty="0">
                <a:latin typeface="Bookman Old Style"/>
                <a:cs typeface="Bookman Old Style"/>
              </a:rPr>
              <a:t>API</a:t>
            </a:r>
            <a:r>
              <a:rPr sz="2150" b="0" spc="-155" dirty="0">
                <a:latin typeface="Bookman Old Style"/>
                <a:cs typeface="Bookman Old Style"/>
              </a:rPr>
              <a:t> </a:t>
            </a:r>
            <a:r>
              <a:rPr sz="2150" b="0" spc="-50" dirty="0">
                <a:latin typeface="Bookman Old Style"/>
                <a:cs typeface="Bookman Old Style"/>
              </a:rPr>
              <a:t>for</a:t>
            </a:r>
            <a:r>
              <a:rPr sz="2150" b="0" spc="-105" dirty="0">
                <a:latin typeface="Bookman Old Style"/>
                <a:cs typeface="Bookman Old Style"/>
              </a:rPr>
              <a:t> </a:t>
            </a:r>
            <a:r>
              <a:rPr sz="2150" b="0" spc="-95" dirty="0">
                <a:latin typeface="Bookman Old Style"/>
                <a:cs typeface="Bookman Old Style"/>
              </a:rPr>
              <a:t>agent</a:t>
            </a:r>
            <a:r>
              <a:rPr sz="2150" b="0" spc="-45" dirty="0">
                <a:latin typeface="Bookman Old Style"/>
                <a:cs typeface="Bookman Old Style"/>
              </a:rPr>
              <a:t> </a:t>
            </a:r>
            <a:r>
              <a:rPr sz="2150" b="0" spc="-30" dirty="0">
                <a:latin typeface="Bookman Old Style"/>
                <a:cs typeface="Bookman Old Style"/>
              </a:rPr>
              <a:t>to</a:t>
            </a:r>
            <a:r>
              <a:rPr sz="2150" b="0" spc="-145" dirty="0">
                <a:latin typeface="Bookman Old Style"/>
                <a:cs typeface="Bookman Old Style"/>
              </a:rPr>
              <a:t> </a:t>
            </a:r>
            <a:r>
              <a:rPr sz="2150" b="0" spc="-155" dirty="0">
                <a:latin typeface="Bookman Old Style"/>
                <a:cs typeface="Bookman Old Style"/>
              </a:rPr>
              <a:t>access</a:t>
            </a:r>
            <a:r>
              <a:rPr sz="2150" b="0" spc="-15" dirty="0">
                <a:latin typeface="Bookman Old Style"/>
                <a:cs typeface="Bookman Old Style"/>
              </a:rPr>
              <a:t> </a:t>
            </a:r>
            <a:r>
              <a:rPr sz="2150" b="0" spc="-65" dirty="0">
                <a:latin typeface="Bookman Old Style"/>
                <a:cs typeface="Bookman Old Style"/>
              </a:rPr>
              <a:t>services Service</a:t>
            </a:r>
            <a:r>
              <a:rPr sz="2150" b="0" spc="-110" dirty="0">
                <a:latin typeface="Bookman Old Style"/>
                <a:cs typeface="Bookman Old Style"/>
              </a:rPr>
              <a:t> </a:t>
            </a:r>
            <a:r>
              <a:rPr sz="2150" b="0" spc="-90" dirty="0">
                <a:latin typeface="Bookman Old Style"/>
                <a:cs typeface="Bookman Old Style"/>
              </a:rPr>
              <a:t>implementer</a:t>
            </a:r>
            <a:r>
              <a:rPr sz="2150" b="0" spc="55" dirty="0">
                <a:latin typeface="Bookman Old Style"/>
                <a:cs typeface="Bookman Old Style"/>
              </a:rPr>
              <a:t> </a:t>
            </a:r>
            <a:r>
              <a:rPr sz="2150" b="0" spc="-1035" dirty="0">
                <a:latin typeface="Bookman Old Style"/>
                <a:cs typeface="Bookman Old Style"/>
              </a:rPr>
              <a:t>—</a:t>
            </a:r>
            <a:r>
              <a:rPr sz="2150" b="0" spc="-85" dirty="0">
                <a:latin typeface="Bookman Old Style"/>
                <a:cs typeface="Bookman Old Style"/>
              </a:rPr>
              <a:t> </a:t>
            </a:r>
            <a:r>
              <a:rPr sz="2150" b="0" spc="-105" dirty="0">
                <a:latin typeface="Bookman Old Style"/>
                <a:cs typeface="Bookman Old Style"/>
              </a:rPr>
              <a:t>implements</a:t>
            </a:r>
            <a:r>
              <a:rPr sz="2150" b="0" spc="-60" dirty="0">
                <a:latin typeface="Bookman Old Style"/>
                <a:cs typeface="Bookman Old Style"/>
              </a:rPr>
              <a:t> </a:t>
            </a:r>
            <a:r>
              <a:rPr sz="2150" b="0" spc="-100" dirty="0">
                <a:latin typeface="Bookman Old Style"/>
                <a:cs typeface="Bookman Old Style"/>
              </a:rPr>
              <a:t>actual</a:t>
            </a:r>
            <a:r>
              <a:rPr sz="2150" b="0" spc="-25" dirty="0">
                <a:latin typeface="Bookman Old Style"/>
                <a:cs typeface="Bookman Old Style"/>
              </a:rPr>
              <a:t> </a:t>
            </a:r>
            <a:r>
              <a:rPr sz="2150" b="0" spc="-10" dirty="0">
                <a:latin typeface="Bookman Old Style"/>
                <a:cs typeface="Bookman Old Style"/>
              </a:rPr>
              <a:t>service</a:t>
            </a:r>
            <a:endParaRPr sz="215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3880" y="51543"/>
            <a:ext cx="2251075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-80" dirty="0"/>
              <a:t>INSTANCE</a:t>
            </a:r>
            <a:r>
              <a:rPr sz="2550" spc="-60" dirty="0"/>
              <a:t> </a:t>
            </a:r>
            <a:r>
              <a:rPr sz="2550" spc="-55" dirty="0"/>
              <a:t>IDs</a:t>
            </a:r>
            <a:endParaRPr sz="2550"/>
          </a:p>
        </p:txBody>
      </p:sp>
      <p:sp>
        <p:nvSpPr>
          <p:cNvPr id="4" name="object 4"/>
          <p:cNvSpPr txBox="1"/>
          <p:nvPr/>
        </p:nvSpPr>
        <p:spPr>
          <a:xfrm>
            <a:off x="853212" y="1133772"/>
            <a:ext cx="7379334" cy="25253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0" b="0" spc="-10" dirty="0">
                <a:latin typeface="Bookman Old Style"/>
                <a:cs typeface="Bookman Old Style"/>
              </a:rPr>
              <a:t>AgentOSID</a:t>
            </a:r>
            <a:endParaRPr sz="2500">
              <a:latin typeface="Bookman Old Style"/>
              <a:cs typeface="Bookman Old Style"/>
            </a:endParaRPr>
          </a:p>
          <a:p>
            <a:pPr marL="379095">
              <a:lnSpc>
                <a:spcPct val="100000"/>
              </a:lnSpc>
              <a:spcBef>
                <a:spcPts val="1689"/>
              </a:spcBef>
            </a:pPr>
            <a:r>
              <a:rPr sz="2200" spc="85" dirty="0">
                <a:latin typeface="Times New Roman"/>
                <a:cs typeface="Times New Roman"/>
              </a:rPr>
              <a:t>Static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ID</a:t>
            </a:r>
            <a:endParaRPr sz="2200">
              <a:latin typeface="Times New Roman"/>
              <a:cs typeface="Times New Roman"/>
            </a:endParaRPr>
          </a:p>
          <a:p>
            <a:pPr marL="381635">
              <a:lnSpc>
                <a:spcPct val="100000"/>
              </a:lnSpc>
              <a:spcBef>
                <a:spcPts val="1700"/>
              </a:spcBef>
            </a:pPr>
            <a:r>
              <a:rPr sz="2150" b="0" spc="-130" dirty="0">
                <a:latin typeface="Bookman Old Style"/>
                <a:cs typeface="Bookman Old Style"/>
              </a:rPr>
              <a:t>Combination</a:t>
            </a:r>
            <a:r>
              <a:rPr sz="2150" b="0" spc="-40" dirty="0">
                <a:latin typeface="Bookman Old Style"/>
                <a:cs typeface="Bookman Old Style"/>
              </a:rPr>
              <a:t> </a:t>
            </a:r>
            <a:r>
              <a:rPr sz="2150" b="0" spc="-90" dirty="0">
                <a:latin typeface="Bookman Old Style"/>
                <a:cs typeface="Bookman Old Style"/>
              </a:rPr>
              <a:t>of</a:t>
            </a:r>
            <a:r>
              <a:rPr sz="2150" b="0" spc="-85" dirty="0">
                <a:latin typeface="Bookman Old Style"/>
                <a:cs typeface="Bookman Old Style"/>
              </a:rPr>
              <a:t> </a:t>
            </a:r>
            <a:r>
              <a:rPr sz="2150" b="0" spc="-370" dirty="0">
                <a:latin typeface="Bookman Old Style"/>
                <a:cs typeface="Bookman Old Style"/>
              </a:rPr>
              <a:t>n/w</a:t>
            </a:r>
            <a:r>
              <a:rPr sz="2150" b="0" spc="125" dirty="0">
                <a:latin typeface="Bookman Old Style"/>
                <a:cs typeface="Bookman Old Style"/>
              </a:rPr>
              <a:t> </a:t>
            </a:r>
            <a:r>
              <a:rPr sz="2150" b="0" spc="-105" dirty="0">
                <a:latin typeface="Bookman Old Style"/>
                <a:cs typeface="Bookman Old Style"/>
              </a:rPr>
              <a:t>address,time</a:t>
            </a:r>
            <a:r>
              <a:rPr sz="2150" b="0" spc="105" dirty="0">
                <a:latin typeface="Bookman Old Style"/>
                <a:cs typeface="Bookman Old Style"/>
              </a:rPr>
              <a:t> </a:t>
            </a:r>
            <a:r>
              <a:rPr sz="2150" b="0" spc="-130" dirty="0">
                <a:latin typeface="Bookman Old Style"/>
                <a:cs typeface="Bookman Old Style"/>
              </a:rPr>
              <a:t>stamp</a:t>
            </a:r>
            <a:r>
              <a:rPr sz="2150" b="0" dirty="0">
                <a:latin typeface="Bookman Old Style"/>
                <a:cs typeface="Bookman Old Style"/>
              </a:rPr>
              <a:t> </a:t>
            </a:r>
            <a:r>
              <a:rPr sz="2150" b="0" spc="-170" dirty="0">
                <a:latin typeface="Bookman Old Style"/>
                <a:cs typeface="Bookman Old Style"/>
              </a:rPr>
              <a:t>and</a:t>
            </a:r>
            <a:r>
              <a:rPr sz="2150" b="0" spc="-30" dirty="0">
                <a:latin typeface="Bookman Old Style"/>
                <a:cs typeface="Bookman Old Style"/>
              </a:rPr>
              <a:t> </a:t>
            </a:r>
            <a:r>
              <a:rPr sz="2150" b="0" spc="-245" dirty="0">
                <a:latin typeface="Bookman Old Style"/>
                <a:cs typeface="Bookman Old Style"/>
              </a:rPr>
              <a:t>a</a:t>
            </a:r>
            <a:r>
              <a:rPr sz="2150" b="0" spc="25" dirty="0">
                <a:latin typeface="Bookman Old Style"/>
                <a:cs typeface="Bookman Old Style"/>
              </a:rPr>
              <a:t> </a:t>
            </a:r>
            <a:r>
              <a:rPr sz="2150" b="0" spc="-55" dirty="0">
                <a:latin typeface="Bookman Old Style"/>
                <a:cs typeface="Bookman Old Style"/>
              </a:rPr>
              <a:t>sequential</a:t>
            </a:r>
            <a:endParaRPr sz="2150">
              <a:latin typeface="Bookman Old Style"/>
              <a:cs typeface="Bookman Old Style"/>
            </a:endParaRPr>
          </a:p>
          <a:p>
            <a:pPr marL="376555">
              <a:lnSpc>
                <a:spcPct val="100000"/>
              </a:lnSpc>
              <a:spcBef>
                <a:spcPts val="1270"/>
              </a:spcBef>
            </a:pPr>
            <a:r>
              <a:rPr sz="2100" b="0" spc="-10" dirty="0">
                <a:latin typeface="Bookman Old Style"/>
                <a:cs typeface="Bookman Old Style"/>
              </a:rPr>
              <a:t>counter</a:t>
            </a:r>
            <a:endParaRPr sz="2100">
              <a:latin typeface="Bookman Old Style"/>
              <a:cs typeface="Bookman Old Style"/>
            </a:endParaRPr>
          </a:p>
          <a:p>
            <a:pPr marL="374015">
              <a:lnSpc>
                <a:spcPct val="100000"/>
              </a:lnSpc>
              <a:spcBef>
                <a:spcPts val="1780"/>
              </a:spcBef>
            </a:pPr>
            <a:r>
              <a:rPr sz="2050" b="0" spc="-25" dirty="0">
                <a:latin typeface="Bookman Old Style"/>
                <a:cs typeface="Bookman Old Style"/>
              </a:rPr>
              <a:t>Guarantees</a:t>
            </a:r>
            <a:r>
              <a:rPr sz="2050" b="0" spc="-60" dirty="0">
                <a:latin typeface="Bookman Old Style"/>
                <a:cs typeface="Bookman Old Style"/>
              </a:rPr>
              <a:t> uniqueness</a:t>
            </a:r>
            <a:r>
              <a:rPr sz="2050" b="0" spc="-35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to</a:t>
            </a:r>
            <a:r>
              <a:rPr sz="2050" b="0" spc="-165" dirty="0">
                <a:latin typeface="Bookman Old Style"/>
                <a:cs typeface="Bookman Old Style"/>
              </a:rPr>
              <a:t> </a:t>
            </a:r>
            <a:r>
              <a:rPr sz="2050" b="0" spc="-20" dirty="0">
                <a:latin typeface="Bookman Old Style"/>
                <a:cs typeface="Bookman Old Style"/>
              </a:rPr>
              <a:t>static</a:t>
            </a:r>
            <a:r>
              <a:rPr sz="2050" b="0" spc="-110" dirty="0">
                <a:latin typeface="Bookman Old Style"/>
                <a:cs typeface="Bookman Old Style"/>
              </a:rPr>
              <a:t> </a:t>
            </a:r>
            <a:r>
              <a:rPr sz="2050" b="0" spc="-10" dirty="0">
                <a:latin typeface="Bookman Old Style"/>
                <a:cs typeface="Bookman Old Style"/>
              </a:rPr>
              <a:t>objects</a:t>
            </a:r>
            <a:endParaRPr sz="205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282" y="4495799"/>
            <a:ext cx="6292850" cy="150304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0" spc="110" dirty="0">
                <a:latin typeface="Times New Roman"/>
                <a:cs typeface="Times New Roman"/>
              </a:rPr>
              <a:t>AgentInstanceID</a:t>
            </a:r>
            <a:endParaRPr sz="2500">
              <a:latin typeface="Times New Roman"/>
              <a:cs typeface="Times New Roman"/>
            </a:endParaRPr>
          </a:p>
          <a:p>
            <a:pPr marL="304800" marR="5080" indent="-8890">
              <a:lnSpc>
                <a:spcPct val="174400"/>
              </a:lnSpc>
              <a:spcBef>
                <a:spcPts val="10"/>
              </a:spcBef>
            </a:pPr>
            <a:r>
              <a:rPr sz="2050" b="0" spc="-25" dirty="0">
                <a:latin typeface="Bookman Old Style"/>
                <a:cs typeface="Bookman Old Style"/>
              </a:rPr>
              <a:t>Guarantees</a:t>
            </a:r>
            <a:r>
              <a:rPr sz="2050" b="0" spc="-35" dirty="0">
                <a:latin typeface="Bookman Old Style"/>
                <a:cs typeface="Bookman Old Style"/>
              </a:rPr>
              <a:t> </a:t>
            </a:r>
            <a:r>
              <a:rPr sz="2050" b="0" spc="-60" dirty="0">
                <a:latin typeface="Bookman Old Style"/>
                <a:cs typeface="Bookman Old Style"/>
              </a:rPr>
              <a:t>uniqueness</a:t>
            </a:r>
            <a:r>
              <a:rPr sz="2050" b="0" spc="-25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to</a:t>
            </a:r>
            <a:r>
              <a:rPr sz="2050" b="0" spc="-160" dirty="0">
                <a:latin typeface="Bookman Old Style"/>
                <a:cs typeface="Bookman Old Style"/>
              </a:rPr>
              <a:t> </a:t>
            </a:r>
            <a:r>
              <a:rPr sz="2050" b="0" spc="-10" dirty="0">
                <a:latin typeface="Bookman Old Style"/>
                <a:cs typeface="Bookman Old Style"/>
              </a:rPr>
              <a:t>static</a:t>
            </a:r>
            <a:r>
              <a:rPr sz="2050" b="0" spc="-55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&amp;</a:t>
            </a:r>
            <a:r>
              <a:rPr sz="2050" b="0" spc="-100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active</a:t>
            </a:r>
            <a:r>
              <a:rPr sz="2050" b="0" spc="-135" dirty="0">
                <a:latin typeface="Bookman Old Style"/>
                <a:cs typeface="Bookman Old Style"/>
              </a:rPr>
              <a:t> </a:t>
            </a:r>
            <a:r>
              <a:rPr sz="2050" b="0" spc="-60" dirty="0">
                <a:latin typeface="Bookman Old Style"/>
                <a:cs typeface="Bookman Old Style"/>
              </a:rPr>
              <a:t>objects </a:t>
            </a:r>
            <a:r>
              <a:rPr sz="2050" b="0" spc="-45" dirty="0">
                <a:latin typeface="Bookman Old Style"/>
                <a:cs typeface="Bookman Old Style"/>
              </a:rPr>
              <a:t>Combination</a:t>
            </a:r>
            <a:r>
              <a:rPr sz="2050" b="0" spc="-110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of</a:t>
            </a:r>
            <a:r>
              <a:rPr sz="2050" b="0" spc="-110" dirty="0">
                <a:latin typeface="Bookman Old Style"/>
                <a:cs typeface="Bookman Old Style"/>
              </a:rPr>
              <a:t> </a:t>
            </a:r>
            <a:r>
              <a:rPr sz="2050" b="0" spc="-285" dirty="0">
                <a:latin typeface="Bookman Old Style"/>
                <a:cs typeface="Bookman Old Style"/>
              </a:rPr>
              <a:t>n/w</a:t>
            </a:r>
            <a:r>
              <a:rPr sz="2050" b="0" spc="125" dirty="0">
                <a:latin typeface="Bookman Old Style"/>
                <a:cs typeface="Bookman Old Style"/>
              </a:rPr>
              <a:t> </a:t>
            </a:r>
            <a:r>
              <a:rPr sz="2050" b="0" spc="-50" dirty="0">
                <a:latin typeface="Bookman Old Style"/>
                <a:cs typeface="Bookman Old Style"/>
              </a:rPr>
              <a:t>address</a:t>
            </a:r>
            <a:r>
              <a:rPr sz="2050" b="0" spc="-40" dirty="0">
                <a:latin typeface="Bookman Old Style"/>
                <a:cs typeface="Bookman Old Style"/>
              </a:rPr>
              <a:t> </a:t>
            </a:r>
            <a:r>
              <a:rPr sz="2050" b="0" spc="-50" dirty="0">
                <a:latin typeface="Bookman Old Style"/>
                <a:cs typeface="Bookman Old Style"/>
              </a:rPr>
              <a:t>and</a:t>
            </a:r>
            <a:r>
              <a:rPr sz="2050" b="0" spc="-114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time</a:t>
            </a:r>
            <a:r>
              <a:rPr sz="2050" b="0" spc="-80" dirty="0">
                <a:latin typeface="Bookman Old Style"/>
                <a:cs typeface="Bookman Old Style"/>
              </a:rPr>
              <a:t> </a:t>
            </a:r>
            <a:r>
              <a:rPr sz="2050" b="0" dirty="0">
                <a:latin typeface="Bookman Old Style"/>
                <a:cs typeface="Bookman Old Style"/>
              </a:rPr>
              <a:t>of</a:t>
            </a:r>
            <a:r>
              <a:rPr sz="2050" b="0" spc="-120" dirty="0">
                <a:latin typeface="Bookman Old Style"/>
                <a:cs typeface="Bookman Old Style"/>
              </a:rPr>
              <a:t> </a:t>
            </a:r>
            <a:r>
              <a:rPr sz="2050" b="0" spc="-10" dirty="0">
                <a:latin typeface="Bookman Old Style"/>
                <a:cs typeface="Bookman Old Style"/>
              </a:rPr>
              <a:t>creation</a:t>
            </a:r>
            <a:endParaRPr sz="2050">
              <a:latin typeface="Bookman Old Style"/>
              <a:cs typeface="Bookman Old Style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9593" y="5741789"/>
            <a:ext cx="491132" cy="2143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370" rIns="0" bIns="0" rtlCol="0">
            <a:spAutoFit/>
          </a:bodyPr>
          <a:lstStyle/>
          <a:p>
            <a:pPr marL="2179320">
              <a:lnSpc>
                <a:spcPct val="100000"/>
              </a:lnSpc>
              <a:spcBef>
                <a:spcPts val="120"/>
              </a:spcBef>
            </a:pPr>
            <a:r>
              <a:rPr b="0" spc="50" dirty="0">
                <a:latin typeface="Times New Roman"/>
                <a:cs typeface="Times New Roman"/>
              </a:rPr>
              <a:t>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520" y="1806971"/>
            <a:ext cx="4977765" cy="39325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b="0" spc="-90" dirty="0">
                <a:latin typeface="Bookman Old Style"/>
                <a:cs typeface="Bookman Old Style"/>
              </a:rPr>
              <a:t>Load</a:t>
            </a:r>
            <a:r>
              <a:rPr sz="2450" b="0" spc="-110" dirty="0">
                <a:latin typeface="Bookman Old Style"/>
                <a:cs typeface="Bookman Old Style"/>
              </a:rPr>
              <a:t> </a:t>
            </a:r>
            <a:r>
              <a:rPr sz="2450" b="0" spc="-105" dirty="0">
                <a:latin typeface="Bookman Old Style"/>
                <a:cs typeface="Bookman Old Style"/>
              </a:rPr>
              <a:t>balancing</a:t>
            </a:r>
            <a:r>
              <a:rPr sz="2450" b="0" spc="-90" dirty="0">
                <a:latin typeface="Bookman Old Style"/>
                <a:cs typeface="Bookman Old Style"/>
              </a:rPr>
              <a:t> </a:t>
            </a:r>
            <a:r>
              <a:rPr sz="2450" b="0" spc="-204" dirty="0">
                <a:latin typeface="Bookman Old Style"/>
                <a:cs typeface="Bookman Old Style"/>
              </a:rPr>
              <a:t>&amp;</a:t>
            </a:r>
            <a:r>
              <a:rPr sz="2450" b="0" spc="-45" dirty="0">
                <a:latin typeface="Bookman Old Style"/>
                <a:cs typeface="Bookman Old Style"/>
              </a:rPr>
              <a:t> </a:t>
            </a:r>
            <a:r>
              <a:rPr sz="2450" b="0" spc="-50" dirty="0">
                <a:latin typeface="Bookman Old Style"/>
                <a:cs typeface="Bookman Old Style"/>
              </a:rPr>
              <a:t>Fault</a:t>
            </a:r>
            <a:r>
              <a:rPr sz="2450" b="0" spc="-80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tolerance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45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</a:pPr>
            <a:r>
              <a:rPr sz="2450" b="0" spc="-145" dirty="0">
                <a:latin typeface="Bookman Old Style"/>
                <a:cs typeface="Bookman Old Style"/>
              </a:rPr>
              <a:t>Disconnected</a:t>
            </a:r>
            <a:r>
              <a:rPr sz="2450" b="0" spc="10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operation</a:t>
            </a:r>
            <a:endParaRPr sz="2450">
              <a:latin typeface="Bookman Old Style"/>
              <a:cs typeface="Bookman Old Style"/>
            </a:endParaRPr>
          </a:p>
          <a:p>
            <a:pPr marL="17145" marR="5080" indent="-5080">
              <a:lnSpc>
                <a:spcPct val="239200"/>
              </a:lnSpc>
              <a:spcBef>
                <a:spcPts val="60"/>
              </a:spcBef>
            </a:pPr>
            <a:r>
              <a:rPr sz="2400" b="0" spc="-110" dirty="0">
                <a:latin typeface="Bookman Old Style"/>
                <a:cs typeface="Bookman Old Style"/>
              </a:rPr>
              <a:t>Reduced</a:t>
            </a:r>
            <a:r>
              <a:rPr sz="2400" b="0" spc="-75" dirty="0">
                <a:latin typeface="Bookman Old Style"/>
                <a:cs typeface="Bookman Old Style"/>
              </a:rPr>
              <a:t> </a:t>
            </a:r>
            <a:r>
              <a:rPr sz="2400" b="0" spc="-95" dirty="0">
                <a:latin typeface="Bookman Old Style"/>
                <a:cs typeface="Bookman Old Style"/>
              </a:rPr>
              <a:t>Inter-</a:t>
            </a:r>
            <a:r>
              <a:rPr sz="2400" b="0" spc="-40" dirty="0">
                <a:latin typeface="Bookman Old Style"/>
                <a:cs typeface="Bookman Old Style"/>
              </a:rPr>
              <a:t>node</a:t>
            </a:r>
            <a:r>
              <a:rPr sz="2400" b="0" spc="-30" dirty="0">
                <a:latin typeface="Bookman Old Style"/>
                <a:cs typeface="Bookman Old Style"/>
              </a:rPr>
              <a:t> </a:t>
            </a:r>
            <a:r>
              <a:rPr sz="2400" b="0" spc="-130" dirty="0">
                <a:latin typeface="Bookman Old Style"/>
                <a:cs typeface="Bookman Old Style"/>
              </a:rPr>
              <a:t>communication </a:t>
            </a:r>
            <a:r>
              <a:rPr sz="2450" b="0" spc="-75" dirty="0">
                <a:latin typeface="Bookman Old Style"/>
                <a:cs typeface="Bookman Old Style"/>
              </a:rPr>
              <a:t>Event</a:t>
            </a:r>
            <a:r>
              <a:rPr sz="2450" b="0" spc="-90" dirty="0">
                <a:latin typeface="Bookman Old Style"/>
                <a:cs typeface="Bookman Old Style"/>
              </a:rPr>
              <a:t> </a:t>
            </a:r>
            <a:r>
              <a:rPr sz="2450" b="0" spc="-175" dirty="0">
                <a:latin typeface="Bookman Old Style"/>
                <a:cs typeface="Bookman Old Style"/>
              </a:rPr>
              <a:t>based</a:t>
            </a:r>
            <a:r>
              <a:rPr sz="2450" b="0" spc="-15" dirty="0">
                <a:latin typeface="Bookman Old Style"/>
                <a:cs typeface="Bookman Old Style"/>
              </a:rPr>
              <a:t> </a:t>
            </a:r>
            <a:r>
              <a:rPr sz="2450" b="0" spc="-80" dirty="0">
                <a:latin typeface="Bookman Old Style"/>
                <a:cs typeface="Bookman Old Style"/>
              </a:rPr>
              <a:t>communication </a:t>
            </a:r>
            <a:r>
              <a:rPr sz="2400" spc="125" dirty="0">
                <a:latin typeface="Times New Roman"/>
                <a:cs typeface="Times New Roman"/>
              </a:rPr>
              <a:t>Secure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150" dirty="0">
                <a:latin typeface="Times New Roman"/>
                <a:cs typeface="Times New Roman"/>
              </a:rPr>
              <a:t>transaction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9161" rIns="0" bIns="0" rtlCol="0">
            <a:spAutoFit/>
          </a:bodyPr>
          <a:lstStyle/>
          <a:p>
            <a:pPr marL="2221865">
              <a:lnSpc>
                <a:spcPct val="100000"/>
              </a:lnSpc>
              <a:spcBef>
                <a:spcPts val="120"/>
              </a:spcBef>
            </a:pPr>
            <a:r>
              <a:rPr sz="3350" spc="-105" dirty="0"/>
              <a:t>CONCLUSION</a:t>
            </a:r>
            <a:endParaRPr sz="3350"/>
          </a:p>
        </p:txBody>
      </p:sp>
      <p:sp>
        <p:nvSpPr>
          <p:cNvPr id="7" name="object 7"/>
          <p:cNvSpPr txBox="1"/>
          <p:nvPr/>
        </p:nvSpPr>
        <p:spPr>
          <a:xfrm>
            <a:off x="808149" y="1619448"/>
            <a:ext cx="7009130" cy="4514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935"/>
              </a:lnSpc>
              <a:spcBef>
                <a:spcPts val="90"/>
              </a:spcBef>
            </a:pPr>
            <a:r>
              <a:rPr sz="2450" b="0" spc="-75" dirty="0">
                <a:latin typeface="Bookman Old Style"/>
                <a:cs typeface="Bookman Old Style"/>
              </a:rPr>
              <a:t>AgentOS</a:t>
            </a:r>
            <a:r>
              <a:rPr sz="2450" b="0" spc="-125" dirty="0">
                <a:latin typeface="Bookman Old Style"/>
                <a:cs typeface="Bookman Old Style"/>
              </a:rPr>
              <a:t> </a:t>
            </a:r>
            <a:r>
              <a:rPr sz="2450" b="0" spc="-95" dirty="0">
                <a:latin typeface="Bookman Old Style"/>
                <a:cs typeface="Bookman Old Style"/>
              </a:rPr>
              <a:t>is</a:t>
            </a:r>
            <a:r>
              <a:rPr sz="2450" b="0" spc="-110" dirty="0">
                <a:latin typeface="Bookman Old Style"/>
                <a:cs typeface="Bookman Old Style"/>
              </a:rPr>
              <a:t> </a:t>
            </a:r>
            <a:r>
              <a:rPr sz="2450" b="0" spc="-160" dirty="0">
                <a:latin typeface="Bookman Old Style"/>
                <a:cs typeface="Bookman Old Style"/>
              </a:rPr>
              <a:t>an</a:t>
            </a:r>
            <a:r>
              <a:rPr sz="2450" b="0" spc="-50" dirty="0">
                <a:latin typeface="Bookman Old Style"/>
                <a:cs typeface="Bookman Old Style"/>
              </a:rPr>
              <a:t> </a:t>
            </a:r>
            <a:r>
              <a:rPr sz="2450" b="0" spc="-155" dirty="0">
                <a:latin typeface="Bookman Old Style"/>
                <a:cs typeface="Bookman Old Style"/>
              </a:rPr>
              <a:t>OS</a:t>
            </a:r>
            <a:r>
              <a:rPr sz="2450" b="0" spc="-55" dirty="0">
                <a:latin typeface="Bookman Old Style"/>
                <a:cs typeface="Bookman Old Style"/>
              </a:rPr>
              <a:t> </a:t>
            </a:r>
            <a:r>
              <a:rPr sz="2450" b="0" spc="-95" dirty="0">
                <a:latin typeface="Bookman Old Style"/>
                <a:cs typeface="Bookman Old Style"/>
              </a:rPr>
              <a:t>“of</a:t>
            </a:r>
            <a:r>
              <a:rPr sz="2450" b="0" spc="-105" dirty="0">
                <a:latin typeface="Bookman Old Style"/>
                <a:cs typeface="Bookman Old Style"/>
              </a:rPr>
              <a:t> </a:t>
            </a:r>
            <a:r>
              <a:rPr sz="2450" b="0" spc="-110" dirty="0">
                <a:latin typeface="Bookman Old Style"/>
                <a:cs typeface="Bookman Old Style"/>
              </a:rPr>
              <a:t>agents,</a:t>
            </a:r>
            <a:r>
              <a:rPr sz="2450" b="0" spc="-15" dirty="0">
                <a:latin typeface="Bookman Old Style"/>
                <a:cs typeface="Bookman Old Style"/>
              </a:rPr>
              <a:t> </a:t>
            </a:r>
            <a:r>
              <a:rPr sz="2450" b="0" spc="-70" dirty="0">
                <a:latin typeface="Bookman Old Style"/>
                <a:cs typeface="Bookman Old Style"/>
              </a:rPr>
              <a:t>for</a:t>
            </a:r>
            <a:r>
              <a:rPr sz="2450" b="0" spc="-90" dirty="0">
                <a:latin typeface="Bookman Old Style"/>
                <a:cs typeface="Bookman Old Style"/>
              </a:rPr>
              <a:t> </a:t>
            </a:r>
            <a:r>
              <a:rPr sz="2450" b="0" spc="-110" dirty="0">
                <a:latin typeface="Bookman Old Style"/>
                <a:cs typeface="Bookman Old Style"/>
              </a:rPr>
              <a:t>agents,</a:t>
            </a:r>
            <a:r>
              <a:rPr sz="2450" b="0" dirty="0">
                <a:latin typeface="Bookman Old Style"/>
                <a:cs typeface="Bookman Old Style"/>
              </a:rPr>
              <a:t> </a:t>
            </a:r>
            <a:r>
              <a:rPr sz="2450" b="0" spc="-165" dirty="0">
                <a:latin typeface="Bookman Old Style"/>
                <a:cs typeface="Bookman Old Style"/>
              </a:rPr>
              <a:t>and</a:t>
            </a:r>
            <a:r>
              <a:rPr sz="2450" b="0" spc="-120" dirty="0">
                <a:latin typeface="Bookman Old Style"/>
                <a:cs typeface="Bookman Old Style"/>
              </a:rPr>
              <a:t> </a:t>
            </a:r>
            <a:r>
              <a:rPr sz="2450" b="0" spc="-25" dirty="0">
                <a:latin typeface="Bookman Old Style"/>
                <a:cs typeface="Bookman Old Style"/>
              </a:rPr>
              <a:t>by</a:t>
            </a:r>
            <a:endParaRPr sz="2450">
              <a:latin typeface="Bookman Old Style"/>
              <a:cs typeface="Bookman Old Style"/>
            </a:endParaRPr>
          </a:p>
          <a:p>
            <a:pPr marL="19050">
              <a:lnSpc>
                <a:spcPts val="2875"/>
              </a:lnSpc>
            </a:pPr>
            <a:r>
              <a:rPr sz="2400" b="0" spc="-10" dirty="0">
                <a:latin typeface="Bookman Old Style"/>
                <a:cs typeface="Bookman Old Style"/>
              </a:rPr>
              <a:t>agents”</a:t>
            </a:r>
            <a:endParaRPr sz="2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Bookman Old Style"/>
              <a:cs typeface="Bookman Old Style"/>
            </a:endParaRPr>
          </a:p>
          <a:p>
            <a:pPr marL="13335">
              <a:lnSpc>
                <a:spcPts val="2855"/>
              </a:lnSpc>
            </a:pPr>
            <a:r>
              <a:rPr sz="2400" b="0" spc="-75" dirty="0">
                <a:latin typeface="Bookman Old Style"/>
                <a:cs typeface="Bookman Old Style"/>
              </a:rPr>
              <a:t>System</a:t>
            </a:r>
            <a:r>
              <a:rPr sz="2400" b="0" spc="-120" dirty="0">
                <a:latin typeface="Bookman Old Style"/>
                <a:cs typeface="Bookman Old Style"/>
              </a:rPr>
              <a:t> </a:t>
            </a:r>
            <a:r>
              <a:rPr sz="2400" b="0" spc="-100" dirty="0">
                <a:latin typeface="Bookman Old Style"/>
                <a:cs typeface="Bookman Old Style"/>
              </a:rPr>
              <a:t>functions</a:t>
            </a:r>
            <a:r>
              <a:rPr sz="2400" b="0" spc="-65" dirty="0">
                <a:latin typeface="Bookman Old Style"/>
                <a:cs typeface="Bookman Old Style"/>
              </a:rPr>
              <a:t> </a:t>
            </a:r>
            <a:r>
              <a:rPr sz="2400" b="0" spc="-45" dirty="0">
                <a:latin typeface="Bookman Old Style"/>
                <a:cs typeface="Bookman Old Style"/>
              </a:rPr>
              <a:t>are</a:t>
            </a:r>
            <a:r>
              <a:rPr sz="2400" b="0" spc="-130" dirty="0">
                <a:latin typeface="Bookman Old Style"/>
                <a:cs typeface="Bookman Old Style"/>
              </a:rPr>
              <a:t> </a:t>
            </a:r>
            <a:r>
              <a:rPr sz="2400" b="0" spc="-70" dirty="0">
                <a:latin typeface="Bookman Old Style"/>
                <a:cs typeface="Bookman Old Style"/>
              </a:rPr>
              <a:t>carried</a:t>
            </a:r>
            <a:r>
              <a:rPr sz="2400" b="0" spc="-120" dirty="0">
                <a:latin typeface="Bookman Old Style"/>
                <a:cs typeface="Bookman Old Style"/>
              </a:rPr>
              <a:t> </a:t>
            </a:r>
            <a:r>
              <a:rPr sz="2400" b="0" spc="-130" dirty="0">
                <a:latin typeface="Bookman Old Style"/>
                <a:cs typeface="Bookman Old Style"/>
              </a:rPr>
              <a:t>out</a:t>
            </a:r>
            <a:r>
              <a:rPr sz="2400" b="0" spc="-65" dirty="0">
                <a:latin typeface="Bookman Old Style"/>
                <a:cs typeface="Bookman Old Style"/>
              </a:rPr>
              <a:t> </a:t>
            </a:r>
            <a:r>
              <a:rPr sz="2400" b="0" spc="-45" dirty="0">
                <a:latin typeface="Bookman Old Style"/>
                <a:cs typeface="Bookman Old Style"/>
              </a:rPr>
              <a:t>by</a:t>
            </a:r>
            <a:r>
              <a:rPr sz="2400" b="0" spc="-65" dirty="0">
                <a:latin typeface="Bookman Old Style"/>
                <a:cs typeface="Bookman Old Style"/>
              </a:rPr>
              <a:t> </a:t>
            </a:r>
            <a:r>
              <a:rPr sz="2400" b="0" spc="-90" dirty="0">
                <a:latin typeface="Bookman Old Style"/>
                <a:cs typeface="Bookman Old Style"/>
              </a:rPr>
              <a:t>agents,</a:t>
            </a:r>
            <a:r>
              <a:rPr sz="2400" b="0" spc="-45" dirty="0">
                <a:latin typeface="Bookman Old Style"/>
                <a:cs typeface="Bookman Old Style"/>
              </a:rPr>
              <a:t> </a:t>
            </a:r>
            <a:r>
              <a:rPr sz="2400" b="0" spc="-40" dirty="0">
                <a:latin typeface="Bookman Old Style"/>
                <a:cs typeface="Bookman Old Style"/>
              </a:rPr>
              <a:t>hence</a:t>
            </a:r>
            <a:endParaRPr sz="2400">
              <a:latin typeface="Bookman Old Style"/>
              <a:cs typeface="Bookman Old Style"/>
            </a:endParaRPr>
          </a:p>
          <a:p>
            <a:pPr marL="19050">
              <a:lnSpc>
                <a:spcPts val="2915"/>
              </a:lnSpc>
            </a:pPr>
            <a:r>
              <a:rPr sz="2450" b="0" spc="-185" dirty="0">
                <a:latin typeface="Bookman Old Style"/>
                <a:cs typeface="Bookman Old Style"/>
              </a:rPr>
              <a:t>an</a:t>
            </a:r>
            <a:r>
              <a:rPr sz="2450" b="0" spc="-65" dirty="0">
                <a:latin typeface="Bookman Old Style"/>
                <a:cs typeface="Bookman Old Style"/>
              </a:rPr>
              <a:t> </a:t>
            </a:r>
            <a:r>
              <a:rPr sz="2450" b="0" spc="-155" dirty="0">
                <a:latin typeface="Bookman Old Style"/>
                <a:cs typeface="Bookman Old Style"/>
              </a:rPr>
              <a:t>OS</a:t>
            </a:r>
            <a:r>
              <a:rPr sz="2450" b="0" spc="-65" dirty="0">
                <a:latin typeface="Bookman Old Style"/>
                <a:cs typeface="Bookman Old Style"/>
              </a:rPr>
              <a:t> </a:t>
            </a:r>
            <a:r>
              <a:rPr sz="2450" b="0" spc="-90" dirty="0">
                <a:latin typeface="Bookman Old Style"/>
                <a:cs typeface="Bookman Old Style"/>
              </a:rPr>
              <a:t>of</a:t>
            </a:r>
            <a:r>
              <a:rPr sz="2450" b="0" spc="-85" dirty="0">
                <a:latin typeface="Bookman Old Style"/>
                <a:cs typeface="Bookman Old Style"/>
              </a:rPr>
              <a:t> </a:t>
            </a:r>
            <a:r>
              <a:rPr sz="2450" b="0" spc="-20" dirty="0">
                <a:latin typeface="Bookman Old Style"/>
                <a:cs typeface="Bookman Old Style"/>
              </a:rPr>
              <a:t>agent</a:t>
            </a:r>
            <a:endParaRPr sz="245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450">
              <a:latin typeface="Bookman Old Style"/>
              <a:cs typeface="Bookman Old Style"/>
            </a:endParaRPr>
          </a:p>
          <a:p>
            <a:pPr marL="12700">
              <a:lnSpc>
                <a:spcPts val="2935"/>
              </a:lnSpc>
            </a:pPr>
            <a:r>
              <a:rPr sz="2450" b="0" spc="-60" dirty="0">
                <a:latin typeface="Bookman Old Style"/>
                <a:cs typeface="Bookman Old Style"/>
              </a:rPr>
              <a:t>Agent</a:t>
            </a:r>
            <a:r>
              <a:rPr sz="2450" b="0" spc="-140" dirty="0">
                <a:latin typeface="Bookman Old Style"/>
                <a:cs typeface="Bookman Old Style"/>
              </a:rPr>
              <a:t> </a:t>
            </a:r>
            <a:r>
              <a:rPr sz="2450" b="0" spc="-80" dirty="0">
                <a:latin typeface="Bookman Old Style"/>
                <a:cs typeface="Bookman Old Style"/>
              </a:rPr>
              <a:t>OS</a:t>
            </a:r>
            <a:r>
              <a:rPr sz="2450" b="0" spc="-114" dirty="0">
                <a:latin typeface="Bookman Old Style"/>
                <a:cs typeface="Bookman Old Style"/>
              </a:rPr>
              <a:t> </a:t>
            </a:r>
            <a:r>
              <a:rPr sz="2450" b="0" spc="-140" dirty="0">
                <a:latin typeface="Bookman Old Style"/>
                <a:cs typeface="Bookman Old Style"/>
              </a:rPr>
              <a:t>manages</a:t>
            </a:r>
            <a:r>
              <a:rPr sz="2450" b="0" spc="-55" dirty="0">
                <a:latin typeface="Bookman Old Style"/>
                <a:cs typeface="Bookman Old Style"/>
              </a:rPr>
              <a:t> </a:t>
            </a:r>
            <a:r>
              <a:rPr sz="2450" b="0" spc="-85" dirty="0">
                <a:latin typeface="Bookman Old Style"/>
                <a:cs typeface="Bookman Old Style"/>
              </a:rPr>
              <a:t>the</a:t>
            </a:r>
            <a:r>
              <a:rPr sz="2450" b="0" spc="-114" dirty="0">
                <a:latin typeface="Bookman Old Style"/>
                <a:cs typeface="Bookman Old Style"/>
              </a:rPr>
              <a:t> </a:t>
            </a:r>
            <a:r>
              <a:rPr sz="2450" b="0" spc="-120" dirty="0">
                <a:latin typeface="Bookman Old Style"/>
                <a:cs typeface="Bookman Old Style"/>
              </a:rPr>
              <a:t>agents,hence</a:t>
            </a:r>
            <a:r>
              <a:rPr sz="2450" b="0" spc="50" dirty="0">
                <a:latin typeface="Bookman Old Style"/>
                <a:cs typeface="Bookman Old Style"/>
              </a:rPr>
              <a:t> </a:t>
            </a:r>
            <a:r>
              <a:rPr sz="2450" b="0" spc="-190" dirty="0">
                <a:latin typeface="Bookman Old Style"/>
                <a:cs typeface="Bookman Old Style"/>
              </a:rPr>
              <a:t>OS</a:t>
            </a:r>
            <a:r>
              <a:rPr sz="2450" b="0" spc="-45" dirty="0">
                <a:latin typeface="Bookman Old Style"/>
                <a:cs typeface="Bookman Old Style"/>
              </a:rPr>
              <a:t> </a:t>
            </a:r>
            <a:r>
              <a:rPr sz="2450" b="0" spc="-25" dirty="0">
                <a:latin typeface="Bookman Old Style"/>
                <a:cs typeface="Bookman Old Style"/>
              </a:rPr>
              <a:t>for</a:t>
            </a:r>
            <a:endParaRPr sz="2450">
              <a:latin typeface="Bookman Old Style"/>
              <a:cs typeface="Bookman Old Style"/>
            </a:endParaRPr>
          </a:p>
          <a:p>
            <a:pPr marL="19050">
              <a:lnSpc>
                <a:spcPts val="2875"/>
              </a:lnSpc>
            </a:pPr>
            <a:r>
              <a:rPr sz="2400" b="0" spc="-10" dirty="0">
                <a:latin typeface="Bookman Old Style"/>
                <a:cs typeface="Bookman Old Style"/>
              </a:rPr>
              <a:t>agents</a:t>
            </a:r>
            <a:endParaRPr sz="2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Bookman Old Style"/>
              <a:cs typeface="Bookman Old Style"/>
            </a:endParaRPr>
          </a:p>
          <a:p>
            <a:pPr marL="12700" marR="245110" indent="1905">
              <a:lnSpc>
                <a:spcPts val="2880"/>
              </a:lnSpc>
            </a:pPr>
            <a:r>
              <a:rPr sz="2450" b="0" spc="-60" dirty="0">
                <a:latin typeface="Bookman Old Style"/>
                <a:cs typeface="Bookman Old Style"/>
              </a:rPr>
              <a:t>For</a:t>
            </a:r>
            <a:r>
              <a:rPr sz="2450" b="0" spc="-140" dirty="0">
                <a:latin typeface="Bookman Old Style"/>
                <a:cs typeface="Bookman Old Style"/>
              </a:rPr>
              <a:t> </a:t>
            </a:r>
            <a:r>
              <a:rPr sz="2450" b="0" spc="-100" dirty="0">
                <a:latin typeface="Bookman Old Style"/>
                <a:cs typeface="Bookman Old Style"/>
              </a:rPr>
              <a:t>agent</a:t>
            </a:r>
            <a:r>
              <a:rPr sz="2450" b="0" spc="-95" dirty="0">
                <a:latin typeface="Bookman Old Style"/>
                <a:cs typeface="Bookman Old Style"/>
              </a:rPr>
              <a:t> </a:t>
            </a:r>
            <a:r>
              <a:rPr sz="2450" b="0" spc="-140" dirty="0">
                <a:latin typeface="Bookman Old Style"/>
                <a:cs typeface="Bookman Old Style"/>
              </a:rPr>
              <a:t>communication</a:t>
            </a:r>
            <a:r>
              <a:rPr sz="2450" b="0" spc="25" dirty="0">
                <a:latin typeface="Bookman Old Style"/>
                <a:cs typeface="Bookman Old Style"/>
              </a:rPr>
              <a:t> </a:t>
            </a:r>
            <a:r>
              <a:rPr sz="2450" b="0" spc="-105" dirty="0">
                <a:latin typeface="Bookman Old Style"/>
                <a:cs typeface="Bookman Old Style"/>
              </a:rPr>
              <a:t>underlying</a:t>
            </a:r>
            <a:r>
              <a:rPr sz="2450" b="0" spc="-30" dirty="0">
                <a:latin typeface="Bookman Old Style"/>
                <a:cs typeface="Bookman Old Style"/>
              </a:rPr>
              <a:t> </a:t>
            </a:r>
            <a:r>
              <a:rPr sz="2450" b="0" spc="-135" dirty="0">
                <a:latin typeface="Bookman Old Style"/>
                <a:cs typeface="Bookman Old Style"/>
              </a:rPr>
              <a:t>protocol</a:t>
            </a:r>
            <a:r>
              <a:rPr sz="2450" b="0" spc="-65" dirty="0">
                <a:latin typeface="Bookman Old Style"/>
                <a:cs typeface="Bookman Old Style"/>
              </a:rPr>
              <a:t> </a:t>
            </a:r>
            <a:r>
              <a:rPr sz="2450" b="0" spc="-35" dirty="0">
                <a:latin typeface="Bookman Old Style"/>
                <a:cs typeface="Bookman Old Style"/>
              </a:rPr>
              <a:t>is </a:t>
            </a:r>
            <a:r>
              <a:rPr sz="2450" b="0" spc="-45" dirty="0">
                <a:latin typeface="Bookman Old Style"/>
                <a:cs typeface="Bookman Old Style"/>
              </a:rPr>
              <a:t>partially</a:t>
            </a:r>
            <a:r>
              <a:rPr sz="2450" b="0" spc="-60" dirty="0">
                <a:latin typeface="Bookman Old Style"/>
                <a:cs typeface="Bookman Old Style"/>
              </a:rPr>
              <a:t> </a:t>
            </a:r>
            <a:r>
              <a:rPr sz="2450" b="0" spc="-100" dirty="0">
                <a:latin typeface="Bookman Old Style"/>
                <a:cs typeface="Bookman Old Style"/>
              </a:rPr>
              <a:t>generated</a:t>
            </a:r>
            <a:r>
              <a:rPr sz="2450" b="0" spc="-90" dirty="0">
                <a:latin typeface="Bookman Old Style"/>
                <a:cs typeface="Bookman Old Style"/>
              </a:rPr>
              <a:t> </a:t>
            </a:r>
            <a:r>
              <a:rPr sz="2450" b="0" spc="-110" dirty="0">
                <a:latin typeface="Bookman Old Style"/>
                <a:cs typeface="Bookman Old Style"/>
              </a:rPr>
              <a:t>by</a:t>
            </a:r>
            <a:r>
              <a:rPr sz="2450" b="0" spc="-90" dirty="0">
                <a:latin typeface="Bookman Old Style"/>
                <a:cs typeface="Bookman Old Style"/>
              </a:rPr>
              <a:t> </a:t>
            </a:r>
            <a:r>
              <a:rPr sz="2450" b="0" spc="-10" dirty="0">
                <a:latin typeface="Bookman Old Style"/>
                <a:cs typeface="Bookman Old Style"/>
              </a:rPr>
              <a:t>agents</a:t>
            </a:r>
            <a:endParaRPr sz="2450">
              <a:latin typeface="Bookman Old Style"/>
              <a:cs typeface="Bookman Old Style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8179593" y="5741789"/>
            <a:ext cx="500380" cy="384175"/>
            <a:chOff x="8179593" y="5741789"/>
            <a:chExt cx="500380" cy="384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9593" y="5795367"/>
              <a:ext cx="178593" cy="3303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2468" y="5741789"/>
              <a:ext cx="250031" cy="1785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29625" y="5813226"/>
              <a:ext cx="250031" cy="3125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4432" rIns="0" bIns="0" rtlCol="0">
            <a:spAutoFit/>
          </a:bodyPr>
          <a:lstStyle/>
          <a:p>
            <a:pPr marL="215392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390" y="1777008"/>
            <a:ext cx="6411516" cy="1607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531" y="2786062"/>
            <a:ext cx="4947047" cy="2232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461" y="3607593"/>
            <a:ext cx="6420445" cy="1607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80670" marR="127635" indent="-268605">
              <a:lnSpc>
                <a:spcPts val="2390"/>
              </a:lnSpc>
              <a:spcBef>
                <a:spcPts val="235"/>
              </a:spcBef>
            </a:pPr>
            <a:r>
              <a:rPr spc="55" dirty="0">
                <a:solidFill>
                  <a:srgbClr val="DD956B"/>
                </a:solidFill>
              </a:rPr>
              <a:t>o</a:t>
            </a:r>
            <a:r>
              <a:rPr spc="295" dirty="0">
                <a:solidFill>
                  <a:srgbClr val="DD956B"/>
                </a:solidFill>
              </a:rPr>
              <a:t> </a:t>
            </a:r>
            <a:r>
              <a:rPr dirty="0">
                <a:solidFill>
                  <a:srgbClr val="A16246"/>
                </a:solidFill>
              </a:rPr>
              <a:t>htt</a:t>
            </a:r>
            <a:r>
              <a:rPr spc="-40" dirty="0">
                <a:solidFill>
                  <a:srgbClr val="A16246"/>
                </a:solidFill>
              </a:rPr>
              <a:t>  </a:t>
            </a:r>
            <a:r>
              <a:rPr spc="-190" dirty="0"/>
              <a:t>://</a:t>
            </a:r>
            <a:r>
              <a:rPr spc="-190" dirty="0">
                <a:hlinkClick r:id="rId5"/>
              </a:rPr>
              <a:t>www.iavaworld.com/1aVawOrld/1W-</a:t>
            </a:r>
            <a:r>
              <a:rPr spc="-180" dirty="0">
                <a:hlinkClick r:id="rId5"/>
              </a:rPr>
              <a:t>04-</a:t>
            </a:r>
            <a:r>
              <a:rPr spc="-190" dirty="0">
                <a:solidFill>
                  <a:srgbClr val="A56B44"/>
                </a:solidFill>
              </a:rPr>
              <a:t>1997/</a:t>
            </a:r>
            <a:r>
              <a:rPr spc="-235" dirty="0">
                <a:solidFill>
                  <a:srgbClr val="A56B44"/>
                </a:solidFill>
              </a:rPr>
              <a:t>1</a:t>
            </a:r>
            <a:r>
              <a:rPr spc="-1425" dirty="0">
                <a:solidFill>
                  <a:srgbClr val="AF6E41"/>
                </a:solidFill>
              </a:rPr>
              <a:t>0</a:t>
            </a:r>
            <a:r>
              <a:rPr spc="-520" dirty="0">
                <a:solidFill>
                  <a:srgbClr val="A56B44"/>
                </a:solidFill>
              </a:rPr>
              <a:t>w</a:t>
            </a:r>
            <a:r>
              <a:rPr spc="-190" dirty="0">
                <a:solidFill>
                  <a:srgbClr val="AF6E41"/>
                </a:solidFill>
              </a:rPr>
              <a:t>4</a:t>
            </a:r>
            <a:r>
              <a:rPr spc="-370" dirty="0">
                <a:solidFill>
                  <a:srgbClr val="AF6E41"/>
                </a:solidFill>
              </a:rPr>
              <a:t> </a:t>
            </a:r>
            <a:r>
              <a:rPr u="heavy" spc="-20" dirty="0">
                <a:solidFill>
                  <a:srgbClr val="B37042"/>
                </a:solidFill>
                <a:uFill>
                  <a:solidFill>
                    <a:srgbClr val="A0744F"/>
                  </a:solidFill>
                </a:uFill>
              </a:rPr>
              <a:t>agents.html</a:t>
            </a: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u="heavy" spc="-20" dirty="0">
              <a:solidFill>
                <a:srgbClr val="B37042"/>
              </a:solidFill>
              <a:uFill>
                <a:solidFill>
                  <a:srgbClr val="A0744F"/>
                </a:solidFill>
              </a:uFill>
            </a:endParaRPr>
          </a:p>
          <a:p>
            <a:pPr marL="12700">
              <a:lnSpc>
                <a:spcPct val="100000"/>
              </a:lnSpc>
              <a:tabLst>
                <a:tab pos="1256665" algn="l"/>
              </a:tabLst>
            </a:pPr>
            <a:r>
              <a:rPr dirty="0">
                <a:solidFill>
                  <a:srgbClr val="CF8C60"/>
                </a:solidFill>
              </a:rPr>
              <a:t>o</a:t>
            </a:r>
            <a:r>
              <a:rPr spc="295" dirty="0">
                <a:solidFill>
                  <a:srgbClr val="CF8C60"/>
                </a:solidFill>
              </a:rPr>
              <a:t> </a:t>
            </a:r>
            <a:r>
              <a:rPr spc="-25" dirty="0">
                <a:solidFill>
                  <a:srgbClr val="A3623D"/>
                </a:solidFill>
              </a:rPr>
              <a:t>htt</a:t>
            </a:r>
            <a:r>
              <a:rPr dirty="0">
                <a:solidFill>
                  <a:srgbClr val="A3623D"/>
                </a:solidFill>
              </a:rPr>
              <a:t>	</a:t>
            </a:r>
            <a:r>
              <a:rPr spc="-130" dirty="0">
                <a:solidFill>
                  <a:srgbClr val="90624B"/>
                </a:solidFill>
              </a:rPr>
              <a:t>lash.iavasoft.com/beans/s</a:t>
            </a:r>
            <a:r>
              <a:rPr spc="170" dirty="0">
                <a:solidFill>
                  <a:srgbClr val="90624B"/>
                </a:solidFill>
              </a:rPr>
              <a:t> </a:t>
            </a:r>
            <a:r>
              <a:rPr spc="-10" dirty="0">
                <a:solidFill>
                  <a:srgbClr val="B56B42"/>
                </a:solidFill>
              </a:rPr>
              <a:t>ec.html</a:t>
            </a: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pc="-10" dirty="0">
              <a:solidFill>
                <a:srgbClr val="B56B42"/>
              </a:solidFill>
            </a:endParaRPr>
          </a:p>
          <a:p>
            <a:pPr marL="12700">
              <a:lnSpc>
                <a:spcPts val="2370"/>
              </a:lnSpc>
            </a:pPr>
            <a:r>
              <a:rPr sz="2000" dirty="0">
                <a:solidFill>
                  <a:srgbClr val="DB8C59"/>
                </a:solidFill>
              </a:rPr>
              <a:t>o</a:t>
            </a:r>
            <a:r>
              <a:rPr sz="2000" spc="375" dirty="0">
                <a:solidFill>
                  <a:srgbClr val="DB8C59"/>
                </a:solidFill>
              </a:rPr>
              <a:t> </a:t>
            </a:r>
            <a:r>
              <a:rPr sz="2000" dirty="0">
                <a:solidFill>
                  <a:srgbClr val="A16446"/>
                </a:solidFill>
              </a:rPr>
              <a:t>htt</a:t>
            </a:r>
            <a:r>
              <a:rPr sz="2000" spc="-25" dirty="0">
                <a:solidFill>
                  <a:srgbClr val="A16446"/>
                </a:solidFill>
              </a:rPr>
              <a:t>  </a:t>
            </a:r>
            <a:r>
              <a:rPr sz="2000" spc="-204" dirty="0">
                <a:solidFill>
                  <a:srgbClr val="89645B"/>
                </a:solidFill>
              </a:rPr>
              <a:t>://</a:t>
            </a:r>
            <a:r>
              <a:rPr sz="2000" spc="-204" dirty="0">
                <a:solidFill>
                  <a:srgbClr val="89645B"/>
                </a:solidFill>
                <a:hlinkClick r:id="rId6"/>
              </a:rPr>
              <a:t>www.1aVaworld.com/1avaworld/1W</a:t>
            </a:r>
            <a:r>
              <a:rPr sz="2000" spc="-204" dirty="0">
                <a:solidFill>
                  <a:srgbClr val="89645B"/>
                </a:solidFill>
              </a:rPr>
              <a:t>-</a:t>
            </a:r>
            <a:r>
              <a:rPr sz="2000" spc="-190" dirty="0">
                <a:solidFill>
                  <a:srgbClr val="89645B"/>
                </a:solidFill>
              </a:rPr>
              <a:t>04-</a:t>
            </a:r>
            <a:r>
              <a:rPr sz="2000" spc="-220" dirty="0">
                <a:solidFill>
                  <a:srgbClr val="9E643D"/>
                </a:solidFill>
              </a:rPr>
              <a:t>1997/1W-</a:t>
            </a:r>
            <a:r>
              <a:rPr sz="2000" spc="-70" dirty="0">
                <a:solidFill>
                  <a:srgbClr val="9E643D"/>
                </a:solidFill>
              </a:rPr>
              <a:t>04-</a:t>
            </a:r>
            <a:endParaRPr sz="2000"/>
          </a:p>
          <a:p>
            <a:pPr marL="281305">
              <a:lnSpc>
                <a:spcPts val="2430"/>
              </a:lnSpc>
            </a:pPr>
            <a:r>
              <a:rPr u="sng" spc="-30" dirty="0">
                <a:solidFill>
                  <a:srgbClr val="8E6446"/>
                </a:solidFill>
                <a:uFill>
                  <a:solidFill>
                    <a:srgbClr val="A37757"/>
                  </a:solidFill>
                </a:uFill>
              </a:rPr>
              <a:t>hood.html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51311" y="3342133"/>
            <a:ext cx="5369560" cy="687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50" spc="55" dirty="0"/>
              <a:t>ANY</a:t>
            </a:r>
            <a:r>
              <a:rPr sz="4350" spc="-150" dirty="0"/>
              <a:t> </a:t>
            </a:r>
            <a:r>
              <a:rPr sz="4350" spc="-165" dirty="0"/>
              <a:t>QUESTIONS???</a:t>
            </a:r>
            <a:endParaRPr sz="43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67941" y="3168996"/>
            <a:ext cx="4646295" cy="836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300" dirty="0"/>
              <a:t>THANK</a:t>
            </a:r>
            <a:r>
              <a:rPr sz="5300" spc="-330" dirty="0"/>
              <a:t> </a:t>
            </a:r>
            <a:r>
              <a:rPr sz="5300" spc="-120" dirty="0"/>
              <a:t>YOU...</a:t>
            </a:r>
            <a:endParaRPr sz="5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738</Words>
  <Application>Microsoft Office PowerPoint</Application>
  <PresentationFormat>全屏显示(4:3)</PresentationFormat>
  <Paragraphs>170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Arial</vt:lpstr>
      <vt:lpstr>Bookman Old Style</vt:lpstr>
      <vt:lpstr>Cambria</vt:lpstr>
      <vt:lpstr>Times New Roman</vt:lpstr>
      <vt:lpstr>Trebuchet MS</vt:lpstr>
      <vt:lpstr>Office Theme</vt:lpstr>
      <vt:lpstr>PowerPoint 演示文稿</vt:lpstr>
      <vt:lpstr>CONTENTS</vt:lpstr>
      <vt:lpstr>INTRODUCTION</vt:lpstr>
      <vt:lpstr>AGENT OS</vt:lpstr>
      <vt:lpstr>AGENTS</vt:lpstr>
      <vt:lpstr>AGENT PARADIGM</vt:lpstr>
      <vt:lpstr>AGENT PARADIGM(CONTD..)</vt:lpstr>
      <vt:lpstr>AGENT PARADIGM(CONTD..)</vt:lpstr>
      <vt:lpstr>APPLICATION ACTIVITIES SUITED TO MOBILE AGENTS</vt:lpstr>
      <vt:lpstr>THE AGENT LIFECYCLE</vt:lpstr>
      <vt:lpstr>AGENT OS REQUIREMENTS</vt:lpstr>
      <vt:lpstr>AGENT OS REQUIREMENTS(CONTD..)</vt:lpstr>
      <vt:lpstr>DESIGN OF AGENT OS</vt:lpstr>
      <vt:lpstr>ÑYSiTEM  fONfPONENTSi</vt:lpstr>
      <vt:lpstr>SYSTEM LIOMPONENTS(CONTD..)</vt:lpstr>
      <vt:lpstr>SYSTEM COMPONENTS(CONTD..)</vt:lpstr>
      <vt:lpstr>Agents</vt:lpstr>
      <vt:lpstr>INSTANCE IDs</vt:lpstr>
      <vt:lpstr>ADVANTAGES</vt:lpstr>
      <vt:lpstr>CONCLUSION</vt:lpstr>
      <vt:lpstr>REFERENCES</vt:lpstr>
      <vt:lpstr>ANY QUESTIONS???</vt:lpstr>
      <vt:lpstr>THANK YOU...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Yeh-Ching Chung</cp:lastModifiedBy>
  <cp:revision>1</cp:revision>
  <dcterms:created xsi:type="dcterms:W3CDTF">2026-09-28T05:12:40Z</dcterms:created>
  <dcterms:modified xsi:type="dcterms:W3CDTF">2026-09-28T05:15:49Z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Producer">
    <vt:lpwstr>jsPDF 1.3.2 2016-09-30T20:33:17.116Z:jameshall</vt:lpwstr>
  </property>
  <property fmtid="{D5CDD505-2E9C-101B-9397-08002B2CF9AE}" pid="5" name="LastSaved">
    <vt:filetime>2026-09-28T00:00:00Z</vt:filetime>
  </property>
</Properties>
</file>