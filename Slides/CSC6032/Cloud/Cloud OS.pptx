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4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597773-01B7-97C8-8C3C-174C331038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FEDB1A-0785-42C5-4F41-313C81DE1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255E3D-943A-3208-0FF6-9CF4E4DB3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609ADE-B21B-0113-3664-590AC24E2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27C2C-75C1-EC9B-3AF5-E35DF0DF0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1138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67B34-2E79-EB2E-A4F7-5F343C30E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B91CDF-AF25-2BD4-CB98-267ED00F5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40FC75-A236-5081-67A7-FB3376FE0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E46A4A-0416-4882-7987-A4842BA5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962F25-518F-C9FF-9101-F73AAE025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53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E5A56E-90D7-6F99-B5D9-C6DCD153F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84C400-E176-F69A-6285-BE97FAF1B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C3A520-5DA3-CC58-6F06-E44DFB09A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CE91F9-6422-D57E-479C-B3FA050AB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D9F180-ADF1-A388-480F-1C2FC755B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682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4055C5-A991-D8E9-6E84-8F2AE6A82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601FB1-81E0-827E-8C12-5C70B4677B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9BD1607-6788-24A5-FB1D-021C5BDAE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ED9ADC-88B9-151C-F521-F587428E6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BB0340-CED0-EC4F-45B6-4A1913F1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660AC9-F354-5043-26E9-5C102E7D0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160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8D70D7-C696-E5B5-A929-FE7A05418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D3E618E-538D-BC2C-E7D3-237182B1E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195DB3E-6E57-1A86-616E-BAF4A0B7F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8991074-ACCA-C1AB-FF66-0C8F19C96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CF1EF6E-B143-8814-D8D3-F56C02C5DD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CD2B315-190C-7D93-DB71-3B3902419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A30AA7D-2607-DDEA-7DB3-04C2BCD2B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B06C6DA-E83E-77A2-5B09-FD9C9F9B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460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149CA1-ACE1-6828-6238-8010D59C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8B9991C-7277-F831-6F9B-D12866C5F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AE4052-8FEA-0645-3106-A6164EB1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8C074D8-02FA-337C-13FA-2148F4444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480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B88AAB1-4A74-9045-98D3-7A0933AD9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35316B9-8108-1EE1-C165-01FBEA46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11787-7565-A5EB-B5B5-6316A1B8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491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242B9-5F79-9666-56A4-EC4D9C90C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9A80472-0FA6-6C0B-E10C-F51AAF37C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1ED7560-C4E8-A880-70F0-56F9124EE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4784FC9-5B3C-E10C-90C5-6475CDB8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3F45B3-DEC0-86D4-44CB-446BE7429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7C5D6FF-EBDF-FA42-D3B9-58D12E3D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26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29027-8692-FA2D-3021-9179A4778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745B592-3E6B-EA96-A9E2-DDB205699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E5D88A1-CB54-6B83-5709-5FC2A92D5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F556F3-801F-BBE3-FAEC-FF7869447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0E2148-4F8D-118A-1561-A4B1DD15E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7C5F99-2FD3-1200-84B1-B2EF6A6FC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55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11B370-98EB-B5BE-C921-D772AD55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194EEE6-B8CB-E35D-4C3F-F794751199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61D90D-AFEB-A2D5-4A08-59C7438CB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D60A1C-A3B0-17E9-41CE-94610D6E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8A12BD-83B3-BCEA-1C29-D84DCF32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608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247017-72DB-C3AF-B84F-C475AEAA21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3430D7-2CB1-B936-22E1-D591FFF07F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B4523C-BB95-926E-092F-AFEE88017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8CC713-C18C-7265-ABD8-D92B5EDA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BC5EA6-ADDF-6FD2-503F-7C61D406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789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77DED3-22D8-CDFF-43F8-D01B301C1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3F7F43-6EFB-1875-A730-15CD6A6F26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EFBA3-7736-7F6D-7609-90C270B644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267357-CA7E-4AB7-9C16-1189688EBAFF}" type="datetimeFigureOut">
              <a:rPr lang="zh-CN" altLang="en-US" smtClean="0"/>
              <a:t>2026/9/29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2CB164-B7D7-CD5E-039D-5BF80D016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6911D-3E47-9C98-183D-E327BF55E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5584D9-5E56-4B8B-8810-91AFC617F8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6550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EFD0B0-6A17-1475-3D88-4CFEF328C9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9A25E29-1D79-2F96-021A-E4823A5BBF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3F4D04F-691F-73FE-9D50-619E5DFD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214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97BDC5F-7096-3047-CEA1-0299E2011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124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1B0ED56-E8F6-17D9-5C44-6AF734012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73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CCE520-58A9-F54F-27DD-72C0B9505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09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6C5B042-8D3C-2FF9-84E7-9BB402059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A2B1DE-BA89-C2E9-FD7E-04A921FDA2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F25C251-8F27-B8FA-F1B3-6A68060A00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72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D7E8FF-B6D9-7DD7-CDA3-0C0614640D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03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89FF2EE-448D-8DF3-18B0-67307A4489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67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85B09AA-FEB6-30C8-0ABC-E9698CFD5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3664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928A258-11A0-97D5-45E3-02283D3A8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746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6185A26-ECDA-B818-D42B-AF277EA639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4691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547E08E-1789-CFF6-A2FE-4A75B4657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41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1A6CEE9C-15D6-DFD6-8E2A-78F2D6793C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100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5FB7AFC-4F1C-A820-6BFA-ABADC498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5745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833664A-FA2C-A882-48D9-77A6F467E3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846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58E34A-7C49-3705-DD41-B32A3B1B1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296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F1A07AA-B43B-D793-4A2A-DBA5CEFB4B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62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18326D0-1A67-9BDF-75AC-95E6A93DC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A3EF4ED-0B27-6963-D641-F725AA327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687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EBC5C95-3FA6-920A-F72A-DA1285DB83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543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0B6D289-7744-5031-DF26-3B99F2B45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929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4B560B2-BACF-FC67-CC54-2FBB075EFF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372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A058D37-DBB8-AE6C-A306-46F0D0F38F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439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E100EE1-FDD2-4871-9F63-51AB86349C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8859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36F8DC8-AAA1-0FAF-3AFA-DF0950F34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930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B9DB4E-55CE-DC04-110E-83993B74C6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393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C589261-E297-2B41-7839-8072BC286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4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84A1D9D-55F2-A492-5975-D7DF548CD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130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BE55EB7-23D0-221D-263A-EA2378E10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7918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C8C40B-CA93-D8C6-88A6-850179DF2A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487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2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Yeh-Ching Chung</dc:creator>
  <cp:lastModifiedBy>Yeh-Ching Chung</cp:lastModifiedBy>
  <cp:revision>1</cp:revision>
  <dcterms:created xsi:type="dcterms:W3CDTF">2026-09-29T06:34:51Z</dcterms:created>
  <dcterms:modified xsi:type="dcterms:W3CDTF">2026-09-29T06:35:54Z</dcterms:modified>
</cp:coreProperties>
</file>