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7AB0D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7AB0D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7AB0D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4ACD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2892" y="5836920"/>
            <a:ext cx="2769107" cy="854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1207496" y="6083808"/>
            <a:ext cx="215265" cy="403860"/>
          </a:xfrm>
          <a:custGeom>
            <a:avLst/>
            <a:gdLst/>
            <a:ahLst/>
            <a:cxnLst/>
            <a:rect l="l" t="t" r="r" b="b"/>
            <a:pathLst>
              <a:path w="215265" h="403860">
                <a:moveTo>
                  <a:pt x="213740" y="0"/>
                </a:moveTo>
                <a:lnTo>
                  <a:pt x="190880" y="0"/>
                </a:lnTo>
                <a:lnTo>
                  <a:pt x="107442" y="134429"/>
                </a:lnTo>
                <a:lnTo>
                  <a:pt x="22986" y="0"/>
                </a:lnTo>
                <a:lnTo>
                  <a:pt x="0" y="0"/>
                </a:lnTo>
                <a:lnTo>
                  <a:pt x="0" y="403859"/>
                </a:lnTo>
                <a:lnTo>
                  <a:pt x="22986" y="403859"/>
                </a:lnTo>
                <a:lnTo>
                  <a:pt x="107442" y="269430"/>
                </a:lnTo>
                <a:lnTo>
                  <a:pt x="190880" y="403859"/>
                </a:lnTo>
                <a:lnTo>
                  <a:pt x="214883" y="403859"/>
                </a:lnTo>
                <a:lnTo>
                  <a:pt x="213740" y="403301"/>
                </a:lnTo>
                <a:lnTo>
                  <a:pt x="213740" y="0"/>
                </a:lnTo>
                <a:close/>
              </a:path>
            </a:pathLst>
          </a:custGeom>
          <a:solidFill>
            <a:srgbClr val="7CB1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1084052" y="6083808"/>
            <a:ext cx="123825" cy="403860"/>
          </a:xfrm>
          <a:custGeom>
            <a:avLst/>
            <a:gdLst/>
            <a:ahLst/>
            <a:cxnLst/>
            <a:rect l="l" t="t" r="r" b="b"/>
            <a:pathLst>
              <a:path w="123825" h="403860">
                <a:moveTo>
                  <a:pt x="123444" y="201371"/>
                </a:moveTo>
                <a:lnTo>
                  <a:pt x="0" y="403859"/>
                </a:lnTo>
                <a:lnTo>
                  <a:pt x="123444" y="403859"/>
                </a:lnTo>
                <a:lnTo>
                  <a:pt x="123444" y="201371"/>
                </a:lnTo>
                <a:close/>
              </a:path>
              <a:path w="123825" h="403860">
                <a:moveTo>
                  <a:pt x="123444" y="0"/>
                </a:moveTo>
                <a:lnTo>
                  <a:pt x="0" y="0"/>
                </a:lnTo>
                <a:lnTo>
                  <a:pt x="123444" y="201371"/>
                </a:lnTo>
                <a:lnTo>
                  <a:pt x="123444" y="0"/>
                </a:lnTo>
                <a:close/>
              </a:path>
            </a:pathLst>
          </a:custGeom>
          <a:solidFill>
            <a:srgbClr val="9484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1422380" y="6083808"/>
            <a:ext cx="123825" cy="403860"/>
          </a:xfrm>
          <a:custGeom>
            <a:avLst/>
            <a:gdLst/>
            <a:ahLst/>
            <a:cxnLst/>
            <a:rect l="l" t="t" r="r" b="b"/>
            <a:pathLst>
              <a:path w="123825" h="403860">
                <a:moveTo>
                  <a:pt x="123444" y="0"/>
                </a:moveTo>
                <a:lnTo>
                  <a:pt x="0" y="0"/>
                </a:lnTo>
                <a:lnTo>
                  <a:pt x="0" y="403301"/>
                </a:lnTo>
                <a:lnTo>
                  <a:pt x="1143" y="403859"/>
                </a:lnTo>
                <a:lnTo>
                  <a:pt x="123444" y="403859"/>
                </a:lnTo>
                <a:lnTo>
                  <a:pt x="1143" y="201371"/>
                </a:lnTo>
                <a:lnTo>
                  <a:pt x="123444" y="0"/>
                </a:lnTo>
                <a:close/>
              </a:path>
            </a:pathLst>
          </a:custGeom>
          <a:solidFill>
            <a:srgbClr val="7397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1422380" y="6083808"/>
            <a:ext cx="449580" cy="403860"/>
          </a:xfrm>
          <a:custGeom>
            <a:avLst/>
            <a:gdLst/>
            <a:ahLst/>
            <a:cxnLst/>
            <a:rect l="l" t="t" r="r" b="b"/>
            <a:pathLst>
              <a:path w="449579" h="403860">
                <a:moveTo>
                  <a:pt x="302387" y="0"/>
                </a:moveTo>
                <a:lnTo>
                  <a:pt x="123698" y="0"/>
                </a:lnTo>
                <a:lnTo>
                  <a:pt x="0" y="201371"/>
                </a:lnTo>
                <a:lnTo>
                  <a:pt x="123698" y="403859"/>
                </a:lnTo>
                <a:lnTo>
                  <a:pt x="123698" y="314604"/>
                </a:lnTo>
                <a:lnTo>
                  <a:pt x="334264" y="314604"/>
                </a:lnTo>
                <a:lnTo>
                  <a:pt x="376809" y="307911"/>
                </a:lnTo>
                <a:lnTo>
                  <a:pt x="419862" y="278904"/>
                </a:lnTo>
                <a:lnTo>
                  <a:pt x="442849" y="234835"/>
                </a:lnTo>
                <a:lnTo>
                  <a:pt x="447598" y="213639"/>
                </a:lnTo>
                <a:lnTo>
                  <a:pt x="123698" y="213639"/>
                </a:lnTo>
                <a:lnTo>
                  <a:pt x="123698" y="99847"/>
                </a:lnTo>
                <a:lnTo>
                  <a:pt x="446658" y="99847"/>
                </a:lnTo>
                <a:lnTo>
                  <a:pt x="442849" y="83108"/>
                </a:lnTo>
                <a:lnTo>
                  <a:pt x="419862" y="39052"/>
                </a:lnTo>
                <a:lnTo>
                  <a:pt x="375158" y="10045"/>
                </a:lnTo>
                <a:lnTo>
                  <a:pt x="329819" y="1117"/>
                </a:lnTo>
                <a:lnTo>
                  <a:pt x="302387" y="0"/>
                </a:lnTo>
                <a:close/>
              </a:path>
              <a:path w="449579" h="403860">
                <a:moveTo>
                  <a:pt x="446658" y="99847"/>
                </a:moveTo>
                <a:lnTo>
                  <a:pt x="282194" y="99847"/>
                </a:lnTo>
                <a:lnTo>
                  <a:pt x="298450" y="101523"/>
                </a:lnTo>
                <a:lnTo>
                  <a:pt x="312420" y="104863"/>
                </a:lnTo>
                <a:lnTo>
                  <a:pt x="321310" y="111556"/>
                </a:lnTo>
                <a:lnTo>
                  <a:pt x="328041" y="119926"/>
                </a:lnTo>
                <a:lnTo>
                  <a:pt x="331470" y="129971"/>
                </a:lnTo>
                <a:lnTo>
                  <a:pt x="333628" y="142798"/>
                </a:lnTo>
                <a:lnTo>
                  <a:pt x="333628" y="162877"/>
                </a:lnTo>
                <a:lnTo>
                  <a:pt x="320801" y="201371"/>
                </a:lnTo>
                <a:lnTo>
                  <a:pt x="292862" y="213639"/>
                </a:lnTo>
                <a:lnTo>
                  <a:pt x="447598" y="213639"/>
                </a:lnTo>
                <a:lnTo>
                  <a:pt x="449579" y="201371"/>
                </a:lnTo>
                <a:lnTo>
                  <a:pt x="449579" y="118821"/>
                </a:lnTo>
                <a:lnTo>
                  <a:pt x="446786" y="100406"/>
                </a:lnTo>
                <a:lnTo>
                  <a:pt x="446658" y="99847"/>
                </a:lnTo>
                <a:close/>
              </a:path>
            </a:pathLst>
          </a:custGeom>
          <a:solidFill>
            <a:srgbClr val="C6D2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747248" y="6083808"/>
            <a:ext cx="460375" cy="403860"/>
          </a:xfrm>
          <a:custGeom>
            <a:avLst/>
            <a:gdLst/>
            <a:ahLst/>
            <a:cxnLst/>
            <a:rect l="l" t="t" r="r" b="b"/>
            <a:pathLst>
              <a:path w="460375" h="403860">
                <a:moveTo>
                  <a:pt x="124713" y="0"/>
                </a:moveTo>
                <a:lnTo>
                  <a:pt x="0" y="0"/>
                </a:lnTo>
                <a:lnTo>
                  <a:pt x="0" y="403859"/>
                </a:lnTo>
                <a:lnTo>
                  <a:pt x="124713" y="403859"/>
                </a:lnTo>
                <a:lnTo>
                  <a:pt x="124713" y="160096"/>
                </a:lnTo>
                <a:lnTo>
                  <a:pt x="263189" y="160096"/>
                </a:lnTo>
                <a:lnTo>
                  <a:pt x="124713" y="0"/>
                </a:lnTo>
                <a:close/>
              </a:path>
              <a:path w="460375" h="403860">
                <a:moveTo>
                  <a:pt x="263189" y="160096"/>
                </a:moveTo>
                <a:lnTo>
                  <a:pt x="124713" y="160096"/>
                </a:lnTo>
                <a:lnTo>
                  <a:pt x="336042" y="403859"/>
                </a:lnTo>
                <a:lnTo>
                  <a:pt x="433901" y="244322"/>
                </a:lnTo>
                <a:lnTo>
                  <a:pt x="336042" y="244322"/>
                </a:lnTo>
                <a:lnTo>
                  <a:pt x="263189" y="160096"/>
                </a:lnTo>
                <a:close/>
              </a:path>
              <a:path w="460375" h="403860">
                <a:moveTo>
                  <a:pt x="336042" y="0"/>
                </a:moveTo>
                <a:lnTo>
                  <a:pt x="336042" y="244322"/>
                </a:lnTo>
                <a:lnTo>
                  <a:pt x="433901" y="244322"/>
                </a:lnTo>
                <a:lnTo>
                  <a:pt x="460248" y="201371"/>
                </a:lnTo>
                <a:lnTo>
                  <a:pt x="336042" y="0"/>
                </a:lnTo>
                <a:close/>
              </a:path>
            </a:pathLst>
          </a:custGeom>
          <a:solidFill>
            <a:srgbClr val="FF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7AB0D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7AB0D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207495" y="6083808"/>
            <a:ext cx="215265" cy="403860"/>
          </a:xfrm>
          <a:custGeom>
            <a:avLst/>
            <a:gdLst/>
            <a:ahLst/>
            <a:cxnLst/>
            <a:rect l="l" t="t" r="r" b="b"/>
            <a:pathLst>
              <a:path w="215265" h="403860">
                <a:moveTo>
                  <a:pt x="213740" y="0"/>
                </a:moveTo>
                <a:lnTo>
                  <a:pt x="190880" y="0"/>
                </a:lnTo>
                <a:lnTo>
                  <a:pt x="107442" y="134429"/>
                </a:lnTo>
                <a:lnTo>
                  <a:pt x="22986" y="0"/>
                </a:lnTo>
                <a:lnTo>
                  <a:pt x="0" y="0"/>
                </a:lnTo>
                <a:lnTo>
                  <a:pt x="0" y="403859"/>
                </a:lnTo>
                <a:lnTo>
                  <a:pt x="22986" y="403859"/>
                </a:lnTo>
                <a:lnTo>
                  <a:pt x="107442" y="269430"/>
                </a:lnTo>
                <a:lnTo>
                  <a:pt x="190880" y="403859"/>
                </a:lnTo>
                <a:lnTo>
                  <a:pt x="214883" y="403859"/>
                </a:lnTo>
                <a:lnTo>
                  <a:pt x="213740" y="403301"/>
                </a:lnTo>
                <a:lnTo>
                  <a:pt x="213740" y="0"/>
                </a:lnTo>
                <a:close/>
              </a:path>
            </a:pathLst>
          </a:custGeom>
          <a:solidFill>
            <a:srgbClr val="7CB1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084051" y="6083808"/>
            <a:ext cx="123825" cy="403860"/>
          </a:xfrm>
          <a:custGeom>
            <a:avLst/>
            <a:gdLst/>
            <a:ahLst/>
            <a:cxnLst/>
            <a:rect l="l" t="t" r="r" b="b"/>
            <a:pathLst>
              <a:path w="123825" h="403860">
                <a:moveTo>
                  <a:pt x="123444" y="201371"/>
                </a:moveTo>
                <a:lnTo>
                  <a:pt x="0" y="403859"/>
                </a:lnTo>
                <a:lnTo>
                  <a:pt x="123444" y="403859"/>
                </a:lnTo>
                <a:lnTo>
                  <a:pt x="123444" y="201371"/>
                </a:lnTo>
                <a:close/>
              </a:path>
              <a:path w="123825" h="403860">
                <a:moveTo>
                  <a:pt x="123444" y="0"/>
                </a:moveTo>
                <a:lnTo>
                  <a:pt x="0" y="0"/>
                </a:lnTo>
                <a:lnTo>
                  <a:pt x="123444" y="201371"/>
                </a:lnTo>
                <a:lnTo>
                  <a:pt x="123444" y="0"/>
                </a:lnTo>
                <a:close/>
              </a:path>
            </a:pathLst>
          </a:custGeom>
          <a:solidFill>
            <a:srgbClr val="9484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422379" y="6083808"/>
            <a:ext cx="123825" cy="403860"/>
          </a:xfrm>
          <a:custGeom>
            <a:avLst/>
            <a:gdLst/>
            <a:ahLst/>
            <a:cxnLst/>
            <a:rect l="l" t="t" r="r" b="b"/>
            <a:pathLst>
              <a:path w="123825" h="403860">
                <a:moveTo>
                  <a:pt x="123444" y="0"/>
                </a:moveTo>
                <a:lnTo>
                  <a:pt x="0" y="0"/>
                </a:lnTo>
                <a:lnTo>
                  <a:pt x="0" y="403301"/>
                </a:lnTo>
                <a:lnTo>
                  <a:pt x="1143" y="403859"/>
                </a:lnTo>
                <a:lnTo>
                  <a:pt x="123444" y="403859"/>
                </a:lnTo>
                <a:lnTo>
                  <a:pt x="1143" y="201371"/>
                </a:lnTo>
                <a:lnTo>
                  <a:pt x="123444" y="0"/>
                </a:lnTo>
                <a:close/>
              </a:path>
            </a:pathLst>
          </a:custGeom>
          <a:solidFill>
            <a:srgbClr val="7397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1422379" y="6083808"/>
            <a:ext cx="449580" cy="403860"/>
          </a:xfrm>
          <a:custGeom>
            <a:avLst/>
            <a:gdLst/>
            <a:ahLst/>
            <a:cxnLst/>
            <a:rect l="l" t="t" r="r" b="b"/>
            <a:pathLst>
              <a:path w="449579" h="403860">
                <a:moveTo>
                  <a:pt x="302387" y="0"/>
                </a:moveTo>
                <a:lnTo>
                  <a:pt x="123698" y="0"/>
                </a:lnTo>
                <a:lnTo>
                  <a:pt x="0" y="201371"/>
                </a:lnTo>
                <a:lnTo>
                  <a:pt x="123698" y="403859"/>
                </a:lnTo>
                <a:lnTo>
                  <a:pt x="123698" y="314604"/>
                </a:lnTo>
                <a:lnTo>
                  <a:pt x="334264" y="314604"/>
                </a:lnTo>
                <a:lnTo>
                  <a:pt x="376809" y="307911"/>
                </a:lnTo>
                <a:lnTo>
                  <a:pt x="419862" y="278904"/>
                </a:lnTo>
                <a:lnTo>
                  <a:pt x="442849" y="234835"/>
                </a:lnTo>
                <a:lnTo>
                  <a:pt x="447598" y="213639"/>
                </a:lnTo>
                <a:lnTo>
                  <a:pt x="123698" y="213639"/>
                </a:lnTo>
                <a:lnTo>
                  <a:pt x="123698" y="99847"/>
                </a:lnTo>
                <a:lnTo>
                  <a:pt x="446658" y="99847"/>
                </a:lnTo>
                <a:lnTo>
                  <a:pt x="442849" y="83108"/>
                </a:lnTo>
                <a:lnTo>
                  <a:pt x="419862" y="39052"/>
                </a:lnTo>
                <a:lnTo>
                  <a:pt x="375158" y="10045"/>
                </a:lnTo>
                <a:lnTo>
                  <a:pt x="329819" y="1117"/>
                </a:lnTo>
                <a:lnTo>
                  <a:pt x="302387" y="0"/>
                </a:lnTo>
                <a:close/>
              </a:path>
              <a:path w="449579" h="403860">
                <a:moveTo>
                  <a:pt x="446658" y="99847"/>
                </a:moveTo>
                <a:lnTo>
                  <a:pt x="282194" y="99847"/>
                </a:lnTo>
                <a:lnTo>
                  <a:pt x="298450" y="101523"/>
                </a:lnTo>
                <a:lnTo>
                  <a:pt x="312420" y="104863"/>
                </a:lnTo>
                <a:lnTo>
                  <a:pt x="321310" y="111556"/>
                </a:lnTo>
                <a:lnTo>
                  <a:pt x="328041" y="119926"/>
                </a:lnTo>
                <a:lnTo>
                  <a:pt x="331470" y="129971"/>
                </a:lnTo>
                <a:lnTo>
                  <a:pt x="333628" y="142798"/>
                </a:lnTo>
                <a:lnTo>
                  <a:pt x="333628" y="162877"/>
                </a:lnTo>
                <a:lnTo>
                  <a:pt x="320801" y="201371"/>
                </a:lnTo>
                <a:lnTo>
                  <a:pt x="292862" y="213639"/>
                </a:lnTo>
                <a:lnTo>
                  <a:pt x="447598" y="213639"/>
                </a:lnTo>
                <a:lnTo>
                  <a:pt x="449579" y="201371"/>
                </a:lnTo>
                <a:lnTo>
                  <a:pt x="449579" y="118821"/>
                </a:lnTo>
                <a:lnTo>
                  <a:pt x="446786" y="100406"/>
                </a:lnTo>
                <a:lnTo>
                  <a:pt x="446658" y="99847"/>
                </a:lnTo>
                <a:close/>
              </a:path>
            </a:pathLst>
          </a:custGeom>
          <a:solidFill>
            <a:srgbClr val="C6D2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0747247" y="6083808"/>
            <a:ext cx="460375" cy="403860"/>
          </a:xfrm>
          <a:custGeom>
            <a:avLst/>
            <a:gdLst/>
            <a:ahLst/>
            <a:cxnLst/>
            <a:rect l="l" t="t" r="r" b="b"/>
            <a:pathLst>
              <a:path w="460375" h="403860">
                <a:moveTo>
                  <a:pt x="124713" y="0"/>
                </a:moveTo>
                <a:lnTo>
                  <a:pt x="0" y="0"/>
                </a:lnTo>
                <a:lnTo>
                  <a:pt x="0" y="403859"/>
                </a:lnTo>
                <a:lnTo>
                  <a:pt x="124713" y="403859"/>
                </a:lnTo>
                <a:lnTo>
                  <a:pt x="124713" y="160096"/>
                </a:lnTo>
                <a:lnTo>
                  <a:pt x="263189" y="160096"/>
                </a:lnTo>
                <a:lnTo>
                  <a:pt x="124713" y="0"/>
                </a:lnTo>
                <a:close/>
              </a:path>
              <a:path w="460375" h="403860">
                <a:moveTo>
                  <a:pt x="263189" y="160096"/>
                </a:moveTo>
                <a:lnTo>
                  <a:pt x="124713" y="160096"/>
                </a:lnTo>
                <a:lnTo>
                  <a:pt x="336042" y="403859"/>
                </a:lnTo>
                <a:lnTo>
                  <a:pt x="433901" y="244322"/>
                </a:lnTo>
                <a:lnTo>
                  <a:pt x="336042" y="244322"/>
                </a:lnTo>
                <a:lnTo>
                  <a:pt x="263189" y="160096"/>
                </a:lnTo>
                <a:close/>
              </a:path>
              <a:path w="460375" h="403860">
                <a:moveTo>
                  <a:pt x="336042" y="0"/>
                </a:moveTo>
                <a:lnTo>
                  <a:pt x="336042" y="244322"/>
                </a:lnTo>
                <a:lnTo>
                  <a:pt x="433901" y="244322"/>
                </a:lnTo>
                <a:lnTo>
                  <a:pt x="460248" y="201371"/>
                </a:lnTo>
                <a:lnTo>
                  <a:pt x="336042" y="0"/>
                </a:lnTo>
                <a:close/>
              </a:path>
            </a:pathLst>
          </a:custGeom>
          <a:solidFill>
            <a:srgbClr val="FF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300" y="72008"/>
            <a:ext cx="7705623" cy="6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358" y="3055696"/>
            <a:ext cx="5561330" cy="171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190369" y="6271679"/>
            <a:ext cx="1041400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7AB0D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56589" y="6326301"/>
            <a:ext cx="1006475" cy="210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30708" y="6329015"/>
            <a:ext cx="271780" cy="209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hyperlink" Target="http://www.nxp.com/networking-services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image" Target="../media/image39.png"/><Relationship Id="rId21" Type="http://schemas.openxmlformats.org/officeDocument/2006/relationships/image" Target="../media/image40.png"/><Relationship Id="rId22" Type="http://schemas.openxmlformats.org/officeDocument/2006/relationships/image" Target="../media/image41.png"/><Relationship Id="rId23" Type="http://schemas.openxmlformats.org/officeDocument/2006/relationships/image" Target="../media/image42.png"/><Relationship Id="rId24" Type="http://schemas.openxmlformats.org/officeDocument/2006/relationships/image" Target="../media/image43.png"/><Relationship Id="rId25" Type="http://schemas.openxmlformats.org/officeDocument/2006/relationships/image" Target="../media/image44.png"/><Relationship Id="rId26" Type="http://schemas.openxmlformats.org/officeDocument/2006/relationships/image" Target="../media/image45.png"/><Relationship Id="rId27" Type="http://schemas.openxmlformats.org/officeDocument/2006/relationships/image" Target="../media/image46.png"/><Relationship Id="rId28" Type="http://schemas.openxmlformats.org/officeDocument/2006/relationships/image" Target="../media/image47.png"/><Relationship Id="rId29" Type="http://schemas.openxmlformats.org/officeDocument/2006/relationships/image" Target="../media/image48.png"/><Relationship Id="rId30" Type="http://schemas.openxmlformats.org/officeDocument/2006/relationships/image" Target="../media/image49.png"/><Relationship Id="rId31" Type="http://schemas.openxmlformats.org/officeDocument/2006/relationships/image" Target="../media/image50.png"/><Relationship Id="rId32" Type="http://schemas.openxmlformats.org/officeDocument/2006/relationships/image" Target="../media/image51.png"/><Relationship Id="rId33" Type="http://schemas.openxmlformats.org/officeDocument/2006/relationships/image" Target="../media/image52.png"/><Relationship Id="rId34" Type="http://schemas.openxmlformats.org/officeDocument/2006/relationships/image" Target="../media/image53.png"/><Relationship Id="rId35" Type="http://schemas.openxmlformats.org/officeDocument/2006/relationships/image" Target="../media/image54.png"/><Relationship Id="rId36" Type="http://schemas.openxmlformats.org/officeDocument/2006/relationships/image" Target="../media/image55.png"/><Relationship Id="rId37" Type="http://schemas.openxmlformats.org/officeDocument/2006/relationships/image" Target="../media/image56.png"/><Relationship Id="rId38" Type="http://schemas.openxmlformats.org/officeDocument/2006/relationships/image" Target="../media/image57.png"/><Relationship Id="rId39" Type="http://schemas.openxmlformats.org/officeDocument/2006/relationships/image" Target="../media/image58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Relationship Id="rId16" Type="http://schemas.openxmlformats.org/officeDocument/2006/relationships/image" Target="../media/image73.png"/><Relationship Id="rId17" Type="http://schemas.openxmlformats.org/officeDocument/2006/relationships/image" Target="../media/image74.png"/><Relationship Id="rId18" Type="http://schemas.openxmlformats.org/officeDocument/2006/relationships/image" Target="../media/image75.png"/><Relationship Id="rId19" Type="http://schemas.openxmlformats.org/officeDocument/2006/relationships/image" Target="../media/image76.png"/><Relationship Id="rId20" Type="http://schemas.openxmlformats.org/officeDocument/2006/relationships/image" Target="../media/image77.png"/><Relationship Id="rId21" Type="http://schemas.openxmlformats.org/officeDocument/2006/relationships/image" Target="../media/image78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89.png"/><Relationship Id="rId17" Type="http://schemas.openxmlformats.org/officeDocument/2006/relationships/image" Target="../media/image90.png"/><Relationship Id="rId18" Type="http://schemas.openxmlformats.org/officeDocument/2006/relationships/image" Target="../media/image91.png"/><Relationship Id="rId19" Type="http://schemas.openxmlformats.org/officeDocument/2006/relationships/image" Target="../media/image9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10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6.png"/><Relationship Id="rId3" Type="http://schemas.openxmlformats.org/officeDocument/2006/relationships/image" Target="../media/image31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Relationship Id="rId19" Type="http://schemas.openxmlformats.org/officeDocument/2006/relationships/image" Target="../media/image122.png"/><Relationship Id="rId20" Type="http://schemas.openxmlformats.org/officeDocument/2006/relationships/image" Target="../media/image123.png"/><Relationship Id="rId21" Type="http://schemas.openxmlformats.org/officeDocument/2006/relationships/image" Target="../media/image124.png"/><Relationship Id="rId22" Type="http://schemas.openxmlformats.org/officeDocument/2006/relationships/image" Target="../media/image12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3" Type="http://schemas.openxmlformats.org/officeDocument/2006/relationships/image" Target="../media/image127.png"/><Relationship Id="rId4" Type="http://schemas.openxmlformats.org/officeDocument/2006/relationships/image" Target="../media/image128.png"/><Relationship Id="rId5" Type="http://schemas.openxmlformats.org/officeDocument/2006/relationships/image" Target="../media/image129.png"/><Relationship Id="rId6" Type="http://schemas.openxmlformats.org/officeDocument/2006/relationships/image" Target="../media/image130.png"/><Relationship Id="rId7" Type="http://schemas.openxmlformats.org/officeDocument/2006/relationships/image" Target="../media/image131.png"/><Relationship Id="rId8" Type="http://schemas.openxmlformats.org/officeDocument/2006/relationships/image" Target="../media/image13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82751" y="0"/>
            <a:ext cx="11512550" cy="6858000"/>
            <a:chOff x="682751" y="0"/>
            <a:chExt cx="1151255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7451" y="0"/>
              <a:ext cx="8194548" cy="685799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751" y="547116"/>
              <a:ext cx="4994148" cy="84581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74407" y="2889504"/>
              <a:ext cx="1408176" cy="274777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8022335" y="2755392"/>
              <a:ext cx="4170045" cy="2484755"/>
            </a:xfrm>
            <a:custGeom>
              <a:avLst/>
              <a:gdLst/>
              <a:ahLst/>
              <a:cxnLst/>
              <a:rect l="l" t="t" r="r" b="b"/>
              <a:pathLst>
                <a:path w="4170045" h="2484754">
                  <a:moveTo>
                    <a:pt x="262128" y="387604"/>
                  </a:moveTo>
                  <a:lnTo>
                    <a:pt x="776478" y="166116"/>
                  </a:lnTo>
                </a:path>
                <a:path w="4170045" h="2484754">
                  <a:moveTo>
                    <a:pt x="381000" y="2484501"/>
                  </a:moveTo>
                  <a:lnTo>
                    <a:pt x="831977" y="2164080"/>
                  </a:lnTo>
                </a:path>
                <a:path w="4170045" h="2484754">
                  <a:moveTo>
                    <a:pt x="0" y="1697736"/>
                  </a:moveTo>
                  <a:lnTo>
                    <a:pt x="728472" y="2024634"/>
                  </a:lnTo>
                </a:path>
                <a:path w="4170045" h="2484754">
                  <a:moveTo>
                    <a:pt x="3771900" y="0"/>
                  </a:moveTo>
                  <a:lnTo>
                    <a:pt x="4169664" y="174667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433047" y="2125979"/>
              <a:ext cx="76200" cy="293370"/>
            </a:xfrm>
            <a:custGeom>
              <a:avLst/>
              <a:gdLst/>
              <a:ahLst/>
              <a:cxnLst/>
              <a:rect l="l" t="t" r="r" b="b"/>
              <a:pathLst>
                <a:path w="76200" h="293369">
                  <a:moveTo>
                    <a:pt x="31750" y="74921"/>
                  </a:moveTo>
                  <a:lnTo>
                    <a:pt x="31750" y="292989"/>
                  </a:lnTo>
                  <a:lnTo>
                    <a:pt x="44450" y="292989"/>
                  </a:lnTo>
                  <a:lnTo>
                    <a:pt x="44450" y="76200"/>
                  </a:lnTo>
                  <a:lnTo>
                    <a:pt x="38100" y="76200"/>
                  </a:lnTo>
                  <a:lnTo>
                    <a:pt x="31750" y="74921"/>
                  </a:lnTo>
                  <a:close/>
                </a:path>
                <a:path w="76200" h="293369">
                  <a:moveTo>
                    <a:pt x="44450" y="38100"/>
                  </a:moveTo>
                  <a:lnTo>
                    <a:pt x="31750" y="38100"/>
                  </a:lnTo>
                  <a:lnTo>
                    <a:pt x="31750" y="74921"/>
                  </a:lnTo>
                  <a:lnTo>
                    <a:pt x="38100" y="76200"/>
                  </a:lnTo>
                  <a:lnTo>
                    <a:pt x="44450" y="74921"/>
                  </a:lnTo>
                  <a:lnTo>
                    <a:pt x="44450" y="38100"/>
                  </a:lnTo>
                  <a:close/>
                </a:path>
                <a:path w="76200" h="293369">
                  <a:moveTo>
                    <a:pt x="44450" y="74921"/>
                  </a:moveTo>
                  <a:lnTo>
                    <a:pt x="38100" y="76200"/>
                  </a:lnTo>
                  <a:lnTo>
                    <a:pt x="44450" y="76200"/>
                  </a:lnTo>
                  <a:lnTo>
                    <a:pt x="44450" y="74921"/>
                  </a:lnTo>
                  <a:close/>
                </a:path>
                <a:path w="76200" h="293369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1750" y="74921"/>
                  </a:lnTo>
                  <a:lnTo>
                    <a:pt x="31750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293369">
                  <a:moveTo>
                    <a:pt x="76200" y="38100"/>
                  </a:moveTo>
                  <a:lnTo>
                    <a:pt x="44450" y="38100"/>
                  </a:lnTo>
                  <a:lnTo>
                    <a:pt x="44450" y="74921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171682" y="2398014"/>
              <a:ext cx="623570" cy="623570"/>
            </a:xfrm>
            <a:custGeom>
              <a:avLst/>
              <a:gdLst/>
              <a:ahLst/>
              <a:cxnLst/>
              <a:rect l="l" t="t" r="r" b="b"/>
              <a:pathLst>
                <a:path w="623570" h="623569">
                  <a:moveTo>
                    <a:pt x="623316" y="311658"/>
                  </a:moveTo>
                  <a:lnTo>
                    <a:pt x="619935" y="265612"/>
                  </a:lnTo>
                  <a:lnTo>
                    <a:pt x="610117" y="221661"/>
                  </a:lnTo>
                  <a:lnTo>
                    <a:pt x="594343" y="180287"/>
                  </a:lnTo>
                  <a:lnTo>
                    <a:pt x="573096" y="141974"/>
                  </a:lnTo>
                  <a:lnTo>
                    <a:pt x="546858" y="107203"/>
                  </a:lnTo>
                  <a:lnTo>
                    <a:pt x="516112" y="76457"/>
                  </a:lnTo>
                  <a:lnTo>
                    <a:pt x="481341" y="50219"/>
                  </a:lnTo>
                  <a:lnTo>
                    <a:pt x="443028" y="28972"/>
                  </a:lnTo>
                  <a:lnTo>
                    <a:pt x="401654" y="13198"/>
                  </a:lnTo>
                  <a:lnTo>
                    <a:pt x="357703" y="3380"/>
                  </a:lnTo>
                  <a:lnTo>
                    <a:pt x="311658" y="0"/>
                  </a:lnTo>
                  <a:lnTo>
                    <a:pt x="265612" y="3380"/>
                  </a:lnTo>
                  <a:lnTo>
                    <a:pt x="221661" y="13198"/>
                  </a:lnTo>
                  <a:lnTo>
                    <a:pt x="180287" y="28972"/>
                  </a:lnTo>
                  <a:lnTo>
                    <a:pt x="141974" y="50219"/>
                  </a:lnTo>
                  <a:lnTo>
                    <a:pt x="107203" y="76457"/>
                  </a:lnTo>
                  <a:lnTo>
                    <a:pt x="76457" y="107203"/>
                  </a:lnTo>
                  <a:lnTo>
                    <a:pt x="50219" y="141974"/>
                  </a:lnTo>
                  <a:lnTo>
                    <a:pt x="28972" y="180287"/>
                  </a:lnTo>
                  <a:lnTo>
                    <a:pt x="13198" y="221661"/>
                  </a:lnTo>
                  <a:lnTo>
                    <a:pt x="3380" y="265612"/>
                  </a:lnTo>
                  <a:lnTo>
                    <a:pt x="0" y="311658"/>
                  </a:lnTo>
                  <a:lnTo>
                    <a:pt x="3380" y="357703"/>
                  </a:lnTo>
                  <a:lnTo>
                    <a:pt x="13198" y="401654"/>
                  </a:lnTo>
                  <a:lnTo>
                    <a:pt x="28972" y="443028"/>
                  </a:lnTo>
                  <a:lnTo>
                    <a:pt x="50219" y="481341"/>
                  </a:lnTo>
                  <a:lnTo>
                    <a:pt x="76457" y="516112"/>
                  </a:lnTo>
                  <a:lnTo>
                    <a:pt x="107203" y="546858"/>
                  </a:lnTo>
                  <a:lnTo>
                    <a:pt x="141974" y="573096"/>
                  </a:lnTo>
                  <a:lnTo>
                    <a:pt x="180287" y="594343"/>
                  </a:lnTo>
                  <a:lnTo>
                    <a:pt x="221661" y="610117"/>
                  </a:lnTo>
                  <a:lnTo>
                    <a:pt x="265612" y="619935"/>
                  </a:lnTo>
                  <a:lnTo>
                    <a:pt x="311658" y="623315"/>
                  </a:lnTo>
                  <a:lnTo>
                    <a:pt x="357703" y="619935"/>
                  </a:lnTo>
                  <a:lnTo>
                    <a:pt x="401654" y="610117"/>
                  </a:lnTo>
                  <a:lnTo>
                    <a:pt x="443028" y="594343"/>
                  </a:lnTo>
                  <a:lnTo>
                    <a:pt x="481341" y="573096"/>
                  </a:lnTo>
                  <a:lnTo>
                    <a:pt x="516112" y="546858"/>
                  </a:lnTo>
                  <a:lnTo>
                    <a:pt x="546858" y="516112"/>
                  </a:lnTo>
                  <a:lnTo>
                    <a:pt x="573096" y="481341"/>
                  </a:lnTo>
                  <a:lnTo>
                    <a:pt x="594343" y="443028"/>
                  </a:lnTo>
                  <a:lnTo>
                    <a:pt x="610117" y="401654"/>
                  </a:lnTo>
                  <a:lnTo>
                    <a:pt x="619935" y="357703"/>
                  </a:lnTo>
                  <a:lnTo>
                    <a:pt x="623316" y="311658"/>
                  </a:lnTo>
                  <a:close/>
                </a:path>
              </a:pathLst>
            </a:custGeom>
            <a:ln w="38100">
              <a:solidFill>
                <a:srgbClr val="FFD36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06556" y="2546604"/>
              <a:ext cx="371855" cy="298703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764235" y="6310680"/>
            <a:ext cx="10064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575F68"/>
                </a:solidFill>
                <a:latin typeface="Arial"/>
                <a:cs typeface="Arial"/>
              </a:rPr>
              <a:t>PUBLIC</a:t>
            </a:r>
            <a:r>
              <a:rPr dirty="0" sz="1300" spc="-30">
                <a:solidFill>
                  <a:srgbClr val="575F68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575F68"/>
                </a:solidFill>
                <a:latin typeface="Arial"/>
                <a:cs typeface="Arial"/>
              </a:rPr>
              <a:t>USE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64235" y="3915283"/>
            <a:ext cx="3101340" cy="160528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4700"/>
              </a:lnSpc>
              <a:spcBef>
                <a:spcPts val="5"/>
              </a:spcBef>
            </a:pPr>
            <a:r>
              <a:rPr dirty="0" sz="1700">
                <a:solidFill>
                  <a:srgbClr val="252525"/>
                </a:solidFill>
                <a:latin typeface="Arial"/>
                <a:cs typeface="Arial"/>
              </a:rPr>
              <a:t>BHARAT</a:t>
            </a:r>
            <a:r>
              <a:rPr dirty="0" sz="1700" spc="1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52525"/>
                </a:solidFill>
                <a:latin typeface="Arial"/>
                <a:cs typeface="Arial"/>
              </a:rPr>
              <a:t>BHUSHAN </a:t>
            </a:r>
            <a:r>
              <a:rPr dirty="0" sz="1700">
                <a:solidFill>
                  <a:srgbClr val="252525"/>
                </a:solidFill>
                <a:latin typeface="Arial"/>
                <a:cs typeface="Arial"/>
              </a:rPr>
              <a:t>PRINCIPAL</a:t>
            </a:r>
            <a:r>
              <a:rPr dirty="0" sz="1700" spc="-4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52525"/>
                </a:solidFill>
                <a:latin typeface="Arial"/>
                <a:cs typeface="Arial"/>
              </a:rPr>
              <a:t>STAFF</a:t>
            </a:r>
            <a:r>
              <a:rPr dirty="0" sz="1700" spc="-55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52525"/>
                </a:solidFill>
                <a:latin typeface="Arial"/>
                <a:cs typeface="Arial"/>
              </a:rPr>
              <a:t>ENGINEER </a:t>
            </a:r>
            <a:r>
              <a:rPr dirty="0" sz="1700" spc="-60">
                <a:solidFill>
                  <a:srgbClr val="252525"/>
                </a:solidFill>
                <a:latin typeface="Arial"/>
                <a:cs typeface="Arial"/>
              </a:rPr>
              <a:t>DIANA</a:t>
            </a:r>
            <a:r>
              <a:rPr dirty="0" sz="1700" spc="-105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52525"/>
                </a:solidFill>
                <a:latin typeface="Arial"/>
                <a:cs typeface="Arial"/>
              </a:rPr>
              <a:t>CRĂCIUN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00" spc="-60">
                <a:solidFill>
                  <a:srgbClr val="252525"/>
                </a:solidFill>
                <a:latin typeface="Arial"/>
                <a:cs typeface="Arial"/>
              </a:rPr>
              <a:t>SOFTWARE</a:t>
            </a:r>
            <a:r>
              <a:rPr dirty="0" sz="1700" spc="-105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52525"/>
                </a:solidFill>
                <a:latin typeface="Arial"/>
                <a:cs typeface="Arial"/>
              </a:rPr>
              <a:t>ENGINEER</a:t>
            </a:r>
            <a:endParaRPr sz="1700">
              <a:latin typeface="Arial"/>
              <a:cs typeface="Arial"/>
            </a:endParaRPr>
          </a:p>
          <a:p>
            <a:pPr marL="12700" marR="1468755">
              <a:lnSpc>
                <a:spcPct val="100000"/>
              </a:lnSpc>
              <a:spcBef>
                <a:spcPts val="5"/>
              </a:spcBef>
            </a:pPr>
            <a:r>
              <a:rPr dirty="0" sz="1700">
                <a:solidFill>
                  <a:srgbClr val="252525"/>
                </a:solidFill>
                <a:latin typeface="Arial"/>
                <a:cs typeface="Arial"/>
              </a:rPr>
              <a:t>FTF-</a:t>
            </a:r>
            <a:r>
              <a:rPr dirty="0" sz="1700" spc="-10">
                <a:solidFill>
                  <a:srgbClr val="252525"/>
                </a:solidFill>
                <a:latin typeface="Arial"/>
                <a:cs typeface="Arial"/>
              </a:rPr>
              <a:t>NET-N1844 </a:t>
            </a:r>
            <a:r>
              <a:rPr dirty="0" sz="1700">
                <a:solidFill>
                  <a:srgbClr val="252525"/>
                </a:solidFill>
                <a:latin typeface="Arial"/>
                <a:cs typeface="Arial"/>
              </a:rPr>
              <a:t>MAY</a:t>
            </a:r>
            <a:r>
              <a:rPr dirty="0" sz="1700" spc="-5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252525"/>
                </a:solidFill>
                <a:latin typeface="Arial"/>
                <a:cs typeface="Arial"/>
              </a:rPr>
              <a:t>2016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64235" y="1528063"/>
            <a:ext cx="6195695" cy="1305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50"/>
              <a:t>KVM</a:t>
            </a:r>
            <a:r>
              <a:rPr dirty="0" sz="2800" spc="-130"/>
              <a:t> </a:t>
            </a:r>
            <a:r>
              <a:rPr dirty="0" sz="2800" spc="-85"/>
              <a:t>VIRTUALIZATION:</a:t>
            </a:r>
            <a:r>
              <a:rPr dirty="0" sz="2800" spc="-80"/>
              <a:t> </a:t>
            </a:r>
            <a:r>
              <a:rPr dirty="0" sz="2800" spc="-45"/>
              <a:t>LEVERAGING </a:t>
            </a:r>
            <a:r>
              <a:rPr dirty="0" sz="2800" spc="-50"/>
              <a:t>I/O</a:t>
            </a:r>
            <a:r>
              <a:rPr dirty="0" sz="2800" spc="-145"/>
              <a:t> </a:t>
            </a:r>
            <a:r>
              <a:rPr dirty="0" sz="2800" spc="-85"/>
              <a:t>VIRTUALIZATION</a:t>
            </a:r>
            <a:r>
              <a:rPr dirty="0" sz="2800" spc="-110"/>
              <a:t> </a:t>
            </a:r>
            <a:r>
              <a:rPr dirty="0" sz="2800" spc="-10"/>
              <a:t>ON</a:t>
            </a:r>
            <a:r>
              <a:rPr dirty="0" sz="2800" spc="-160"/>
              <a:t> </a:t>
            </a:r>
            <a:r>
              <a:rPr dirty="0" sz="2800" spc="-10"/>
              <a:t>QorIQ </a:t>
            </a:r>
            <a:r>
              <a:rPr dirty="0" sz="2800" spc="-100"/>
              <a:t>PLATFORMS</a:t>
            </a:r>
            <a:r>
              <a:rPr dirty="0" sz="2800" spc="-80"/>
              <a:t> </a:t>
            </a:r>
            <a:r>
              <a:rPr dirty="0" sz="2800" spc="-50"/>
              <a:t>FOR</a:t>
            </a:r>
            <a:r>
              <a:rPr dirty="0" sz="2800" spc="-100"/>
              <a:t> </a:t>
            </a:r>
            <a:r>
              <a:rPr dirty="0" sz="2800" spc="-20"/>
              <a:t>VNFS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2336" y="6355126"/>
            <a:ext cx="1715135" cy="191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85"/>
              </a:lnSpc>
              <a:tabLst>
                <a:tab pos="466725" algn="l"/>
              </a:tabLst>
            </a:pPr>
            <a:r>
              <a:rPr dirty="0" baseline="2136" sz="1950" spc="-75">
                <a:solidFill>
                  <a:srgbClr val="7E7E7E"/>
                </a:solidFill>
                <a:latin typeface="Arial"/>
                <a:cs typeface="Arial"/>
              </a:rPr>
              <a:t>1</a:t>
            </a:r>
            <a:r>
              <a:rPr dirty="0" baseline="2136" sz="1950">
                <a:solidFill>
                  <a:srgbClr val="7E7E7E"/>
                </a:solidFill>
                <a:latin typeface="Arial"/>
                <a:cs typeface="Arial"/>
              </a:rPr>
              <a:t>	</a:t>
            </a:r>
            <a:r>
              <a:rPr dirty="0" sz="1300" spc="-10">
                <a:solidFill>
                  <a:srgbClr val="7E7E7E"/>
                </a:solidFill>
                <a:latin typeface="Arial"/>
                <a:cs typeface="Arial"/>
              </a:rPr>
              <a:t>EXTERNAL</a:t>
            </a:r>
            <a:r>
              <a:rPr dirty="0" sz="13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7E7E7E"/>
                </a:solidFill>
                <a:latin typeface="Arial"/>
                <a:cs typeface="Arial"/>
              </a:rPr>
              <a:t>USE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654283" y="6050279"/>
            <a:ext cx="1310640" cy="471170"/>
            <a:chOff x="10654283" y="6050279"/>
            <a:chExt cx="1310640" cy="471170"/>
          </a:xfrm>
        </p:grpSpPr>
        <p:sp>
          <p:nvSpPr>
            <p:cNvPr id="4" name="object 4" descr=""/>
            <p:cNvSpPr/>
            <p:nvPr/>
          </p:nvSpPr>
          <p:spPr>
            <a:xfrm>
              <a:off x="11190731" y="6050279"/>
              <a:ext cx="251460" cy="471170"/>
            </a:xfrm>
            <a:custGeom>
              <a:avLst/>
              <a:gdLst/>
              <a:ahLst/>
              <a:cxnLst/>
              <a:rect l="l" t="t" r="r" b="b"/>
              <a:pathLst>
                <a:path w="251459" h="471170">
                  <a:moveTo>
                    <a:pt x="250190" y="0"/>
                  </a:moveTo>
                  <a:lnTo>
                    <a:pt x="223266" y="0"/>
                  </a:lnTo>
                  <a:lnTo>
                    <a:pt x="125729" y="156756"/>
                  </a:lnTo>
                  <a:lnTo>
                    <a:pt x="26797" y="0"/>
                  </a:lnTo>
                  <a:lnTo>
                    <a:pt x="0" y="0"/>
                  </a:lnTo>
                  <a:lnTo>
                    <a:pt x="0" y="470916"/>
                  </a:lnTo>
                  <a:lnTo>
                    <a:pt x="26797" y="470916"/>
                  </a:lnTo>
                  <a:lnTo>
                    <a:pt x="125729" y="314159"/>
                  </a:lnTo>
                  <a:lnTo>
                    <a:pt x="223266" y="470916"/>
                  </a:lnTo>
                  <a:lnTo>
                    <a:pt x="251460" y="470916"/>
                  </a:lnTo>
                  <a:lnTo>
                    <a:pt x="250190" y="470268"/>
                  </a:lnTo>
                  <a:lnTo>
                    <a:pt x="250190" y="0"/>
                  </a:lnTo>
                  <a:close/>
                </a:path>
              </a:pathLst>
            </a:custGeom>
            <a:solidFill>
              <a:srgbClr val="7CB1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045951" y="6050279"/>
              <a:ext cx="144780" cy="471170"/>
            </a:xfrm>
            <a:custGeom>
              <a:avLst/>
              <a:gdLst/>
              <a:ahLst/>
              <a:cxnLst/>
              <a:rect l="l" t="t" r="r" b="b"/>
              <a:pathLst>
                <a:path w="144779" h="471170">
                  <a:moveTo>
                    <a:pt x="144779" y="234810"/>
                  </a:moveTo>
                  <a:lnTo>
                    <a:pt x="0" y="470916"/>
                  </a:lnTo>
                  <a:lnTo>
                    <a:pt x="144779" y="470916"/>
                  </a:lnTo>
                  <a:lnTo>
                    <a:pt x="144779" y="234810"/>
                  </a:lnTo>
                  <a:close/>
                </a:path>
                <a:path w="144779" h="471170">
                  <a:moveTo>
                    <a:pt x="144779" y="0"/>
                  </a:moveTo>
                  <a:lnTo>
                    <a:pt x="0" y="0"/>
                  </a:lnTo>
                  <a:lnTo>
                    <a:pt x="144779" y="234810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9484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440667" y="6050279"/>
              <a:ext cx="144780" cy="471170"/>
            </a:xfrm>
            <a:custGeom>
              <a:avLst/>
              <a:gdLst/>
              <a:ahLst/>
              <a:cxnLst/>
              <a:rect l="l" t="t" r="r" b="b"/>
              <a:pathLst>
                <a:path w="144779" h="471170">
                  <a:moveTo>
                    <a:pt x="144779" y="0"/>
                  </a:moveTo>
                  <a:lnTo>
                    <a:pt x="0" y="0"/>
                  </a:lnTo>
                  <a:lnTo>
                    <a:pt x="0" y="470268"/>
                  </a:lnTo>
                  <a:lnTo>
                    <a:pt x="1270" y="470916"/>
                  </a:lnTo>
                  <a:lnTo>
                    <a:pt x="144779" y="470916"/>
                  </a:lnTo>
                  <a:lnTo>
                    <a:pt x="1270" y="234810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7397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442191" y="6050279"/>
              <a:ext cx="523240" cy="471170"/>
            </a:xfrm>
            <a:custGeom>
              <a:avLst/>
              <a:gdLst/>
              <a:ahLst/>
              <a:cxnLst/>
              <a:rect l="l" t="t" r="r" b="b"/>
              <a:pathLst>
                <a:path w="523240" h="471170">
                  <a:moveTo>
                    <a:pt x="351535" y="0"/>
                  </a:moveTo>
                  <a:lnTo>
                    <a:pt x="143890" y="0"/>
                  </a:lnTo>
                  <a:lnTo>
                    <a:pt x="0" y="234810"/>
                  </a:lnTo>
                  <a:lnTo>
                    <a:pt x="143890" y="470916"/>
                  </a:lnTo>
                  <a:lnTo>
                    <a:pt x="143890" y="366839"/>
                  </a:lnTo>
                  <a:lnTo>
                    <a:pt x="388619" y="366839"/>
                  </a:lnTo>
                  <a:lnTo>
                    <a:pt x="438150" y="359041"/>
                  </a:lnTo>
                  <a:lnTo>
                    <a:pt x="474599" y="338874"/>
                  </a:lnTo>
                  <a:lnTo>
                    <a:pt x="499999" y="308952"/>
                  </a:lnTo>
                  <a:lnTo>
                    <a:pt x="514857" y="273837"/>
                  </a:lnTo>
                  <a:lnTo>
                    <a:pt x="520387" y="249123"/>
                  </a:lnTo>
                  <a:lnTo>
                    <a:pt x="143890" y="249123"/>
                  </a:lnTo>
                  <a:lnTo>
                    <a:pt x="143890" y="116433"/>
                  </a:lnTo>
                  <a:lnTo>
                    <a:pt x="519283" y="116433"/>
                  </a:lnTo>
                  <a:lnTo>
                    <a:pt x="514857" y="96913"/>
                  </a:lnTo>
                  <a:lnTo>
                    <a:pt x="499999" y="60490"/>
                  </a:lnTo>
                  <a:lnTo>
                    <a:pt x="474599" y="31877"/>
                  </a:lnTo>
                  <a:lnTo>
                    <a:pt x="436117" y="11709"/>
                  </a:lnTo>
                  <a:lnTo>
                    <a:pt x="383412" y="1295"/>
                  </a:lnTo>
                  <a:lnTo>
                    <a:pt x="351535" y="0"/>
                  </a:lnTo>
                  <a:close/>
                </a:path>
                <a:path w="523240" h="471170">
                  <a:moveTo>
                    <a:pt x="519283" y="116433"/>
                  </a:moveTo>
                  <a:lnTo>
                    <a:pt x="328040" y="116433"/>
                  </a:lnTo>
                  <a:lnTo>
                    <a:pt x="346963" y="118376"/>
                  </a:lnTo>
                  <a:lnTo>
                    <a:pt x="363219" y="122275"/>
                  </a:lnTo>
                  <a:lnTo>
                    <a:pt x="373633" y="130086"/>
                  </a:lnTo>
                  <a:lnTo>
                    <a:pt x="381507" y="139839"/>
                  </a:lnTo>
                  <a:lnTo>
                    <a:pt x="385317" y="151549"/>
                  </a:lnTo>
                  <a:lnTo>
                    <a:pt x="387984" y="166509"/>
                  </a:lnTo>
                  <a:lnTo>
                    <a:pt x="387984" y="189928"/>
                  </a:lnTo>
                  <a:lnTo>
                    <a:pt x="372999" y="234810"/>
                  </a:lnTo>
                  <a:lnTo>
                    <a:pt x="340486" y="249123"/>
                  </a:lnTo>
                  <a:lnTo>
                    <a:pt x="520387" y="249123"/>
                  </a:lnTo>
                  <a:lnTo>
                    <a:pt x="522731" y="234810"/>
                  </a:lnTo>
                  <a:lnTo>
                    <a:pt x="522731" y="138544"/>
                  </a:lnTo>
                  <a:lnTo>
                    <a:pt x="519429" y="117081"/>
                  </a:lnTo>
                  <a:lnTo>
                    <a:pt x="519283" y="116433"/>
                  </a:lnTo>
                  <a:close/>
                </a:path>
              </a:pathLst>
            </a:custGeom>
            <a:solidFill>
              <a:srgbClr val="C6D2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654283" y="6050279"/>
              <a:ext cx="536575" cy="471170"/>
            </a:xfrm>
            <a:custGeom>
              <a:avLst/>
              <a:gdLst/>
              <a:ahLst/>
              <a:cxnLst/>
              <a:rect l="l" t="t" r="r" b="b"/>
              <a:pathLst>
                <a:path w="536575" h="471170">
                  <a:moveTo>
                    <a:pt x="145415" y="0"/>
                  </a:moveTo>
                  <a:lnTo>
                    <a:pt x="0" y="0"/>
                  </a:lnTo>
                  <a:lnTo>
                    <a:pt x="0" y="470916"/>
                  </a:lnTo>
                  <a:lnTo>
                    <a:pt x="145415" y="470916"/>
                  </a:lnTo>
                  <a:lnTo>
                    <a:pt x="145415" y="186677"/>
                  </a:lnTo>
                  <a:lnTo>
                    <a:pt x="306860" y="186677"/>
                  </a:lnTo>
                  <a:lnTo>
                    <a:pt x="145415" y="0"/>
                  </a:lnTo>
                  <a:close/>
                </a:path>
                <a:path w="536575" h="471170">
                  <a:moveTo>
                    <a:pt x="306860" y="186677"/>
                  </a:moveTo>
                  <a:lnTo>
                    <a:pt x="145415" y="186677"/>
                  </a:lnTo>
                  <a:lnTo>
                    <a:pt x="391795" y="470916"/>
                  </a:lnTo>
                  <a:lnTo>
                    <a:pt x="505768" y="284886"/>
                  </a:lnTo>
                  <a:lnTo>
                    <a:pt x="391795" y="284886"/>
                  </a:lnTo>
                  <a:lnTo>
                    <a:pt x="306860" y="186677"/>
                  </a:lnTo>
                  <a:close/>
                </a:path>
                <a:path w="536575" h="471170">
                  <a:moveTo>
                    <a:pt x="391795" y="0"/>
                  </a:moveTo>
                  <a:lnTo>
                    <a:pt x="391795" y="284886"/>
                  </a:lnTo>
                  <a:lnTo>
                    <a:pt x="505768" y="284886"/>
                  </a:lnTo>
                  <a:lnTo>
                    <a:pt x="536448" y="234810"/>
                  </a:lnTo>
                  <a:lnTo>
                    <a:pt x="391795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32334" y="685545"/>
            <a:ext cx="8518525" cy="5776595"/>
            <a:chOff x="132334" y="685545"/>
            <a:chExt cx="8518525" cy="5776595"/>
          </a:xfrm>
        </p:grpSpPr>
        <p:sp>
          <p:nvSpPr>
            <p:cNvPr id="10" name="object 10" descr=""/>
            <p:cNvSpPr/>
            <p:nvPr/>
          </p:nvSpPr>
          <p:spPr>
            <a:xfrm>
              <a:off x="209575" y="704087"/>
              <a:ext cx="8352790" cy="5758180"/>
            </a:xfrm>
            <a:custGeom>
              <a:avLst/>
              <a:gdLst/>
              <a:ahLst/>
              <a:cxnLst/>
              <a:rect l="l" t="t" r="r" b="b"/>
              <a:pathLst>
                <a:path w="8352790" h="5758180">
                  <a:moveTo>
                    <a:pt x="0" y="5757672"/>
                  </a:moveTo>
                  <a:lnTo>
                    <a:pt x="8352256" y="5757672"/>
                  </a:lnTo>
                  <a:lnTo>
                    <a:pt x="8352256" y="0"/>
                  </a:lnTo>
                  <a:lnTo>
                    <a:pt x="0" y="0"/>
                  </a:lnTo>
                  <a:lnTo>
                    <a:pt x="0" y="5757672"/>
                  </a:lnTo>
                  <a:close/>
                </a:path>
              </a:pathLst>
            </a:custGeom>
            <a:solidFill>
              <a:srgbClr val="E4EE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3748" y="1196340"/>
              <a:ext cx="4587503" cy="457657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9351" y="4523231"/>
              <a:ext cx="729996" cy="7299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3124" y="3439668"/>
              <a:ext cx="621791" cy="6217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4916" y="3764279"/>
              <a:ext cx="310896" cy="3108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34284" y="2058923"/>
              <a:ext cx="1144523" cy="21031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57272" y="3166872"/>
              <a:ext cx="437388" cy="5593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484" y="2301240"/>
              <a:ext cx="992123" cy="42976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33899" y="2167128"/>
              <a:ext cx="1272539" cy="31089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19044" y="3963924"/>
              <a:ext cx="425195" cy="425195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61544" y="714755"/>
              <a:ext cx="8460105" cy="4605655"/>
            </a:xfrm>
            <a:custGeom>
              <a:avLst/>
              <a:gdLst/>
              <a:ahLst/>
              <a:cxnLst/>
              <a:rect l="l" t="t" r="r" b="b"/>
              <a:pathLst>
                <a:path w="8460105" h="4605655">
                  <a:moveTo>
                    <a:pt x="4158995" y="0"/>
                  </a:moveTo>
                  <a:lnTo>
                    <a:pt x="4163567" y="507492"/>
                  </a:lnTo>
                </a:path>
                <a:path w="8460105" h="4605655">
                  <a:moveTo>
                    <a:pt x="4261104" y="16891"/>
                  </a:moveTo>
                  <a:lnTo>
                    <a:pt x="8446389" y="1524"/>
                  </a:lnTo>
                </a:path>
                <a:path w="8460105" h="4605655">
                  <a:moveTo>
                    <a:pt x="0" y="9144"/>
                  </a:moveTo>
                  <a:lnTo>
                    <a:pt x="4264025" y="16891"/>
                  </a:lnTo>
                </a:path>
                <a:path w="8460105" h="4605655">
                  <a:moveTo>
                    <a:pt x="48767" y="2057400"/>
                  </a:moveTo>
                  <a:lnTo>
                    <a:pt x="2008632" y="2071878"/>
                  </a:lnTo>
                </a:path>
                <a:path w="8460105" h="4605655">
                  <a:moveTo>
                    <a:pt x="6320028" y="2075307"/>
                  </a:moveTo>
                  <a:lnTo>
                    <a:pt x="8419591" y="2057400"/>
                  </a:lnTo>
                </a:path>
                <a:path w="8460105" h="4605655">
                  <a:moveTo>
                    <a:pt x="2834132" y="4605528"/>
                  </a:moveTo>
                  <a:lnTo>
                    <a:pt x="48767" y="4605528"/>
                  </a:lnTo>
                </a:path>
                <a:path w="8460105" h="4605655">
                  <a:moveTo>
                    <a:pt x="5532120" y="4605401"/>
                  </a:moveTo>
                  <a:lnTo>
                    <a:pt x="8459597" y="4604004"/>
                  </a:lnTo>
                </a:path>
              </a:pathLst>
            </a:custGeom>
            <a:ln w="57912">
              <a:solidFill>
                <a:srgbClr val="3888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706361" y="2915158"/>
            <a:ext cx="16008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Arial"/>
                <a:cs typeface="Arial"/>
              </a:rPr>
              <a:t>Integration Services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88747" y="2907919"/>
            <a:ext cx="1498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Arial"/>
                <a:cs typeface="Arial"/>
              </a:rPr>
              <a:t>Solutions Reference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67995" y="817879"/>
            <a:ext cx="72116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75175" algn="l"/>
              </a:tabLst>
            </a:pPr>
            <a:r>
              <a:rPr dirty="0" baseline="1157" sz="3600" b="1">
                <a:latin typeface="Arial"/>
                <a:cs typeface="Arial"/>
              </a:rPr>
              <a:t>Development</a:t>
            </a:r>
            <a:r>
              <a:rPr dirty="0" baseline="1157" sz="3600" spc="-82" b="1">
                <a:latin typeface="Arial"/>
                <a:cs typeface="Arial"/>
              </a:rPr>
              <a:t> </a:t>
            </a:r>
            <a:r>
              <a:rPr dirty="0" baseline="1157" sz="3600" spc="-15" b="1">
                <a:latin typeface="Arial"/>
                <a:cs typeface="Arial"/>
              </a:rPr>
              <a:t>Tools</a:t>
            </a:r>
            <a:r>
              <a:rPr dirty="0" baseline="1157" sz="3600" b="1">
                <a:latin typeface="Arial"/>
                <a:cs typeface="Arial"/>
              </a:rPr>
              <a:t>	</a:t>
            </a:r>
            <a:r>
              <a:rPr dirty="0" sz="2400" b="1">
                <a:latin typeface="Arial"/>
                <a:cs typeface="Arial"/>
              </a:rPr>
              <a:t>Runtime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Products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07070"/>
                </a:solidFill>
              </a:rPr>
              <a:t>Software</a:t>
            </a:r>
            <a:r>
              <a:rPr dirty="0" spc="-45">
                <a:solidFill>
                  <a:srgbClr val="707070"/>
                </a:solidFill>
              </a:rPr>
              <a:t> </a:t>
            </a:r>
            <a:r>
              <a:rPr dirty="0">
                <a:solidFill>
                  <a:srgbClr val="707070"/>
                </a:solidFill>
              </a:rPr>
              <a:t>Products</a:t>
            </a:r>
            <a:r>
              <a:rPr dirty="0" spc="-15">
                <a:solidFill>
                  <a:srgbClr val="707070"/>
                </a:solidFill>
              </a:rPr>
              <a:t> </a:t>
            </a:r>
            <a:r>
              <a:rPr dirty="0">
                <a:solidFill>
                  <a:srgbClr val="707070"/>
                </a:solidFill>
              </a:rPr>
              <a:t>and </a:t>
            </a:r>
            <a:r>
              <a:rPr dirty="0" spc="-10">
                <a:solidFill>
                  <a:srgbClr val="707070"/>
                </a:solidFill>
              </a:rPr>
              <a:t>Services</a:t>
            </a:r>
          </a:p>
        </p:txBody>
      </p:sp>
      <p:grpSp>
        <p:nvGrpSpPr>
          <p:cNvPr id="25" name="object 25" descr=""/>
          <p:cNvGrpSpPr/>
          <p:nvPr/>
        </p:nvGrpSpPr>
        <p:grpSpPr>
          <a:xfrm>
            <a:off x="132334" y="88556"/>
            <a:ext cx="11976100" cy="6431915"/>
            <a:chOff x="132334" y="88556"/>
            <a:chExt cx="11976100" cy="6431915"/>
          </a:xfrm>
        </p:grpSpPr>
        <p:sp>
          <p:nvSpPr>
            <p:cNvPr id="26" name="object 26" descr=""/>
            <p:cNvSpPr/>
            <p:nvPr/>
          </p:nvSpPr>
          <p:spPr>
            <a:xfrm>
              <a:off x="161544" y="704087"/>
              <a:ext cx="8474710" cy="5787390"/>
            </a:xfrm>
            <a:custGeom>
              <a:avLst/>
              <a:gdLst/>
              <a:ahLst/>
              <a:cxnLst/>
              <a:rect l="l" t="t" r="r" b="b"/>
              <a:pathLst>
                <a:path w="8474710" h="5787390">
                  <a:moveTo>
                    <a:pt x="18287" y="19812"/>
                  </a:moveTo>
                  <a:lnTo>
                    <a:pt x="19075" y="5786882"/>
                  </a:lnTo>
                </a:path>
                <a:path w="8474710" h="5787390">
                  <a:moveTo>
                    <a:pt x="0" y="5787034"/>
                  </a:moveTo>
                  <a:lnTo>
                    <a:pt x="8474456" y="5786628"/>
                  </a:lnTo>
                </a:path>
                <a:path w="8474710" h="5787390">
                  <a:moveTo>
                    <a:pt x="8429244" y="0"/>
                  </a:moveTo>
                  <a:lnTo>
                    <a:pt x="8456041" y="5786158"/>
                  </a:lnTo>
                </a:path>
              </a:pathLst>
            </a:custGeom>
            <a:ln w="57912">
              <a:solidFill>
                <a:srgbClr val="388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959852" y="88556"/>
              <a:ext cx="4148454" cy="682625"/>
            </a:xfrm>
            <a:custGeom>
              <a:avLst/>
              <a:gdLst/>
              <a:ahLst/>
              <a:cxnLst/>
              <a:rect l="l" t="t" r="r" b="b"/>
              <a:pathLst>
                <a:path w="4148454" h="682625">
                  <a:moveTo>
                    <a:pt x="2531013" y="0"/>
                  </a:moveTo>
                  <a:lnTo>
                    <a:pt x="2482003" y="323"/>
                  </a:lnTo>
                  <a:lnTo>
                    <a:pt x="2432993" y="1550"/>
                  </a:lnTo>
                  <a:lnTo>
                    <a:pt x="2383982" y="3748"/>
                  </a:lnTo>
                  <a:lnTo>
                    <a:pt x="2334971" y="6988"/>
                  </a:lnTo>
                  <a:lnTo>
                    <a:pt x="2285960" y="11339"/>
                  </a:lnTo>
                  <a:lnTo>
                    <a:pt x="2236948" y="16870"/>
                  </a:lnTo>
                  <a:lnTo>
                    <a:pt x="2187937" y="23650"/>
                  </a:lnTo>
                  <a:lnTo>
                    <a:pt x="2138924" y="31750"/>
                  </a:lnTo>
                  <a:lnTo>
                    <a:pt x="2040899" y="50725"/>
                  </a:lnTo>
                  <a:lnTo>
                    <a:pt x="1991886" y="58825"/>
                  </a:lnTo>
                  <a:lnTo>
                    <a:pt x="1942875" y="65605"/>
                  </a:lnTo>
                  <a:lnTo>
                    <a:pt x="1893863" y="71136"/>
                  </a:lnTo>
                  <a:lnTo>
                    <a:pt x="1844852" y="75487"/>
                  </a:lnTo>
                  <a:lnTo>
                    <a:pt x="1795841" y="78727"/>
                  </a:lnTo>
                  <a:lnTo>
                    <a:pt x="1746830" y="80925"/>
                  </a:lnTo>
                  <a:lnTo>
                    <a:pt x="1697820" y="82151"/>
                  </a:lnTo>
                  <a:lnTo>
                    <a:pt x="1648810" y="82475"/>
                  </a:lnTo>
                  <a:lnTo>
                    <a:pt x="1599800" y="81966"/>
                  </a:lnTo>
                  <a:lnTo>
                    <a:pt x="1550791" y="80694"/>
                  </a:lnTo>
                  <a:lnTo>
                    <a:pt x="1501782" y="78727"/>
                  </a:lnTo>
                  <a:lnTo>
                    <a:pt x="1452772" y="76135"/>
                  </a:lnTo>
                  <a:lnTo>
                    <a:pt x="1403763" y="72987"/>
                  </a:lnTo>
                  <a:lnTo>
                    <a:pt x="1354755" y="69354"/>
                  </a:lnTo>
                  <a:lnTo>
                    <a:pt x="1305746" y="65305"/>
                  </a:lnTo>
                  <a:lnTo>
                    <a:pt x="1256737" y="60908"/>
                  </a:lnTo>
                  <a:lnTo>
                    <a:pt x="1158720" y="51350"/>
                  </a:lnTo>
                  <a:lnTo>
                    <a:pt x="962687" y="31125"/>
                  </a:lnTo>
                  <a:lnTo>
                    <a:pt x="864670" y="21567"/>
                  </a:lnTo>
                  <a:lnTo>
                    <a:pt x="815661" y="17170"/>
                  </a:lnTo>
                  <a:lnTo>
                    <a:pt x="766652" y="13121"/>
                  </a:lnTo>
                  <a:lnTo>
                    <a:pt x="717644" y="9487"/>
                  </a:lnTo>
                  <a:lnTo>
                    <a:pt x="668635" y="6340"/>
                  </a:lnTo>
                  <a:lnTo>
                    <a:pt x="619625" y="3748"/>
                  </a:lnTo>
                  <a:lnTo>
                    <a:pt x="570616" y="1781"/>
                  </a:lnTo>
                  <a:lnTo>
                    <a:pt x="521607" y="509"/>
                  </a:lnTo>
                  <a:lnTo>
                    <a:pt x="472597" y="0"/>
                  </a:lnTo>
                  <a:lnTo>
                    <a:pt x="423587" y="323"/>
                  </a:lnTo>
                  <a:lnTo>
                    <a:pt x="374577" y="1550"/>
                  </a:lnTo>
                  <a:lnTo>
                    <a:pt x="325566" y="3748"/>
                  </a:lnTo>
                  <a:lnTo>
                    <a:pt x="276555" y="6988"/>
                  </a:lnTo>
                  <a:lnTo>
                    <a:pt x="227544" y="11339"/>
                  </a:lnTo>
                  <a:lnTo>
                    <a:pt x="178532" y="16870"/>
                  </a:lnTo>
                  <a:lnTo>
                    <a:pt x="129521" y="23650"/>
                  </a:lnTo>
                  <a:lnTo>
                    <a:pt x="80508" y="31750"/>
                  </a:lnTo>
                  <a:lnTo>
                    <a:pt x="31496" y="41237"/>
                  </a:lnTo>
                  <a:lnTo>
                    <a:pt x="0" y="641185"/>
                  </a:lnTo>
                  <a:lnTo>
                    <a:pt x="49012" y="631697"/>
                  </a:lnTo>
                  <a:lnTo>
                    <a:pt x="98025" y="623598"/>
                  </a:lnTo>
                  <a:lnTo>
                    <a:pt x="147036" y="616818"/>
                  </a:lnTo>
                  <a:lnTo>
                    <a:pt x="196048" y="611287"/>
                  </a:lnTo>
                  <a:lnTo>
                    <a:pt x="245059" y="606936"/>
                  </a:lnTo>
                  <a:lnTo>
                    <a:pt x="294070" y="603696"/>
                  </a:lnTo>
                  <a:lnTo>
                    <a:pt x="343081" y="601498"/>
                  </a:lnTo>
                  <a:lnTo>
                    <a:pt x="392091" y="600271"/>
                  </a:lnTo>
                  <a:lnTo>
                    <a:pt x="441101" y="599947"/>
                  </a:lnTo>
                  <a:lnTo>
                    <a:pt x="490111" y="600457"/>
                  </a:lnTo>
                  <a:lnTo>
                    <a:pt x="539120" y="601729"/>
                  </a:lnTo>
                  <a:lnTo>
                    <a:pt x="588129" y="603696"/>
                  </a:lnTo>
                  <a:lnTo>
                    <a:pt x="637139" y="606288"/>
                  </a:lnTo>
                  <a:lnTo>
                    <a:pt x="686148" y="609435"/>
                  </a:lnTo>
                  <a:lnTo>
                    <a:pt x="735156" y="613069"/>
                  </a:lnTo>
                  <a:lnTo>
                    <a:pt x="784165" y="617118"/>
                  </a:lnTo>
                  <a:lnTo>
                    <a:pt x="833174" y="621515"/>
                  </a:lnTo>
                  <a:lnTo>
                    <a:pt x="931191" y="631073"/>
                  </a:lnTo>
                  <a:lnTo>
                    <a:pt x="1127224" y="651298"/>
                  </a:lnTo>
                  <a:lnTo>
                    <a:pt x="1225241" y="660856"/>
                  </a:lnTo>
                  <a:lnTo>
                    <a:pt x="1274250" y="665253"/>
                  </a:lnTo>
                  <a:lnTo>
                    <a:pt x="1323259" y="669302"/>
                  </a:lnTo>
                  <a:lnTo>
                    <a:pt x="1372267" y="672935"/>
                  </a:lnTo>
                  <a:lnTo>
                    <a:pt x="1421276" y="676083"/>
                  </a:lnTo>
                  <a:lnTo>
                    <a:pt x="1470286" y="678675"/>
                  </a:lnTo>
                  <a:lnTo>
                    <a:pt x="1519295" y="680642"/>
                  </a:lnTo>
                  <a:lnTo>
                    <a:pt x="1568304" y="681914"/>
                  </a:lnTo>
                  <a:lnTo>
                    <a:pt x="1617314" y="682423"/>
                  </a:lnTo>
                  <a:lnTo>
                    <a:pt x="1666324" y="682099"/>
                  </a:lnTo>
                  <a:lnTo>
                    <a:pt x="1715334" y="680873"/>
                  </a:lnTo>
                  <a:lnTo>
                    <a:pt x="1764345" y="678675"/>
                  </a:lnTo>
                  <a:lnTo>
                    <a:pt x="1813356" y="675435"/>
                  </a:lnTo>
                  <a:lnTo>
                    <a:pt x="1862367" y="671084"/>
                  </a:lnTo>
                  <a:lnTo>
                    <a:pt x="1911379" y="665553"/>
                  </a:lnTo>
                  <a:lnTo>
                    <a:pt x="1960390" y="658773"/>
                  </a:lnTo>
                  <a:lnTo>
                    <a:pt x="2009403" y="650673"/>
                  </a:lnTo>
                  <a:lnTo>
                    <a:pt x="2107420" y="631697"/>
                  </a:lnTo>
                  <a:lnTo>
                    <a:pt x="2156424" y="623598"/>
                  </a:lnTo>
                  <a:lnTo>
                    <a:pt x="2205429" y="616818"/>
                  </a:lnTo>
                  <a:lnTo>
                    <a:pt x="2254434" y="611287"/>
                  </a:lnTo>
                  <a:lnTo>
                    <a:pt x="2303440" y="606936"/>
                  </a:lnTo>
                  <a:lnTo>
                    <a:pt x="2352446" y="603696"/>
                  </a:lnTo>
                  <a:lnTo>
                    <a:pt x="2401452" y="601498"/>
                  </a:lnTo>
                  <a:lnTo>
                    <a:pt x="2450459" y="600271"/>
                  </a:lnTo>
                  <a:lnTo>
                    <a:pt x="2499466" y="599947"/>
                  </a:lnTo>
                  <a:lnTo>
                    <a:pt x="2548474" y="600457"/>
                  </a:lnTo>
                  <a:lnTo>
                    <a:pt x="2597482" y="601729"/>
                  </a:lnTo>
                  <a:lnTo>
                    <a:pt x="2646490" y="603696"/>
                  </a:lnTo>
                  <a:lnTo>
                    <a:pt x="2695498" y="606288"/>
                  </a:lnTo>
                  <a:lnTo>
                    <a:pt x="2744507" y="609435"/>
                  </a:lnTo>
                  <a:lnTo>
                    <a:pt x="2793516" y="613069"/>
                  </a:lnTo>
                  <a:lnTo>
                    <a:pt x="2842525" y="617118"/>
                  </a:lnTo>
                  <a:lnTo>
                    <a:pt x="2891535" y="621515"/>
                  </a:lnTo>
                  <a:lnTo>
                    <a:pt x="2989555" y="631073"/>
                  </a:lnTo>
                  <a:lnTo>
                    <a:pt x="3185598" y="651298"/>
                  </a:lnTo>
                  <a:lnTo>
                    <a:pt x="3283620" y="660856"/>
                  </a:lnTo>
                  <a:lnTo>
                    <a:pt x="3332632" y="665253"/>
                  </a:lnTo>
                  <a:lnTo>
                    <a:pt x="3381643" y="669302"/>
                  </a:lnTo>
                  <a:lnTo>
                    <a:pt x="3430655" y="672935"/>
                  </a:lnTo>
                  <a:lnTo>
                    <a:pt x="3479667" y="676083"/>
                  </a:lnTo>
                  <a:lnTo>
                    <a:pt x="3528679" y="678675"/>
                  </a:lnTo>
                  <a:lnTo>
                    <a:pt x="3577692" y="680642"/>
                  </a:lnTo>
                  <a:lnTo>
                    <a:pt x="3626704" y="681914"/>
                  </a:lnTo>
                  <a:lnTo>
                    <a:pt x="3675716" y="682423"/>
                  </a:lnTo>
                  <a:lnTo>
                    <a:pt x="3724729" y="682099"/>
                  </a:lnTo>
                  <a:lnTo>
                    <a:pt x="3773742" y="680873"/>
                  </a:lnTo>
                  <a:lnTo>
                    <a:pt x="3822754" y="678675"/>
                  </a:lnTo>
                  <a:lnTo>
                    <a:pt x="3871767" y="675435"/>
                  </a:lnTo>
                  <a:lnTo>
                    <a:pt x="3920780" y="671084"/>
                  </a:lnTo>
                  <a:lnTo>
                    <a:pt x="3969793" y="665553"/>
                  </a:lnTo>
                  <a:lnTo>
                    <a:pt x="4018806" y="658773"/>
                  </a:lnTo>
                  <a:lnTo>
                    <a:pt x="4067819" y="650673"/>
                  </a:lnTo>
                  <a:lnTo>
                    <a:pt x="4116831" y="641185"/>
                  </a:lnTo>
                  <a:lnTo>
                    <a:pt x="4148328" y="41237"/>
                  </a:lnTo>
                  <a:lnTo>
                    <a:pt x="4099315" y="50725"/>
                  </a:lnTo>
                  <a:lnTo>
                    <a:pt x="4050302" y="58825"/>
                  </a:lnTo>
                  <a:lnTo>
                    <a:pt x="4001291" y="65605"/>
                  </a:lnTo>
                  <a:lnTo>
                    <a:pt x="3952279" y="71136"/>
                  </a:lnTo>
                  <a:lnTo>
                    <a:pt x="3903268" y="75487"/>
                  </a:lnTo>
                  <a:lnTo>
                    <a:pt x="3854257" y="78727"/>
                  </a:lnTo>
                  <a:lnTo>
                    <a:pt x="3805246" y="80925"/>
                  </a:lnTo>
                  <a:lnTo>
                    <a:pt x="3756236" y="82151"/>
                  </a:lnTo>
                  <a:lnTo>
                    <a:pt x="3707226" y="82475"/>
                  </a:lnTo>
                  <a:lnTo>
                    <a:pt x="3658216" y="81966"/>
                  </a:lnTo>
                  <a:lnTo>
                    <a:pt x="3609207" y="80694"/>
                  </a:lnTo>
                  <a:lnTo>
                    <a:pt x="3560198" y="78727"/>
                  </a:lnTo>
                  <a:lnTo>
                    <a:pt x="3511188" y="76135"/>
                  </a:lnTo>
                  <a:lnTo>
                    <a:pt x="3462179" y="72987"/>
                  </a:lnTo>
                  <a:lnTo>
                    <a:pt x="3413171" y="69354"/>
                  </a:lnTo>
                  <a:lnTo>
                    <a:pt x="3364162" y="65305"/>
                  </a:lnTo>
                  <a:lnTo>
                    <a:pt x="3315153" y="60908"/>
                  </a:lnTo>
                  <a:lnTo>
                    <a:pt x="3217136" y="51350"/>
                  </a:lnTo>
                  <a:lnTo>
                    <a:pt x="3021103" y="31125"/>
                  </a:lnTo>
                  <a:lnTo>
                    <a:pt x="2923086" y="21567"/>
                  </a:lnTo>
                  <a:lnTo>
                    <a:pt x="2874077" y="17170"/>
                  </a:lnTo>
                  <a:lnTo>
                    <a:pt x="2825068" y="13121"/>
                  </a:lnTo>
                  <a:lnTo>
                    <a:pt x="2776060" y="9487"/>
                  </a:lnTo>
                  <a:lnTo>
                    <a:pt x="2727051" y="6340"/>
                  </a:lnTo>
                  <a:lnTo>
                    <a:pt x="2678041" y="3748"/>
                  </a:lnTo>
                  <a:lnTo>
                    <a:pt x="2629032" y="1781"/>
                  </a:lnTo>
                  <a:lnTo>
                    <a:pt x="2580023" y="509"/>
                  </a:lnTo>
                  <a:lnTo>
                    <a:pt x="2531013" y="0"/>
                  </a:lnTo>
                  <a:close/>
                </a:path>
              </a:pathLst>
            </a:custGeom>
            <a:solidFill>
              <a:srgbClr val="D44E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370569" y="275590"/>
            <a:ext cx="3326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Visit</a:t>
            </a:r>
            <a:r>
              <a:rPr dirty="0" sz="18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dirty="0" sz="18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Tech</a:t>
            </a:r>
            <a:r>
              <a:rPr dirty="0" sz="18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Lab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#247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683622" y="2607005"/>
            <a:ext cx="2408555" cy="70040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 marR="5080">
              <a:lnSpc>
                <a:spcPct val="80100"/>
              </a:lnSpc>
              <a:spcBef>
                <a:spcPts val="509"/>
              </a:spcBef>
            </a:pPr>
            <a:r>
              <a:rPr dirty="0" sz="1700" b="1" i="1">
                <a:solidFill>
                  <a:srgbClr val="F8B500"/>
                </a:solidFill>
                <a:latin typeface="Arial"/>
                <a:cs typeface="Arial"/>
              </a:rPr>
              <a:t>Deliver</a:t>
            </a:r>
            <a:r>
              <a:rPr dirty="0" sz="1700" spc="-30" b="1" i="1">
                <a:solidFill>
                  <a:srgbClr val="F8B500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Commercial </a:t>
            </a:r>
            <a:r>
              <a:rPr dirty="0" sz="1700" b="1">
                <a:latin typeface="Arial"/>
                <a:cs typeface="Arial"/>
              </a:rPr>
              <a:t>Software,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Support, </a:t>
            </a:r>
            <a:r>
              <a:rPr dirty="0" sz="1700" b="1">
                <a:latin typeface="Arial"/>
                <a:cs typeface="Arial"/>
              </a:rPr>
              <a:t>Services</a:t>
            </a:r>
            <a:r>
              <a:rPr dirty="0" sz="1700" spc="-1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and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Solutions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693402" y="5098160"/>
            <a:ext cx="171005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 i="1">
                <a:solidFill>
                  <a:srgbClr val="3888C8"/>
                </a:solidFill>
                <a:latin typeface="Arial"/>
                <a:cs typeface="Arial"/>
              </a:rPr>
              <a:t>Create</a:t>
            </a:r>
            <a:r>
              <a:rPr dirty="0" sz="1700" spc="-25" b="1" i="1">
                <a:solidFill>
                  <a:srgbClr val="3888C8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Success!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8785859" y="1379219"/>
            <a:ext cx="861060" cy="4322445"/>
            <a:chOff x="8785859" y="1379219"/>
            <a:chExt cx="861060" cy="4322445"/>
          </a:xfrm>
        </p:grpSpPr>
        <p:sp>
          <p:nvSpPr>
            <p:cNvPr id="32" name="object 32" descr=""/>
            <p:cNvSpPr/>
            <p:nvPr/>
          </p:nvSpPr>
          <p:spPr>
            <a:xfrm>
              <a:off x="8825483" y="1379219"/>
              <a:ext cx="821690" cy="798830"/>
            </a:xfrm>
            <a:custGeom>
              <a:avLst/>
              <a:gdLst/>
              <a:ahLst/>
              <a:cxnLst/>
              <a:rect l="l" t="t" r="r" b="b"/>
              <a:pathLst>
                <a:path w="821690" h="798830">
                  <a:moveTo>
                    <a:pt x="410718" y="0"/>
                  </a:moveTo>
                  <a:lnTo>
                    <a:pt x="362821" y="2686"/>
                  </a:lnTo>
                  <a:lnTo>
                    <a:pt x="316547" y="10548"/>
                  </a:lnTo>
                  <a:lnTo>
                    <a:pt x="272204" y="23283"/>
                  </a:lnTo>
                  <a:lnTo>
                    <a:pt x="230099" y="40592"/>
                  </a:lnTo>
                  <a:lnTo>
                    <a:pt x="190541" y="62176"/>
                  </a:lnTo>
                  <a:lnTo>
                    <a:pt x="153839" y="87734"/>
                  </a:lnTo>
                  <a:lnTo>
                    <a:pt x="120300" y="116966"/>
                  </a:lnTo>
                  <a:lnTo>
                    <a:pt x="90233" y="149574"/>
                  </a:lnTo>
                  <a:lnTo>
                    <a:pt x="63946" y="185255"/>
                  </a:lnTo>
                  <a:lnTo>
                    <a:pt x="41747" y="223712"/>
                  </a:lnTo>
                  <a:lnTo>
                    <a:pt x="23945" y="264643"/>
                  </a:lnTo>
                  <a:lnTo>
                    <a:pt x="10847" y="307750"/>
                  </a:lnTo>
                  <a:lnTo>
                    <a:pt x="2763" y="352731"/>
                  </a:lnTo>
                  <a:lnTo>
                    <a:pt x="0" y="399288"/>
                  </a:lnTo>
                  <a:lnTo>
                    <a:pt x="2763" y="445844"/>
                  </a:lnTo>
                  <a:lnTo>
                    <a:pt x="10847" y="490825"/>
                  </a:lnTo>
                  <a:lnTo>
                    <a:pt x="23945" y="533932"/>
                  </a:lnTo>
                  <a:lnTo>
                    <a:pt x="41747" y="574863"/>
                  </a:lnTo>
                  <a:lnTo>
                    <a:pt x="63946" y="613320"/>
                  </a:lnTo>
                  <a:lnTo>
                    <a:pt x="90233" y="649001"/>
                  </a:lnTo>
                  <a:lnTo>
                    <a:pt x="120300" y="681608"/>
                  </a:lnTo>
                  <a:lnTo>
                    <a:pt x="153839" y="710841"/>
                  </a:lnTo>
                  <a:lnTo>
                    <a:pt x="190541" y="736399"/>
                  </a:lnTo>
                  <a:lnTo>
                    <a:pt x="230099" y="757983"/>
                  </a:lnTo>
                  <a:lnTo>
                    <a:pt x="272204" y="775292"/>
                  </a:lnTo>
                  <a:lnTo>
                    <a:pt x="316547" y="788027"/>
                  </a:lnTo>
                  <a:lnTo>
                    <a:pt x="362821" y="795889"/>
                  </a:lnTo>
                  <a:lnTo>
                    <a:pt x="410718" y="798576"/>
                  </a:lnTo>
                  <a:lnTo>
                    <a:pt x="458614" y="795889"/>
                  </a:lnTo>
                  <a:lnTo>
                    <a:pt x="504888" y="788027"/>
                  </a:lnTo>
                  <a:lnTo>
                    <a:pt x="549231" y="775292"/>
                  </a:lnTo>
                  <a:lnTo>
                    <a:pt x="591336" y="757983"/>
                  </a:lnTo>
                  <a:lnTo>
                    <a:pt x="630894" y="736399"/>
                  </a:lnTo>
                  <a:lnTo>
                    <a:pt x="667596" y="710841"/>
                  </a:lnTo>
                  <a:lnTo>
                    <a:pt x="701135" y="681608"/>
                  </a:lnTo>
                  <a:lnTo>
                    <a:pt x="731202" y="649001"/>
                  </a:lnTo>
                  <a:lnTo>
                    <a:pt x="757489" y="613320"/>
                  </a:lnTo>
                  <a:lnTo>
                    <a:pt x="779688" y="574863"/>
                  </a:lnTo>
                  <a:lnTo>
                    <a:pt x="797490" y="533932"/>
                  </a:lnTo>
                  <a:lnTo>
                    <a:pt x="810588" y="490825"/>
                  </a:lnTo>
                  <a:lnTo>
                    <a:pt x="818672" y="445844"/>
                  </a:lnTo>
                  <a:lnTo>
                    <a:pt x="821436" y="399288"/>
                  </a:lnTo>
                  <a:lnTo>
                    <a:pt x="818672" y="352731"/>
                  </a:lnTo>
                  <a:lnTo>
                    <a:pt x="810588" y="307750"/>
                  </a:lnTo>
                  <a:lnTo>
                    <a:pt x="797490" y="264643"/>
                  </a:lnTo>
                  <a:lnTo>
                    <a:pt x="779688" y="223712"/>
                  </a:lnTo>
                  <a:lnTo>
                    <a:pt x="757489" y="185255"/>
                  </a:lnTo>
                  <a:lnTo>
                    <a:pt x="731202" y="149574"/>
                  </a:lnTo>
                  <a:lnTo>
                    <a:pt x="701135" y="116967"/>
                  </a:lnTo>
                  <a:lnTo>
                    <a:pt x="667596" y="87734"/>
                  </a:lnTo>
                  <a:lnTo>
                    <a:pt x="630894" y="62176"/>
                  </a:lnTo>
                  <a:lnTo>
                    <a:pt x="591336" y="40592"/>
                  </a:lnTo>
                  <a:lnTo>
                    <a:pt x="549231" y="23283"/>
                  </a:lnTo>
                  <a:lnTo>
                    <a:pt x="504888" y="10548"/>
                  </a:lnTo>
                  <a:lnTo>
                    <a:pt x="458614" y="2686"/>
                  </a:lnTo>
                  <a:lnTo>
                    <a:pt x="410718" y="0"/>
                  </a:lnTo>
                  <a:close/>
                </a:path>
              </a:pathLst>
            </a:custGeom>
            <a:solidFill>
              <a:srgbClr val="A300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73311" y="1542287"/>
              <a:ext cx="525779" cy="448055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8804147" y="4902708"/>
              <a:ext cx="822960" cy="798830"/>
            </a:xfrm>
            <a:custGeom>
              <a:avLst/>
              <a:gdLst/>
              <a:ahLst/>
              <a:cxnLst/>
              <a:rect l="l" t="t" r="r" b="b"/>
              <a:pathLst>
                <a:path w="822959" h="798829">
                  <a:moveTo>
                    <a:pt x="411479" y="0"/>
                  </a:moveTo>
                  <a:lnTo>
                    <a:pt x="363502" y="2686"/>
                  </a:lnTo>
                  <a:lnTo>
                    <a:pt x="317147" y="10548"/>
                  </a:lnTo>
                  <a:lnTo>
                    <a:pt x="272725" y="23283"/>
                  </a:lnTo>
                  <a:lnTo>
                    <a:pt x="230543" y="40592"/>
                  </a:lnTo>
                  <a:lnTo>
                    <a:pt x="190913" y="62176"/>
                  </a:lnTo>
                  <a:lnTo>
                    <a:pt x="154141" y="87734"/>
                  </a:lnTo>
                  <a:lnTo>
                    <a:pt x="120538" y="116967"/>
                  </a:lnTo>
                  <a:lnTo>
                    <a:pt x="90413" y="149574"/>
                  </a:lnTo>
                  <a:lnTo>
                    <a:pt x="64075" y="185255"/>
                  </a:lnTo>
                  <a:lnTo>
                    <a:pt x="41832" y="223712"/>
                  </a:lnTo>
                  <a:lnTo>
                    <a:pt x="23994" y="264643"/>
                  </a:lnTo>
                  <a:lnTo>
                    <a:pt x="10870" y="307750"/>
                  </a:lnTo>
                  <a:lnTo>
                    <a:pt x="2769" y="352731"/>
                  </a:lnTo>
                  <a:lnTo>
                    <a:pt x="0" y="399288"/>
                  </a:lnTo>
                  <a:lnTo>
                    <a:pt x="2769" y="445844"/>
                  </a:lnTo>
                  <a:lnTo>
                    <a:pt x="10870" y="490825"/>
                  </a:lnTo>
                  <a:lnTo>
                    <a:pt x="23994" y="533932"/>
                  </a:lnTo>
                  <a:lnTo>
                    <a:pt x="41832" y="574863"/>
                  </a:lnTo>
                  <a:lnTo>
                    <a:pt x="64075" y="613320"/>
                  </a:lnTo>
                  <a:lnTo>
                    <a:pt x="90413" y="649001"/>
                  </a:lnTo>
                  <a:lnTo>
                    <a:pt x="120538" y="681609"/>
                  </a:lnTo>
                  <a:lnTo>
                    <a:pt x="154141" y="710841"/>
                  </a:lnTo>
                  <a:lnTo>
                    <a:pt x="190913" y="736399"/>
                  </a:lnTo>
                  <a:lnTo>
                    <a:pt x="230543" y="757983"/>
                  </a:lnTo>
                  <a:lnTo>
                    <a:pt x="272725" y="775292"/>
                  </a:lnTo>
                  <a:lnTo>
                    <a:pt x="317147" y="788027"/>
                  </a:lnTo>
                  <a:lnTo>
                    <a:pt x="363502" y="795889"/>
                  </a:lnTo>
                  <a:lnTo>
                    <a:pt x="411479" y="798576"/>
                  </a:lnTo>
                  <a:lnTo>
                    <a:pt x="459457" y="795889"/>
                  </a:lnTo>
                  <a:lnTo>
                    <a:pt x="505812" y="788027"/>
                  </a:lnTo>
                  <a:lnTo>
                    <a:pt x="550234" y="775292"/>
                  </a:lnTo>
                  <a:lnTo>
                    <a:pt x="592416" y="757983"/>
                  </a:lnTo>
                  <a:lnTo>
                    <a:pt x="632046" y="736399"/>
                  </a:lnTo>
                  <a:lnTo>
                    <a:pt x="668818" y="710841"/>
                  </a:lnTo>
                  <a:lnTo>
                    <a:pt x="702421" y="681609"/>
                  </a:lnTo>
                  <a:lnTo>
                    <a:pt x="732546" y="649001"/>
                  </a:lnTo>
                  <a:lnTo>
                    <a:pt x="758884" y="613320"/>
                  </a:lnTo>
                  <a:lnTo>
                    <a:pt x="781127" y="574863"/>
                  </a:lnTo>
                  <a:lnTo>
                    <a:pt x="798965" y="533932"/>
                  </a:lnTo>
                  <a:lnTo>
                    <a:pt x="812089" y="490825"/>
                  </a:lnTo>
                  <a:lnTo>
                    <a:pt x="820190" y="445844"/>
                  </a:lnTo>
                  <a:lnTo>
                    <a:pt x="822959" y="399288"/>
                  </a:lnTo>
                  <a:lnTo>
                    <a:pt x="820190" y="352731"/>
                  </a:lnTo>
                  <a:lnTo>
                    <a:pt x="812089" y="307750"/>
                  </a:lnTo>
                  <a:lnTo>
                    <a:pt x="798965" y="264643"/>
                  </a:lnTo>
                  <a:lnTo>
                    <a:pt x="781127" y="223712"/>
                  </a:lnTo>
                  <a:lnTo>
                    <a:pt x="758884" y="185255"/>
                  </a:lnTo>
                  <a:lnTo>
                    <a:pt x="732546" y="149574"/>
                  </a:lnTo>
                  <a:lnTo>
                    <a:pt x="702421" y="116967"/>
                  </a:lnTo>
                  <a:lnTo>
                    <a:pt x="668818" y="87734"/>
                  </a:lnTo>
                  <a:lnTo>
                    <a:pt x="632046" y="62176"/>
                  </a:lnTo>
                  <a:lnTo>
                    <a:pt x="592416" y="40592"/>
                  </a:lnTo>
                  <a:lnTo>
                    <a:pt x="550234" y="23283"/>
                  </a:lnTo>
                  <a:lnTo>
                    <a:pt x="505812" y="10548"/>
                  </a:lnTo>
                  <a:lnTo>
                    <a:pt x="459457" y="2686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3888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61119" y="5161787"/>
              <a:ext cx="509016" cy="274320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8811767" y="3723131"/>
              <a:ext cx="821690" cy="798830"/>
            </a:xfrm>
            <a:custGeom>
              <a:avLst/>
              <a:gdLst/>
              <a:ahLst/>
              <a:cxnLst/>
              <a:rect l="l" t="t" r="r" b="b"/>
              <a:pathLst>
                <a:path w="821690" h="798829">
                  <a:moveTo>
                    <a:pt x="410717" y="0"/>
                  </a:moveTo>
                  <a:lnTo>
                    <a:pt x="362821" y="2686"/>
                  </a:lnTo>
                  <a:lnTo>
                    <a:pt x="316547" y="10548"/>
                  </a:lnTo>
                  <a:lnTo>
                    <a:pt x="272204" y="23283"/>
                  </a:lnTo>
                  <a:lnTo>
                    <a:pt x="230099" y="40592"/>
                  </a:lnTo>
                  <a:lnTo>
                    <a:pt x="190541" y="62176"/>
                  </a:lnTo>
                  <a:lnTo>
                    <a:pt x="153839" y="87734"/>
                  </a:lnTo>
                  <a:lnTo>
                    <a:pt x="120300" y="116967"/>
                  </a:lnTo>
                  <a:lnTo>
                    <a:pt x="90233" y="149574"/>
                  </a:lnTo>
                  <a:lnTo>
                    <a:pt x="63946" y="185255"/>
                  </a:lnTo>
                  <a:lnTo>
                    <a:pt x="41747" y="223712"/>
                  </a:lnTo>
                  <a:lnTo>
                    <a:pt x="23945" y="264643"/>
                  </a:lnTo>
                  <a:lnTo>
                    <a:pt x="10847" y="307750"/>
                  </a:lnTo>
                  <a:lnTo>
                    <a:pt x="2763" y="352731"/>
                  </a:lnTo>
                  <a:lnTo>
                    <a:pt x="0" y="399288"/>
                  </a:lnTo>
                  <a:lnTo>
                    <a:pt x="2763" y="445844"/>
                  </a:lnTo>
                  <a:lnTo>
                    <a:pt x="10847" y="490825"/>
                  </a:lnTo>
                  <a:lnTo>
                    <a:pt x="23945" y="533932"/>
                  </a:lnTo>
                  <a:lnTo>
                    <a:pt x="41747" y="574863"/>
                  </a:lnTo>
                  <a:lnTo>
                    <a:pt x="63946" y="613320"/>
                  </a:lnTo>
                  <a:lnTo>
                    <a:pt x="90233" y="649001"/>
                  </a:lnTo>
                  <a:lnTo>
                    <a:pt x="120300" y="681609"/>
                  </a:lnTo>
                  <a:lnTo>
                    <a:pt x="153839" y="710841"/>
                  </a:lnTo>
                  <a:lnTo>
                    <a:pt x="190541" y="736399"/>
                  </a:lnTo>
                  <a:lnTo>
                    <a:pt x="230099" y="757983"/>
                  </a:lnTo>
                  <a:lnTo>
                    <a:pt x="272204" y="775292"/>
                  </a:lnTo>
                  <a:lnTo>
                    <a:pt x="316547" y="788027"/>
                  </a:lnTo>
                  <a:lnTo>
                    <a:pt x="362821" y="795889"/>
                  </a:lnTo>
                  <a:lnTo>
                    <a:pt x="410717" y="798576"/>
                  </a:lnTo>
                  <a:lnTo>
                    <a:pt x="458614" y="795889"/>
                  </a:lnTo>
                  <a:lnTo>
                    <a:pt x="504888" y="788027"/>
                  </a:lnTo>
                  <a:lnTo>
                    <a:pt x="549231" y="775292"/>
                  </a:lnTo>
                  <a:lnTo>
                    <a:pt x="591336" y="757983"/>
                  </a:lnTo>
                  <a:lnTo>
                    <a:pt x="630894" y="736399"/>
                  </a:lnTo>
                  <a:lnTo>
                    <a:pt x="667596" y="710841"/>
                  </a:lnTo>
                  <a:lnTo>
                    <a:pt x="701135" y="681609"/>
                  </a:lnTo>
                  <a:lnTo>
                    <a:pt x="731202" y="649001"/>
                  </a:lnTo>
                  <a:lnTo>
                    <a:pt x="757489" y="613320"/>
                  </a:lnTo>
                  <a:lnTo>
                    <a:pt x="779688" y="574863"/>
                  </a:lnTo>
                  <a:lnTo>
                    <a:pt x="797490" y="533932"/>
                  </a:lnTo>
                  <a:lnTo>
                    <a:pt x="810588" y="490825"/>
                  </a:lnTo>
                  <a:lnTo>
                    <a:pt x="818672" y="445844"/>
                  </a:lnTo>
                  <a:lnTo>
                    <a:pt x="821435" y="399288"/>
                  </a:lnTo>
                  <a:lnTo>
                    <a:pt x="818672" y="352731"/>
                  </a:lnTo>
                  <a:lnTo>
                    <a:pt x="810588" y="307750"/>
                  </a:lnTo>
                  <a:lnTo>
                    <a:pt x="797490" y="264643"/>
                  </a:lnTo>
                  <a:lnTo>
                    <a:pt x="779688" y="223712"/>
                  </a:lnTo>
                  <a:lnTo>
                    <a:pt x="757489" y="185255"/>
                  </a:lnTo>
                  <a:lnTo>
                    <a:pt x="731202" y="149574"/>
                  </a:lnTo>
                  <a:lnTo>
                    <a:pt x="701135" y="116967"/>
                  </a:lnTo>
                  <a:lnTo>
                    <a:pt x="667596" y="87734"/>
                  </a:lnTo>
                  <a:lnTo>
                    <a:pt x="630894" y="62176"/>
                  </a:lnTo>
                  <a:lnTo>
                    <a:pt x="591336" y="40592"/>
                  </a:lnTo>
                  <a:lnTo>
                    <a:pt x="549231" y="23283"/>
                  </a:lnTo>
                  <a:lnTo>
                    <a:pt x="504888" y="10548"/>
                  </a:lnTo>
                  <a:lnTo>
                    <a:pt x="458614" y="2686"/>
                  </a:lnTo>
                  <a:lnTo>
                    <a:pt x="410717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79407" y="3886199"/>
              <a:ext cx="487679" cy="473963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8785859" y="2554223"/>
              <a:ext cx="821690" cy="798830"/>
            </a:xfrm>
            <a:custGeom>
              <a:avLst/>
              <a:gdLst/>
              <a:ahLst/>
              <a:cxnLst/>
              <a:rect l="l" t="t" r="r" b="b"/>
              <a:pathLst>
                <a:path w="821690" h="798829">
                  <a:moveTo>
                    <a:pt x="410718" y="0"/>
                  </a:moveTo>
                  <a:lnTo>
                    <a:pt x="362821" y="2686"/>
                  </a:lnTo>
                  <a:lnTo>
                    <a:pt x="316547" y="10548"/>
                  </a:lnTo>
                  <a:lnTo>
                    <a:pt x="272204" y="23283"/>
                  </a:lnTo>
                  <a:lnTo>
                    <a:pt x="230099" y="40592"/>
                  </a:lnTo>
                  <a:lnTo>
                    <a:pt x="190541" y="62176"/>
                  </a:lnTo>
                  <a:lnTo>
                    <a:pt x="153839" y="87734"/>
                  </a:lnTo>
                  <a:lnTo>
                    <a:pt x="120300" y="116966"/>
                  </a:lnTo>
                  <a:lnTo>
                    <a:pt x="90233" y="149574"/>
                  </a:lnTo>
                  <a:lnTo>
                    <a:pt x="63946" y="185255"/>
                  </a:lnTo>
                  <a:lnTo>
                    <a:pt x="41747" y="223712"/>
                  </a:lnTo>
                  <a:lnTo>
                    <a:pt x="23945" y="264643"/>
                  </a:lnTo>
                  <a:lnTo>
                    <a:pt x="10847" y="307750"/>
                  </a:lnTo>
                  <a:lnTo>
                    <a:pt x="2763" y="352731"/>
                  </a:lnTo>
                  <a:lnTo>
                    <a:pt x="0" y="399288"/>
                  </a:lnTo>
                  <a:lnTo>
                    <a:pt x="2763" y="445844"/>
                  </a:lnTo>
                  <a:lnTo>
                    <a:pt x="10847" y="490825"/>
                  </a:lnTo>
                  <a:lnTo>
                    <a:pt x="23945" y="533932"/>
                  </a:lnTo>
                  <a:lnTo>
                    <a:pt x="41747" y="574863"/>
                  </a:lnTo>
                  <a:lnTo>
                    <a:pt x="63946" y="613320"/>
                  </a:lnTo>
                  <a:lnTo>
                    <a:pt x="90233" y="649001"/>
                  </a:lnTo>
                  <a:lnTo>
                    <a:pt x="120300" y="681608"/>
                  </a:lnTo>
                  <a:lnTo>
                    <a:pt x="153839" y="710841"/>
                  </a:lnTo>
                  <a:lnTo>
                    <a:pt x="190541" y="736399"/>
                  </a:lnTo>
                  <a:lnTo>
                    <a:pt x="230099" y="757983"/>
                  </a:lnTo>
                  <a:lnTo>
                    <a:pt x="272204" y="775292"/>
                  </a:lnTo>
                  <a:lnTo>
                    <a:pt x="316547" y="788027"/>
                  </a:lnTo>
                  <a:lnTo>
                    <a:pt x="362821" y="795889"/>
                  </a:lnTo>
                  <a:lnTo>
                    <a:pt x="410718" y="798576"/>
                  </a:lnTo>
                  <a:lnTo>
                    <a:pt x="458614" y="795889"/>
                  </a:lnTo>
                  <a:lnTo>
                    <a:pt x="504888" y="788027"/>
                  </a:lnTo>
                  <a:lnTo>
                    <a:pt x="549231" y="775292"/>
                  </a:lnTo>
                  <a:lnTo>
                    <a:pt x="591336" y="757983"/>
                  </a:lnTo>
                  <a:lnTo>
                    <a:pt x="630894" y="736399"/>
                  </a:lnTo>
                  <a:lnTo>
                    <a:pt x="667596" y="710841"/>
                  </a:lnTo>
                  <a:lnTo>
                    <a:pt x="701135" y="681609"/>
                  </a:lnTo>
                  <a:lnTo>
                    <a:pt x="731202" y="649001"/>
                  </a:lnTo>
                  <a:lnTo>
                    <a:pt x="757489" y="613320"/>
                  </a:lnTo>
                  <a:lnTo>
                    <a:pt x="779688" y="574863"/>
                  </a:lnTo>
                  <a:lnTo>
                    <a:pt x="797490" y="533932"/>
                  </a:lnTo>
                  <a:lnTo>
                    <a:pt x="810588" y="490825"/>
                  </a:lnTo>
                  <a:lnTo>
                    <a:pt x="818672" y="445844"/>
                  </a:lnTo>
                  <a:lnTo>
                    <a:pt x="821436" y="399288"/>
                  </a:lnTo>
                  <a:lnTo>
                    <a:pt x="818672" y="352731"/>
                  </a:lnTo>
                  <a:lnTo>
                    <a:pt x="810588" y="307750"/>
                  </a:lnTo>
                  <a:lnTo>
                    <a:pt x="797490" y="264643"/>
                  </a:lnTo>
                  <a:lnTo>
                    <a:pt x="779688" y="223712"/>
                  </a:lnTo>
                  <a:lnTo>
                    <a:pt x="757489" y="185255"/>
                  </a:lnTo>
                  <a:lnTo>
                    <a:pt x="731202" y="149574"/>
                  </a:lnTo>
                  <a:lnTo>
                    <a:pt x="701135" y="116967"/>
                  </a:lnTo>
                  <a:lnTo>
                    <a:pt x="667596" y="87734"/>
                  </a:lnTo>
                  <a:lnTo>
                    <a:pt x="630894" y="62176"/>
                  </a:lnTo>
                  <a:lnTo>
                    <a:pt x="591336" y="40592"/>
                  </a:lnTo>
                  <a:lnTo>
                    <a:pt x="549231" y="23283"/>
                  </a:lnTo>
                  <a:lnTo>
                    <a:pt x="504888" y="10548"/>
                  </a:lnTo>
                  <a:lnTo>
                    <a:pt x="458614" y="2686"/>
                  </a:lnTo>
                  <a:lnTo>
                    <a:pt x="410718" y="0"/>
                  </a:lnTo>
                  <a:close/>
                </a:path>
              </a:pathLst>
            </a:custGeom>
            <a:solidFill>
              <a:srgbClr val="F8B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21495" y="2663952"/>
              <a:ext cx="528827" cy="513588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9696068" y="3866463"/>
            <a:ext cx="2320925" cy="493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839"/>
              </a:lnSpc>
              <a:spcBef>
                <a:spcPts val="105"/>
              </a:spcBef>
            </a:pPr>
            <a:r>
              <a:rPr dirty="0" sz="1700" b="1" i="1">
                <a:solidFill>
                  <a:srgbClr val="C8D200"/>
                </a:solidFill>
                <a:latin typeface="Arial"/>
                <a:cs typeface="Arial"/>
              </a:rPr>
              <a:t>Simplify</a:t>
            </a:r>
            <a:r>
              <a:rPr dirty="0" sz="1700" spc="-15" b="1" i="1">
                <a:solidFill>
                  <a:srgbClr val="C8D200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Software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839"/>
              </a:lnSpc>
            </a:pPr>
            <a:r>
              <a:rPr dirty="0" sz="1700" b="1">
                <a:latin typeface="Arial"/>
                <a:cs typeface="Arial"/>
              </a:rPr>
              <a:t>Engagement</a:t>
            </a:r>
            <a:r>
              <a:rPr dirty="0" sz="1700" spc="-1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with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NXP</a:t>
            </a:r>
            <a:endParaRPr sz="1700">
              <a:latin typeface="Arial"/>
              <a:cs typeface="Aria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91515" y="6535318"/>
            <a:ext cx="5250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Find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online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at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u="sng" sz="1800" spc="-20">
                <a:solidFill>
                  <a:srgbClr val="F8B500"/>
                </a:solidFill>
                <a:uFill>
                  <a:solidFill>
                    <a:srgbClr val="F8B500"/>
                  </a:solidFill>
                </a:uFill>
                <a:latin typeface="Arial"/>
                <a:cs typeface="Arial"/>
                <a:hlinkClick r:id="rId15"/>
              </a:rPr>
              <a:t>www.nxp.com/networking-</a:t>
            </a:r>
            <a:r>
              <a:rPr dirty="0" u="sng" sz="1800" spc="-10">
                <a:solidFill>
                  <a:srgbClr val="F8B500"/>
                </a:solidFill>
                <a:uFill>
                  <a:solidFill>
                    <a:srgbClr val="F8B500"/>
                  </a:solidFill>
                </a:uFill>
                <a:latin typeface="Arial"/>
                <a:cs typeface="Arial"/>
                <a:hlinkClick r:id="rId15"/>
              </a:rPr>
              <a:t>services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9726930" y="1543303"/>
            <a:ext cx="2191385" cy="492759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630"/>
              </a:lnSpc>
              <a:spcBef>
                <a:spcPts val="500"/>
              </a:spcBef>
            </a:pPr>
            <a:r>
              <a:rPr dirty="0" sz="1700" b="1" i="1">
                <a:solidFill>
                  <a:srgbClr val="A30044"/>
                </a:solidFill>
                <a:latin typeface="Arial"/>
                <a:cs typeface="Arial"/>
              </a:rPr>
              <a:t>Accelerate</a:t>
            </a:r>
            <a:r>
              <a:rPr dirty="0" sz="1700" spc="-55" b="1" i="1">
                <a:solidFill>
                  <a:srgbClr val="A30044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Customer </a:t>
            </a:r>
            <a:r>
              <a:rPr dirty="0" sz="1700" spc="-20" b="1">
                <a:latin typeface="Arial"/>
                <a:cs typeface="Arial"/>
              </a:rPr>
              <a:t>Time-</a:t>
            </a:r>
            <a:r>
              <a:rPr dirty="0" sz="1700" spc="-10" b="1">
                <a:latin typeface="Arial"/>
                <a:cs typeface="Arial"/>
              </a:rPr>
              <a:t>to-Market</a:t>
            </a:r>
            <a:endParaRPr sz="1700">
              <a:latin typeface="Arial"/>
              <a:cs typeface="Aria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862064" y="3697300"/>
            <a:ext cx="1388745" cy="112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dirty="0" sz="1800" spc="-10">
                <a:latin typeface="Arial"/>
                <a:cs typeface="Arial"/>
              </a:rPr>
              <a:t>Security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Arial"/>
                <a:cs typeface="Arial"/>
              </a:rPr>
              <a:t>Consulting</a:t>
            </a:r>
            <a:endParaRPr sz="1800">
              <a:latin typeface="Arial"/>
              <a:cs typeface="Arial"/>
            </a:endParaRPr>
          </a:p>
          <a:p>
            <a:pPr marL="299085" marR="80645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 spc="-10">
                <a:latin typeface="Arial"/>
                <a:cs typeface="Arial"/>
              </a:rPr>
              <a:t>Hardened Linux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437184" y="3868292"/>
            <a:ext cx="152590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dirty="0" sz="1800" spc="-25">
                <a:latin typeface="Arial"/>
                <a:cs typeface="Arial"/>
              </a:rPr>
              <a:t>IOT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dirty="0" sz="1800" spc="-10">
                <a:latin typeface="Arial"/>
                <a:cs typeface="Arial"/>
              </a:rPr>
              <a:t>Gateway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 spc="-10">
                <a:latin typeface="Arial"/>
                <a:cs typeface="Arial"/>
              </a:rPr>
              <a:t>OpenWRT+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443890" y="1383284"/>
            <a:ext cx="15957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dirty="0" sz="1800" spc="-10">
                <a:latin typeface="Arial"/>
                <a:cs typeface="Arial"/>
              </a:rPr>
              <a:t>CodeWarrior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895594" y="1268348"/>
            <a:ext cx="203771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VortiQa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Software Solutions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47370" y="5447791"/>
            <a:ext cx="2496820" cy="935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ts val="2860"/>
              </a:lnSpc>
              <a:spcBef>
                <a:spcPts val="100"/>
              </a:spcBef>
              <a:tabLst>
                <a:tab pos="1192530" algn="l"/>
              </a:tabLst>
            </a:pPr>
            <a:r>
              <a:rPr dirty="0" sz="2400" spc="-10" b="1">
                <a:latin typeface="Arial"/>
                <a:cs typeface="Arial"/>
              </a:rPr>
              <a:t>Linux</a:t>
            </a:r>
            <a:r>
              <a:rPr dirty="0" baseline="24305" sz="2400" spc="-15" b="1">
                <a:latin typeface="Arial"/>
                <a:cs typeface="Arial"/>
              </a:rPr>
              <a:t>®</a:t>
            </a:r>
            <a:r>
              <a:rPr dirty="0" baseline="24305" sz="2400" b="1">
                <a:latin typeface="Arial"/>
                <a:cs typeface="Arial"/>
              </a:rPr>
              <a:t>	</a:t>
            </a:r>
            <a:r>
              <a:rPr dirty="0" sz="2400" spc="-10" b="1">
                <a:latin typeface="Arial"/>
                <a:cs typeface="Arial"/>
              </a:rPr>
              <a:t>Services</a:t>
            </a:r>
            <a:endParaRPr sz="2400">
              <a:latin typeface="Arial"/>
              <a:cs typeface="Arial"/>
            </a:endParaRPr>
          </a:p>
          <a:p>
            <a:pPr marL="346075" indent="-286385">
              <a:lnSpc>
                <a:spcPts val="2140"/>
              </a:lnSpc>
              <a:buChar char="•"/>
              <a:tabLst>
                <a:tab pos="346075" algn="l"/>
              </a:tabLst>
            </a:pPr>
            <a:r>
              <a:rPr dirty="0" sz="1800" spc="-10">
                <a:latin typeface="Arial"/>
                <a:cs typeface="Arial"/>
              </a:rPr>
              <a:t>Commercial</a:t>
            </a:r>
            <a:endParaRPr sz="1800">
              <a:latin typeface="Arial"/>
              <a:cs typeface="Arial"/>
            </a:endParaRPr>
          </a:p>
          <a:p>
            <a:pPr marL="346075">
              <a:lnSpc>
                <a:spcPct val="100000"/>
              </a:lnSpc>
            </a:pPr>
            <a:r>
              <a:rPr dirty="0" sz="1800" spc="-10">
                <a:latin typeface="Arial"/>
                <a:cs typeface="Arial"/>
              </a:rPr>
              <a:t>Support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554217" y="5887008"/>
            <a:ext cx="23685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Performance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Tuning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8808" y="6284379"/>
            <a:ext cx="2850515" cy="2559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89"/>
              </a:lnSpc>
              <a:tabLst>
                <a:tab pos="500380" algn="l"/>
                <a:tab pos="1833880" algn="l"/>
              </a:tabLst>
            </a:pPr>
            <a:r>
              <a:rPr dirty="0" sz="1300" spc="-50">
                <a:solidFill>
                  <a:srgbClr val="7E7E7E"/>
                </a:solidFill>
                <a:latin typeface="Arial"/>
                <a:cs typeface="Arial"/>
              </a:rPr>
              <a:t>2</a:t>
            </a:r>
            <a:r>
              <a:rPr dirty="0" sz="1300">
                <a:solidFill>
                  <a:srgbClr val="7E7E7E"/>
                </a:solidFill>
                <a:latin typeface="Arial"/>
                <a:cs typeface="Arial"/>
              </a:rPr>
              <a:t>	PUBLIC</a:t>
            </a:r>
            <a:r>
              <a:rPr dirty="0" sz="13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7E7E7E"/>
                </a:solidFill>
                <a:latin typeface="Arial"/>
                <a:cs typeface="Arial"/>
              </a:rPr>
              <a:t>USE</a:t>
            </a:r>
            <a:r>
              <a:rPr dirty="0" sz="1300">
                <a:solidFill>
                  <a:srgbClr val="7E7E7E"/>
                </a:solidFill>
                <a:latin typeface="Arial"/>
                <a:cs typeface="Arial"/>
              </a:rPr>
              <a:t>	</a:t>
            </a:r>
            <a:r>
              <a:rPr dirty="0" sz="1800" spc="-10" b="1">
                <a:solidFill>
                  <a:srgbClr val="7AB0DB"/>
                </a:solidFill>
                <a:latin typeface="Arial"/>
                <a:cs typeface="Arial"/>
              </a:rPr>
              <a:t>#NXPFTF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747247" y="6083808"/>
            <a:ext cx="1125220" cy="403860"/>
            <a:chOff x="10747247" y="6083808"/>
            <a:chExt cx="1125220" cy="403860"/>
          </a:xfrm>
        </p:grpSpPr>
        <p:sp>
          <p:nvSpPr>
            <p:cNvPr id="4" name="object 4" descr=""/>
            <p:cNvSpPr/>
            <p:nvPr/>
          </p:nvSpPr>
          <p:spPr>
            <a:xfrm>
              <a:off x="11207495" y="6083808"/>
              <a:ext cx="215265" cy="403860"/>
            </a:xfrm>
            <a:custGeom>
              <a:avLst/>
              <a:gdLst/>
              <a:ahLst/>
              <a:cxnLst/>
              <a:rect l="l" t="t" r="r" b="b"/>
              <a:pathLst>
                <a:path w="215265" h="403860">
                  <a:moveTo>
                    <a:pt x="213740" y="0"/>
                  </a:moveTo>
                  <a:lnTo>
                    <a:pt x="190880" y="0"/>
                  </a:lnTo>
                  <a:lnTo>
                    <a:pt x="107442" y="134429"/>
                  </a:lnTo>
                  <a:lnTo>
                    <a:pt x="22986" y="0"/>
                  </a:lnTo>
                  <a:lnTo>
                    <a:pt x="0" y="0"/>
                  </a:lnTo>
                  <a:lnTo>
                    <a:pt x="0" y="403859"/>
                  </a:lnTo>
                  <a:lnTo>
                    <a:pt x="22986" y="403859"/>
                  </a:lnTo>
                  <a:lnTo>
                    <a:pt x="107442" y="269430"/>
                  </a:lnTo>
                  <a:lnTo>
                    <a:pt x="190880" y="403859"/>
                  </a:lnTo>
                  <a:lnTo>
                    <a:pt x="214883" y="403859"/>
                  </a:lnTo>
                  <a:lnTo>
                    <a:pt x="213740" y="403301"/>
                  </a:lnTo>
                  <a:lnTo>
                    <a:pt x="213740" y="0"/>
                  </a:lnTo>
                  <a:close/>
                </a:path>
              </a:pathLst>
            </a:custGeom>
            <a:solidFill>
              <a:srgbClr val="7CB1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084051" y="6083808"/>
              <a:ext cx="123825" cy="403860"/>
            </a:xfrm>
            <a:custGeom>
              <a:avLst/>
              <a:gdLst/>
              <a:ahLst/>
              <a:cxnLst/>
              <a:rect l="l" t="t" r="r" b="b"/>
              <a:pathLst>
                <a:path w="123825" h="403860">
                  <a:moveTo>
                    <a:pt x="123444" y="201371"/>
                  </a:moveTo>
                  <a:lnTo>
                    <a:pt x="0" y="403859"/>
                  </a:lnTo>
                  <a:lnTo>
                    <a:pt x="123444" y="403859"/>
                  </a:lnTo>
                  <a:lnTo>
                    <a:pt x="123444" y="201371"/>
                  </a:lnTo>
                  <a:close/>
                </a:path>
                <a:path w="123825" h="403860">
                  <a:moveTo>
                    <a:pt x="123444" y="0"/>
                  </a:moveTo>
                  <a:lnTo>
                    <a:pt x="0" y="0"/>
                  </a:lnTo>
                  <a:lnTo>
                    <a:pt x="123444" y="201371"/>
                  </a:lnTo>
                  <a:lnTo>
                    <a:pt x="123444" y="0"/>
                  </a:lnTo>
                  <a:close/>
                </a:path>
              </a:pathLst>
            </a:custGeom>
            <a:solidFill>
              <a:srgbClr val="9484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422379" y="6083808"/>
              <a:ext cx="123825" cy="403860"/>
            </a:xfrm>
            <a:custGeom>
              <a:avLst/>
              <a:gdLst/>
              <a:ahLst/>
              <a:cxnLst/>
              <a:rect l="l" t="t" r="r" b="b"/>
              <a:pathLst>
                <a:path w="123825" h="403860">
                  <a:moveTo>
                    <a:pt x="123444" y="0"/>
                  </a:moveTo>
                  <a:lnTo>
                    <a:pt x="0" y="0"/>
                  </a:lnTo>
                  <a:lnTo>
                    <a:pt x="0" y="403301"/>
                  </a:lnTo>
                  <a:lnTo>
                    <a:pt x="1143" y="403859"/>
                  </a:lnTo>
                  <a:lnTo>
                    <a:pt x="123444" y="403859"/>
                  </a:lnTo>
                  <a:lnTo>
                    <a:pt x="1143" y="201371"/>
                  </a:lnTo>
                  <a:lnTo>
                    <a:pt x="123444" y="0"/>
                  </a:lnTo>
                  <a:close/>
                </a:path>
              </a:pathLst>
            </a:custGeom>
            <a:solidFill>
              <a:srgbClr val="7397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422379" y="6083808"/>
              <a:ext cx="449580" cy="403860"/>
            </a:xfrm>
            <a:custGeom>
              <a:avLst/>
              <a:gdLst/>
              <a:ahLst/>
              <a:cxnLst/>
              <a:rect l="l" t="t" r="r" b="b"/>
              <a:pathLst>
                <a:path w="449579" h="403860">
                  <a:moveTo>
                    <a:pt x="302387" y="0"/>
                  </a:moveTo>
                  <a:lnTo>
                    <a:pt x="123698" y="0"/>
                  </a:lnTo>
                  <a:lnTo>
                    <a:pt x="0" y="201371"/>
                  </a:lnTo>
                  <a:lnTo>
                    <a:pt x="123698" y="403859"/>
                  </a:lnTo>
                  <a:lnTo>
                    <a:pt x="123698" y="314604"/>
                  </a:lnTo>
                  <a:lnTo>
                    <a:pt x="334264" y="314604"/>
                  </a:lnTo>
                  <a:lnTo>
                    <a:pt x="376809" y="307911"/>
                  </a:lnTo>
                  <a:lnTo>
                    <a:pt x="419862" y="278904"/>
                  </a:lnTo>
                  <a:lnTo>
                    <a:pt x="442849" y="234835"/>
                  </a:lnTo>
                  <a:lnTo>
                    <a:pt x="447598" y="213639"/>
                  </a:lnTo>
                  <a:lnTo>
                    <a:pt x="123698" y="213639"/>
                  </a:lnTo>
                  <a:lnTo>
                    <a:pt x="123698" y="99847"/>
                  </a:lnTo>
                  <a:lnTo>
                    <a:pt x="446658" y="99847"/>
                  </a:lnTo>
                  <a:lnTo>
                    <a:pt x="442849" y="83108"/>
                  </a:lnTo>
                  <a:lnTo>
                    <a:pt x="419862" y="39052"/>
                  </a:lnTo>
                  <a:lnTo>
                    <a:pt x="375158" y="10045"/>
                  </a:lnTo>
                  <a:lnTo>
                    <a:pt x="329819" y="1117"/>
                  </a:lnTo>
                  <a:lnTo>
                    <a:pt x="302387" y="0"/>
                  </a:lnTo>
                  <a:close/>
                </a:path>
                <a:path w="449579" h="403860">
                  <a:moveTo>
                    <a:pt x="446658" y="99847"/>
                  </a:moveTo>
                  <a:lnTo>
                    <a:pt x="282194" y="99847"/>
                  </a:lnTo>
                  <a:lnTo>
                    <a:pt x="298450" y="101523"/>
                  </a:lnTo>
                  <a:lnTo>
                    <a:pt x="312420" y="104863"/>
                  </a:lnTo>
                  <a:lnTo>
                    <a:pt x="321310" y="111556"/>
                  </a:lnTo>
                  <a:lnTo>
                    <a:pt x="328041" y="119926"/>
                  </a:lnTo>
                  <a:lnTo>
                    <a:pt x="331470" y="129971"/>
                  </a:lnTo>
                  <a:lnTo>
                    <a:pt x="333628" y="142798"/>
                  </a:lnTo>
                  <a:lnTo>
                    <a:pt x="333628" y="162877"/>
                  </a:lnTo>
                  <a:lnTo>
                    <a:pt x="320801" y="201371"/>
                  </a:lnTo>
                  <a:lnTo>
                    <a:pt x="292862" y="213639"/>
                  </a:lnTo>
                  <a:lnTo>
                    <a:pt x="447598" y="213639"/>
                  </a:lnTo>
                  <a:lnTo>
                    <a:pt x="449579" y="201371"/>
                  </a:lnTo>
                  <a:lnTo>
                    <a:pt x="449579" y="118821"/>
                  </a:lnTo>
                  <a:lnTo>
                    <a:pt x="446786" y="100406"/>
                  </a:lnTo>
                  <a:lnTo>
                    <a:pt x="446658" y="99847"/>
                  </a:lnTo>
                  <a:close/>
                </a:path>
              </a:pathLst>
            </a:custGeom>
            <a:solidFill>
              <a:srgbClr val="C6D2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747247" y="6083808"/>
              <a:ext cx="460375" cy="403860"/>
            </a:xfrm>
            <a:custGeom>
              <a:avLst/>
              <a:gdLst/>
              <a:ahLst/>
              <a:cxnLst/>
              <a:rect l="l" t="t" r="r" b="b"/>
              <a:pathLst>
                <a:path w="460375" h="403860">
                  <a:moveTo>
                    <a:pt x="124713" y="0"/>
                  </a:moveTo>
                  <a:lnTo>
                    <a:pt x="0" y="0"/>
                  </a:lnTo>
                  <a:lnTo>
                    <a:pt x="0" y="403859"/>
                  </a:lnTo>
                  <a:lnTo>
                    <a:pt x="124713" y="403859"/>
                  </a:lnTo>
                  <a:lnTo>
                    <a:pt x="124713" y="160096"/>
                  </a:lnTo>
                  <a:lnTo>
                    <a:pt x="263189" y="160096"/>
                  </a:lnTo>
                  <a:lnTo>
                    <a:pt x="124713" y="0"/>
                  </a:lnTo>
                  <a:close/>
                </a:path>
                <a:path w="460375" h="403860">
                  <a:moveTo>
                    <a:pt x="263189" y="160096"/>
                  </a:moveTo>
                  <a:lnTo>
                    <a:pt x="124713" y="160096"/>
                  </a:lnTo>
                  <a:lnTo>
                    <a:pt x="336042" y="403859"/>
                  </a:lnTo>
                  <a:lnTo>
                    <a:pt x="433901" y="244322"/>
                  </a:lnTo>
                  <a:lnTo>
                    <a:pt x="336042" y="244322"/>
                  </a:lnTo>
                  <a:lnTo>
                    <a:pt x="263189" y="160096"/>
                  </a:lnTo>
                  <a:close/>
                </a:path>
                <a:path w="460375" h="403860">
                  <a:moveTo>
                    <a:pt x="336042" y="0"/>
                  </a:moveTo>
                  <a:lnTo>
                    <a:pt x="336042" y="244322"/>
                  </a:lnTo>
                  <a:lnTo>
                    <a:pt x="433901" y="244322"/>
                  </a:lnTo>
                  <a:lnTo>
                    <a:pt x="460248" y="201371"/>
                  </a:lnTo>
                  <a:lnTo>
                    <a:pt x="336042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-3047" y="448826"/>
            <a:ext cx="3813810" cy="6409690"/>
            <a:chOff x="-3047" y="448826"/>
            <a:chExt cx="3813810" cy="6409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48826"/>
              <a:ext cx="3810742" cy="640917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59" y="3928872"/>
              <a:ext cx="1406652" cy="274777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083563" y="5384291"/>
              <a:ext cx="666115" cy="822960"/>
            </a:xfrm>
            <a:custGeom>
              <a:avLst/>
              <a:gdLst/>
              <a:ahLst/>
              <a:cxnLst/>
              <a:rect l="l" t="t" r="r" b="b"/>
              <a:pathLst>
                <a:path w="666114" h="822960">
                  <a:moveTo>
                    <a:pt x="368808" y="822960"/>
                  </a:moveTo>
                  <a:lnTo>
                    <a:pt x="665988" y="251460"/>
                  </a:lnTo>
                </a:path>
                <a:path w="666114" h="822960">
                  <a:moveTo>
                    <a:pt x="0" y="109982"/>
                  </a:moveTo>
                  <a:lnTo>
                    <a:pt x="516255" y="0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946147" y="5661660"/>
              <a:ext cx="76200" cy="293370"/>
            </a:xfrm>
            <a:custGeom>
              <a:avLst/>
              <a:gdLst/>
              <a:ahLst/>
              <a:cxnLst/>
              <a:rect l="l" t="t" r="r" b="b"/>
              <a:pathLst>
                <a:path w="76200" h="293370">
                  <a:moveTo>
                    <a:pt x="31750" y="218005"/>
                  </a:moveTo>
                  <a:lnTo>
                    <a:pt x="23252" y="219719"/>
                  </a:lnTo>
                  <a:lnTo>
                    <a:pt x="11144" y="227884"/>
                  </a:lnTo>
                  <a:lnTo>
                    <a:pt x="2988" y="239994"/>
                  </a:lnTo>
                  <a:lnTo>
                    <a:pt x="0" y="254825"/>
                  </a:lnTo>
                  <a:lnTo>
                    <a:pt x="2988" y="269656"/>
                  </a:lnTo>
                  <a:lnTo>
                    <a:pt x="11144" y="281766"/>
                  </a:lnTo>
                  <a:lnTo>
                    <a:pt x="23252" y="289931"/>
                  </a:lnTo>
                  <a:lnTo>
                    <a:pt x="38100" y="292925"/>
                  </a:lnTo>
                  <a:lnTo>
                    <a:pt x="52947" y="289931"/>
                  </a:lnTo>
                  <a:lnTo>
                    <a:pt x="65055" y="281766"/>
                  </a:lnTo>
                  <a:lnTo>
                    <a:pt x="73211" y="269656"/>
                  </a:lnTo>
                  <a:lnTo>
                    <a:pt x="76200" y="254825"/>
                  </a:lnTo>
                  <a:lnTo>
                    <a:pt x="31750" y="254825"/>
                  </a:lnTo>
                  <a:lnTo>
                    <a:pt x="31750" y="218005"/>
                  </a:lnTo>
                  <a:close/>
                </a:path>
                <a:path w="76200" h="293370">
                  <a:moveTo>
                    <a:pt x="38100" y="216725"/>
                  </a:moveTo>
                  <a:lnTo>
                    <a:pt x="31750" y="218005"/>
                  </a:lnTo>
                  <a:lnTo>
                    <a:pt x="31750" y="254825"/>
                  </a:lnTo>
                  <a:lnTo>
                    <a:pt x="44450" y="254825"/>
                  </a:lnTo>
                  <a:lnTo>
                    <a:pt x="44450" y="218005"/>
                  </a:lnTo>
                  <a:lnTo>
                    <a:pt x="38100" y="216725"/>
                  </a:lnTo>
                  <a:close/>
                </a:path>
                <a:path w="76200" h="293370">
                  <a:moveTo>
                    <a:pt x="44450" y="218005"/>
                  </a:moveTo>
                  <a:lnTo>
                    <a:pt x="44450" y="254825"/>
                  </a:lnTo>
                  <a:lnTo>
                    <a:pt x="76200" y="254825"/>
                  </a:lnTo>
                  <a:lnTo>
                    <a:pt x="73211" y="239994"/>
                  </a:lnTo>
                  <a:lnTo>
                    <a:pt x="65055" y="227884"/>
                  </a:lnTo>
                  <a:lnTo>
                    <a:pt x="52947" y="219719"/>
                  </a:lnTo>
                  <a:lnTo>
                    <a:pt x="44450" y="218005"/>
                  </a:lnTo>
                  <a:close/>
                </a:path>
                <a:path w="76200" h="293370">
                  <a:moveTo>
                    <a:pt x="44450" y="0"/>
                  </a:moveTo>
                  <a:lnTo>
                    <a:pt x="31750" y="0"/>
                  </a:lnTo>
                  <a:lnTo>
                    <a:pt x="31750" y="218005"/>
                  </a:lnTo>
                  <a:lnTo>
                    <a:pt x="38100" y="216725"/>
                  </a:lnTo>
                  <a:lnTo>
                    <a:pt x="44450" y="216725"/>
                  </a:lnTo>
                  <a:lnTo>
                    <a:pt x="44450" y="0"/>
                  </a:lnTo>
                  <a:close/>
                </a:path>
                <a:path w="76200" h="293370">
                  <a:moveTo>
                    <a:pt x="44450" y="216725"/>
                  </a:moveTo>
                  <a:lnTo>
                    <a:pt x="38100" y="216725"/>
                  </a:lnTo>
                  <a:lnTo>
                    <a:pt x="44450" y="218005"/>
                  </a:lnTo>
                  <a:lnTo>
                    <a:pt x="44450" y="216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04010" y="5049773"/>
              <a:ext cx="624840" cy="623570"/>
            </a:xfrm>
            <a:custGeom>
              <a:avLst/>
              <a:gdLst/>
              <a:ahLst/>
              <a:cxnLst/>
              <a:rect l="l" t="t" r="r" b="b"/>
              <a:pathLst>
                <a:path w="624839" h="623570">
                  <a:moveTo>
                    <a:pt x="624840" y="311657"/>
                  </a:moveTo>
                  <a:lnTo>
                    <a:pt x="621453" y="265612"/>
                  </a:lnTo>
                  <a:lnTo>
                    <a:pt x="611616" y="221661"/>
                  </a:lnTo>
                  <a:lnTo>
                    <a:pt x="595810" y="180287"/>
                  </a:lnTo>
                  <a:lnTo>
                    <a:pt x="574519" y="141974"/>
                  </a:lnTo>
                  <a:lnTo>
                    <a:pt x="548224" y="107203"/>
                  </a:lnTo>
                  <a:lnTo>
                    <a:pt x="517410" y="76457"/>
                  </a:lnTo>
                  <a:lnTo>
                    <a:pt x="482557" y="50219"/>
                  </a:lnTo>
                  <a:lnTo>
                    <a:pt x="444149" y="28972"/>
                  </a:lnTo>
                  <a:lnTo>
                    <a:pt x="402668" y="13198"/>
                  </a:lnTo>
                  <a:lnTo>
                    <a:pt x="358598" y="3380"/>
                  </a:lnTo>
                  <a:lnTo>
                    <a:pt x="312420" y="0"/>
                  </a:lnTo>
                  <a:lnTo>
                    <a:pt x="266241" y="3380"/>
                  </a:lnTo>
                  <a:lnTo>
                    <a:pt x="222171" y="13198"/>
                  </a:lnTo>
                  <a:lnTo>
                    <a:pt x="180690" y="28972"/>
                  </a:lnTo>
                  <a:lnTo>
                    <a:pt x="142282" y="50219"/>
                  </a:lnTo>
                  <a:lnTo>
                    <a:pt x="107429" y="76457"/>
                  </a:lnTo>
                  <a:lnTo>
                    <a:pt x="76615" y="107203"/>
                  </a:lnTo>
                  <a:lnTo>
                    <a:pt x="50320" y="141974"/>
                  </a:lnTo>
                  <a:lnTo>
                    <a:pt x="29029" y="180287"/>
                  </a:lnTo>
                  <a:lnTo>
                    <a:pt x="13223" y="221661"/>
                  </a:lnTo>
                  <a:lnTo>
                    <a:pt x="3386" y="265612"/>
                  </a:lnTo>
                  <a:lnTo>
                    <a:pt x="0" y="311657"/>
                  </a:lnTo>
                  <a:lnTo>
                    <a:pt x="3386" y="357703"/>
                  </a:lnTo>
                  <a:lnTo>
                    <a:pt x="13223" y="401654"/>
                  </a:lnTo>
                  <a:lnTo>
                    <a:pt x="29029" y="443028"/>
                  </a:lnTo>
                  <a:lnTo>
                    <a:pt x="50320" y="481341"/>
                  </a:lnTo>
                  <a:lnTo>
                    <a:pt x="76615" y="516112"/>
                  </a:lnTo>
                  <a:lnTo>
                    <a:pt x="107429" y="546858"/>
                  </a:lnTo>
                  <a:lnTo>
                    <a:pt x="142282" y="573096"/>
                  </a:lnTo>
                  <a:lnTo>
                    <a:pt x="180690" y="594343"/>
                  </a:lnTo>
                  <a:lnTo>
                    <a:pt x="222171" y="610117"/>
                  </a:lnTo>
                  <a:lnTo>
                    <a:pt x="266241" y="619935"/>
                  </a:lnTo>
                  <a:lnTo>
                    <a:pt x="312420" y="623316"/>
                  </a:lnTo>
                  <a:lnTo>
                    <a:pt x="358598" y="619935"/>
                  </a:lnTo>
                  <a:lnTo>
                    <a:pt x="402668" y="610117"/>
                  </a:lnTo>
                  <a:lnTo>
                    <a:pt x="444149" y="594343"/>
                  </a:lnTo>
                  <a:lnTo>
                    <a:pt x="482557" y="573096"/>
                  </a:lnTo>
                  <a:lnTo>
                    <a:pt x="517410" y="546858"/>
                  </a:lnTo>
                  <a:lnTo>
                    <a:pt x="548224" y="516112"/>
                  </a:lnTo>
                  <a:lnTo>
                    <a:pt x="574519" y="481341"/>
                  </a:lnTo>
                  <a:lnTo>
                    <a:pt x="595810" y="443028"/>
                  </a:lnTo>
                  <a:lnTo>
                    <a:pt x="611616" y="401654"/>
                  </a:lnTo>
                  <a:lnTo>
                    <a:pt x="621453" y="357703"/>
                  </a:lnTo>
                  <a:lnTo>
                    <a:pt x="624840" y="311657"/>
                  </a:lnTo>
                  <a:close/>
                </a:path>
              </a:pathLst>
            </a:custGeom>
            <a:ln w="38100">
              <a:solidFill>
                <a:srgbClr val="FFD36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8884" y="5198364"/>
              <a:ext cx="371856" cy="298704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0" y="5612891"/>
              <a:ext cx="205740" cy="43815"/>
            </a:xfrm>
            <a:custGeom>
              <a:avLst/>
              <a:gdLst/>
              <a:ahLst/>
              <a:cxnLst/>
              <a:rect l="l" t="t" r="r" b="b"/>
              <a:pathLst>
                <a:path w="205740" h="43814">
                  <a:moveTo>
                    <a:pt x="0" y="43771"/>
                  </a:moveTo>
                  <a:lnTo>
                    <a:pt x="205435" y="0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684903" y="6246977"/>
            <a:ext cx="2192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63320" algn="l"/>
              </a:tabLst>
            </a:pPr>
            <a:r>
              <a:rPr dirty="0" sz="1300">
                <a:solidFill>
                  <a:srgbClr val="A6A6A6"/>
                </a:solidFill>
                <a:latin typeface="Arial"/>
                <a:cs typeface="Arial"/>
              </a:rPr>
              <a:t>PUBLIC</a:t>
            </a:r>
            <a:r>
              <a:rPr dirty="0" sz="1300" spc="-3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A6A6A6"/>
                </a:solidFill>
                <a:latin typeface="Arial"/>
                <a:cs typeface="Arial"/>
              </a:rPr>
              <a:t>USE</a:t>
            </a:r>
            <a:r>
              <a:rPr dirty="0" sz="1300">
                <a:solidFill>
                  <a:srgbClr val="A6A6A6"/>
                </a:solidFill>
                <a:latin typeface="Arial"/>
                <a:cs typeface="Arial"/>
              </a:rPr>
              <a:t>	</a:t>
            </a:r>
            <a:r>
              <a:rPr dirty="0" sz="1800" spc="-10" b="1">
                <a:solidFill>
                  <a:srgbClr val="7AB0DB"/>
                </a:solidFill>
                <a:latin typeface="Arial"/>
                <a:cs typeface="Arial"/>
              </a:rPr>
              <a:t>#NXPFTF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217923" y="6313423"/>
            <a:ext cx="1174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solidFill>
                  <a:srgbClr val="A6A6A6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140834" y="478028"/>
            <a:ext cx="22231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AGENDA</a:t>
            </a:r>
            <a:endParaRPr sz="4000"/>
          </a:p>
        </p:txBody>
      </p:sp>
      <p:sp>
        <p:nvSpPr>
          <p:cNvPr id="20" name="object 20" descr=""/>
          <p:cNvSpPr txBox="1"/>
          <p:nvPr/>
        </p:nvSpPr>
        <p:spPr>
          <a:xfrm>
            <a:off x="4140834" y="1207388"/>
            <a:ext cx="3359785" cy="229806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795"/>
              </a:spcBef>
              <a:buClr>
                <a:srgbClr val="252525"/>
              </a:buClr>
              <a:buSzPct val="79166"/>
              <a:buChar char="•"/>
              <a:tabLst>
                <a:tab pos="245745" algn="l"/>
              </a:tabLst>
            </a:pPr>
            <a:r>
              <a:rPr dirty="0" sz="2400">
                <a:latin typeface="Arial"/>
                <a:cs typeface="Arial"/>
              </a:rPr>
              <a:t>Virtualization</a:t>
            </a:r>
            <a:r>
              <a:rPr dirty="0" sz="2400" spc="-1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Overview</a:t>
            </a:r>
            <a:endParaRPr sz="24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695"/>
              </a:spcBef>
              <a:buClr>
                <a:srgbClr val="252525"/>
              </a:buClr>
              <a:buSzPct val="79166"/>
              <a:buChar char="•"/>
              <a:tabLst>
                <a:tab pos="245745" algn="l"/>
              </a:tabLst>
            </a:pPr>
            <a:r>
              <a:rPr dirty="0" sz="2400">
                <a:latin typeface="Arial"/>
                <a:cs typeface="Arial"/>
              </a:rPr>
              <a:t>I/O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Virtualization</a:t>
            </a:r>
            <a:endParaRPr sz="24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695"/>
              </a:spcBef>
              <a:buClr>
                <a:srgbClr val="252525"/>
              </a:buClr>
              <a:buSzPct val="79166"/>
              <a:buChar char="•"/>
              <a:tabLst>
                <a:tab pos="245745" algn="l"/>
              </a:tabLst>
            </a:pPr>
            <a:r>
              <a:rPr dirty="0" sz="2400">
                <a:latin typeface="Arial"/>
                <a:cs typeface="Arial"/>
              </a:rPr>
              <a:t>Direct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Assignment</a:t>
            </a:r>
            <a:endParaRPr sz="24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715"/>
              </a:spcBef>
              <a:buClr>
                <a:srgbClr val="252525"/>
              </a:buClr>
              <a:buSzPct val="79166"/>
              <a:buChar char="•"/>
              <a:tabLst>
                <a:tab pos="245745" algn="l"/>
              </a:tabLst>
            </a:pPr>
            <a:r>
              <a:rPr dirty="0" sz="2400" spc="-10">
                <a:latin typeface="Arial"/>
                <a:cs typeface="Arial"/>
              </a:rPr>
              <a:t>VirtIO</a:t>
            </a:r>
            <a:endParaRPr sz="24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695"/>
              </a:spcBef>
              <a:buClr>
                <a:srgbClr val="252525"/>
              </a:buClr>
              <a:buSzPct val="79166"/>
              <a:buChar char="•"/>
              <a:tabLst>
                <a:tab pos="245745" algn="l"/>
              </a:tabLst>
            </a:pPr>
            <a:r>
              <a:rPr dirty="0" sz="2400" spc="-10">
                <a:latin typeface="Arial"/>
                <a:cs typeface="Arial"/>
              </a:rPr>
              <a:t>Conclusions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5270" y="2155317"/>
            <a:ext cx="7793355" cy="22821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68425" marR="5080" indent="-1356360">
              <a:lnSpc>
                <a:spcPct val="100000"/>
              </a:lnSpc>
              <a:spcBef>
                <a:spcPts val="105"/>
              </a:spcBef>
            </a:pPr>
            <a:r>
              <a:rPr dirty="0" sz="7400" spc="-10">
                <a:solidFill>
                  <a:srgbClr val="FFFFFF"/>
                </a:solidFill>
              </a:rPr>
              <a:t>VIRTUALIZ</a:t>
            </a:r>
            <a:r>
              <a:rPr dirty="0" sz="7400" spc="-555">
                <a:solidFill>
                  <a:srgbClr val="FFFFFF"/>
                </a:solidFill>
              </a:rPr>
              <a:t>A</a:t>
            </a:r>
            <a:r>
              <a:rPr dirty="0" sz="7400" spc="-10">
                <a:solidFill>
                  <a:srgbClr val="FFFFFF"/>
                </a:solidFill>
              </a:rPr>
              <a:t>TION</a:t>
            </a:r>
            <a:r>
              <a:rPr dirty="0" sz="7400" spc="-50">
                <a:solidFill>
                  <a:srgbClr val="FFFFFF"/>
                </a:solidFill>
              </a:rPr>
              <a:t> </a:t>
            </a:r>
            <a:r>
              <a:rPr dirty="0" sz="7400" spc="-10">
                <a:solidFill>
                  <a:srgbClr val="FFFFFF"/>
                </a:solidFill>
              </a:rPr>
              <a:t>OVERVIEW</a:t>
            </a:r>
            <a:endParaRPr sz="7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/>
              <a:t>NFV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 spc="-20"/>
              <a:t>VNFs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01873" y="5382005"/>
            <a:ext cx="2148840" cy="276225"/>
          </a:xfrm>
          <a:prstGeom prst="rect">
            <a:avLst/>
          </a:prstGeom>
          <a:solidFill>
            <a:srgbClr val="D4D4D4"/>
          </a:solidFill>
          <a:ln w="25907">
            <a:solidFill>
              <a:srgbClr val="000000"/>
            </a:solidFill>
          </a:ln>
        </p:spPr>
        <p:txBody>
          <a:bodyPr wrap="square" lIns="0" tIns="4254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4"/>
              </a:spcBef>
            </a:pPr>
            <a:r>
              <a:rPr dirty="0" sz="1200">
                <a:latin typeface="Arial"/>
                <a:cs typeface="Arial"/>
              </a:rPr>
              <a:t>I/O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device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96761" y="4999482"/>
            <a:ext cx="1513840" cy="227329"/>
          </a:xfrm>
          <a:prstGeom prst="rect">
            <a:avLst/>
          </a:prstGeom>
          <a:solidFill>
            <a:srgbClr val="D4D4D4"/>
          </a:solidFill>
          <a:ln w="25907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 marL="494030">
              <a:lnSpc>
                <a:spcPct val="100000"/>
              </a:lnSpc>
              <a:spcBef>
                <a:spcPts val="140"/>
              </a:spcBef>
            </a:pPr>
            <a:r>
              <a:rPr dirty="0" sz="1200" spc="-10">
                <a:latin typeface="Arial"/>
                <a:cs typeface="Arial"/>
              </a:rPr>
              <a:t>IOMMU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28494" y="5686755"/>
            <a:ext cx="685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Hardware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37282" y="4999482"/>
            <a:ext cx="1513840" cy="227329"/>
          </a:xfrm>
          <a:prstGeom prst="rect">
            <a:avLst/>
          </a:prstGeom>
          <a:solidFill>
            <a:srgbClr val="D4D4D4"/>
          </a:solidFill>
          <a:ln w="25907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 marL="480695">
              <a:lnSpc>
                <a:spcPct val="100000"/>
              </a:lnSpc>
              <a:spcBef>
                <a:spcPts val="140"/>
              </a:spcBef>
            </a:pPr>
            <a:r>
              <a:rPr dirty="0" sz="1200" spc="-10">
                <a:latin typeface="Arial"/>
                <a:cs typeface="Arial"/>
              </a:rPr>
              <a:t>Memory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247894" y="5382005"/>
            <a:ext cx="2150745" cy="276225"/>
          </a:xfrm>
          <a:prstGeom prst="rect">
            <a:avLst/>
          </a:prstGeom>
          <a:solidFill>
            <a:srgbClr val="D4D4D4"/>
          </a:solidFill>
          <a:ln w="25907">
            <a:solidFill>
              <a:srgbClr val="000000"/>
            </a:solidFill>
          </a:ln>
        </p:spPr>
        <p:txBody>
          <a:bodyPr wrap="square" lIns="0" tIns="42544" rIns="0" bIns="0" rtlCol="0" vert="horz">
            <a:spAutoFit/>
          </a:bodyPr>
          <a:lstStyle/>
          <a:p>
            <a:pPr marL="650875">
              <a:lnSpc>
                <a:spcPct val="100000"/>
              </a:lnSpc>
              <a:spcBef>
                <a:spcPts val="334"/>
              </a:spcBef>
            </a:pPr>
            <a:r>
              <a:rPr dirty="0" sz="1200" spc="-10">
                <a:latin typeface="Arial"/>
                <a:cs typeface="Arial"/>
              </a:rPr>
              <a:t>Accelerators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180082" y="4748021"/>
            <a:ext cx="5672455" cy="1198245"/>
          </a:xfrm>
          <a:custGeom>
            <a:avLst/>
            <a:gdLst/>
            <a:ahLst/>
            <a:cxnLst/>
            <a:rect l="l" t="t" r="r" b="b"/>
            <a:pathLst>
              <a:path w="5672455" h="1198245">
                <a:moveTo>
                  <a:pt x="0" y="199644"/>
                </a:moveTo>
                <a:lnTo>
                  <a:pt x="5274" y="153875"/>
                </a:lnTo>
                <a:lnTo>
                  <a:pt x="20296" y="111856"/>
                </a:lnTo>
                <a:lnTo>
                  <a:pt x="43867" y="74787"/>
                </a:lnTo>
                <a:lnTo>
                  <a:pt x="74787" y="43867"/>
                </a:lnTo>
                <a:lnTo>
                  <a:pt x="111856" y="20296"/>
                </a:lnTo>
                <a:lnTo>
                  <a:pt x="153875" y="5274"/>
                </a:lnTo>
                <a:lnTo>
                  <a:pt x="199644" y="0"/>
                </a:lnTo>
                <a:lnTo>
                  <a:pt x="5472684" y="0"/>
                </a:lnTo>
                <a:lnTo>
                  <a:pt x="5518452" y="5274"/>
                </a:lnTo>
                <a:lnTo>
                  <a:pt x="5560471" y="20296"/>
                </a:lnTo>
                <a:lnTo>
                  <a:pt x="5597540" y="43867"/>
                </a:lnTo>
                <a:lnTo>
                  <a:pt x="5628460" y="74787"/>
                </a:lnTo>
                <a:lnTo>
                  <a:pt x="5652031" y="111856"/>
                </a:lnTo>
                <a:lnTo>
                  <a:pt x="5667053" y="153875"/>
                </a:lnTo>
                <a:lnTo>
                  <a:pt x="5672328" y="199644"/>
                </a:lnTo>
                <a:lnTo>
                  <a:pt x="5672328" y="998219"/>
                </a:lnTo>
                <a:lnTo>
                  <a:pt x="5667053" y="1043996"/>
                </a:lnTo>
                <a:lnTo>
                  <a:pt x="5652031" y="1086018"/>
                </a:lnTo>
                <a:lnTo>
                  <a:pt x="5628460" y="1123087"/>
                </a:lnTo>
                <a:lnTo>
                  <a:pt x="5597540" y="1154004"/>
                </a:lnTo>
                <a:lnTo>
                  <a:pt x="5560471" y="1177572"/>
                </a:lnTo>
                <a:lnTo>
                  <a:pt x="5518452" y="1192591"/>
                </a:lnTo>
                <a:lnTo>
                  <a:pt x="5472684" y="1197864"/>
                </a:lnTo>
                <a:lnTo>
                  <a:pt x="199644" y="1197864"/>
                </a:lnTo>
                <a:lnTo>
                  <a:pt x="153875" y="1192591"/>
                </a:lnTo>
                <a:lnTo>
                  <a:pt x="111856" y="1177572"/>
                </a:lnTo>
                <a:lnTo>
                  <a:pt x="74787" y="1154004"/>
                </a:lnTo>
                <a:lnTo>
                  <a:pt x="43867" y="1123087"/>
                </a:lnTo>
                <a:lnTo>
                  <a:pt x="20296" y="1086018"/>
                </a:lnTo>
                <a:lnTo>
                  <a:pt x="5274" y="1043996"/>
                </a:lnTo>
                <a:lnTo>
                  <a:pt x="0" y="998219"/>
                </a:lnTo>
                <a:lnTo>
                  <a:pt x="0" y="199644"/>
                </a:lnTo>
                <a:close/>
              </a:path>
            </a:pathLst>
          </a:custGeom>
          <a:ln w="25908">
            <a:solidFill>
              <a:srgbClr val="3888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367021" y="4999482"/>
            <a:ext cx="1513840" cy="227329"/>
          </a:xfrm>
          <a:prstGeom prst="rect">
            <a:avLst/>
          </a:prstGeom>
          <a:solidFill>
            <a:srgbClr val="D4D4D4"/>
          </a:solidFill>
          <a:ln w="25907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dirty="0" sz="1200" spc="-25">
                <a:latin typeface="Arial"/>
                <a:cs typeface="Arial"/>
              </a:rPr>
              <a:t>CPU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116772" y="2657792"/>
            <a:ext cx="5698490" cy="2025650"/>
            <a:chOff x="2116772" y="2657792"/>
            <a:chExt cx="5698490" cy="2025650"/>
          </a:xfrm>
        </p:grpSpPr>
        <p:sp>
          <p:nvSpPr>
            <p:cNvPr id="11" name="object 11" descr=""/>
            <p:cNvSpPr/>
            <p:nvPr/>
          </p:nvSpPr>
          <p:spPr>
            <a:xfrm>
              <a:off x="2129790" y="2670809"/>
              <a:ext cx="5672455" cy="1999614"/>
            </a:xfrm>
            <a:custGeom>
              <a:avLst/>
              <a:gdLst/>
              <a:ahLst/>
              <a:cxnLst/>
              <a:rect l="l" t="t" r="r" b="b"/>
              <a:pathLst>
                <a:path w="5672455" h="1999614">
                  <a:moveTo>
                    <a:pt x="0" y="333248"/>
                  </a:moveTo>
                  <a:lnTo>
                    <a:pt x="3613" y="284008"/>
                  </a:lnTo>
                  <a:lnTo>
                    <a:pt x="14111" y="237010"/>
                  </a:lnTo>
                  <a:lnTo>
                    <a:pt x="30976" y="192769"/>
                  </a:lnTo>
                  <a:lnTo>
                    <a:pt x="53694" y="151801"/>
                  </a:lnTo>
                  <a:lnTo>
                    <a:pt x="81748" y="114622"/>
                  </a:lnTo>
                  <a:lnTo>
                    <a:pt x="114622" y="81748"/>
                  </a:lnTo>
                  <a:lnTo>
                    <a:pt x="151801" y="53694"/>
                  </a:lnTo>
                  <a:lnTo>
                    <a:pt x="192769" y="30976"/>
                  </a:lnTo>
                  <a:lnTo>
                    <a:pt x="237010" y="14111"/>
                  </a:lnTo>
                  <a:lnTo>
                    <a:pt x="284008" y="3613"/>
                  </a:lnTo>
                  <a:lnTo>
                    <a:pt x="333248" y="0"/>
                  </a:lnTo>
                  <a:lnTo>
                    <a:pt x="5339080" y="0"/>
                  </a:lnTo>
                  <a:lnTo>
                    <a:pt x="5388319" y="3613"/>
                  </a:lnTo>
                  <a:lnTo>
                    <a:pt x="5435317" y="14111"/>
                  </a:lnTo>
                  <a:lnTo>
                    <a:pt x="5479558" y="30976"/>
                  </a:lnTo>
                  <a:lnTo>
                    <a:pt x="5520526" y="53694"/>
                  </a:lnTo>
                  <a:lnTo>
                    <a:pt x="5557705" y="81748"/>
                  </a:lnTo>
                  <a:lnTo>
                    <a:pt x="5590579" y="114622"/>
                  </a:lnTo>
                  <a:lnTo>
                    <a:pt x="5618633" y="151801"/>
                  </a:lnTo>
                  <a:lnTo>
                    <a:pt x="5641351" y="192769"/>
                  </a:lnTo>
                  <a:lnTo>
                    <a:pt x="5658216" y="237010"/>
                  </a:lnTo>
                  <a:lnTo>
                    <a:pt x="5668714" y="284008"/>
                  </a:lnTo>
                  <a:lnTo>
                    <a:pt x="5672328" y="333248"/>
                  </a:lnTo>
                  <a:lnTo>
                    <a:pt x="5672328" y="1666239"/>
                  </a:lnTo>
                  <a:lnTo>
                    <a:pt x="5668714" y="1715479"/>
                  </a:lnTo>
                  <a:lnTo>
                    <a:pt x="5658216" y="1762477"/>
                  </a:lnTo>
                  <a:lnTo>
                    <a:pt x="5641351" y="1806718"/>
                  </a:lnTo>
                  <a:lnTo>
                    <a:pt x="5618633" y="1847686"/>
                  </a:lnTo>
                  <a:lnTo>
                    <a:pt x="5590579" y="1884865"/>
                  </a:lnTo>
                  <a:lnTo>
                    <a:pt x="5557705" y="1917739"/>
                  </a:lnTo>
                  <a:lnTo>
                    <a:pt x="5520526" y="1945793"/>
                  </a:lnTo>
                  <a:lnTo>
                    <a:pt x="5479558" y="1968511"/>
                  </a:lnTo>
                  <a:lnTo>
                    <a:pt x="5435317" y="1985376"/>
                  </a:lnTo>
                  <a:lnTo>
                    <a:pt x="5388319" y="1995874"/>
                  </a:lnTo>
                  <a:lnTo>
                    <a:pt x="5339080" y="1999488"/>
                  </a:lnTo>
                  <a:lnTo>
                    <a:pt x="333248" y="1999488"/>
                  </a:lnTo>
                  <a:lnTo>
                    <a:pt x="284008" y="1995874"/>
                  </a:lnTo>
                  <a:lnTo>
                    <a:pt x="237010" y="1985376"/>
                  </a:lnTo>
                  <a:lnTo>
                    <a:pt x="192769" y="1968511"/>
                  </a:lnTo>
                  <a:lnTo>
                    <a:pt x="151801" y="1945793"/>
                  </a:lnTo>
                  <a:lnTo>
                    <a:pt x="114622" y="1917739"/>
                  </a:lnTo>
                  <a:lnTo>
                    <a:pt x="81748" y="1884865"/>
                  </a:lnTo>
                  <a:lnTo>
                    <a:pt x="53694" y="1847686"/>
                  </a:lnTo>
                  <a:lnTo>
                    <a:pt x="30976" y="1806718"/>
                  </a:lnTo>
                  <a:lnTo>
                    <a:pt x="14111" y="1762477"/>
                  </a:lnTo>
                  <a:lnTo>
                    <a:pt x="3613" y="1715479"/>
                  </a:lnTo>
                  <a:lnTo>
                    <a:pt x="0" y="1666239"/>
                  </a:lnTo>
                  <a:lnTo>
                    <a:pt x="0" y="333248"/>
                  </a:lnTo>
                  <a:close/>
                </a:path>
              </a:pathLst>
            </a:custGeom>
            <a:ln w="25908">
              <a:solidFill>
                <a:srgbClr val="388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639568" y="2741675"/>
              <a:ext cx="4403090" cy="1176655"/>
            </a:xfrm>
            <a:custGeom>
              <a:avLst/>
              <a:gdLst/>
              <a:ahLst/>
              <a:cxnLst/>
              <a:rect l="l" t="t" r="r" b="b"/>
              <a:pathLst>
                <a:path w="4403090" h="1176654">
                  <a:moveTo>
                    <a:pt x="4402836" y="815848"/>
                  </a:moveTo>
                  <a:lnTo>
                    <a:pt x="4397172" y="787755"/>
                  </a:lnTo>
                  <a:lnTo>
                    <a:pt x="4381716" y="764832"/>
                  </a:lnTo>
                  <a:lnTo>
                    <a:pt x="4358792" y="749376"/>
                  </a:lnTo>
                  <a:lnTo>
                    <a:pt x="4330700" y="743712"/>
                  </a:lnTo>
                  <a:lnTo>
                    <a:pt x="73660" y="743712"/>
                  </a:lnTo>
                  <a:lnTo>
                    <a:pt x="45554" y="749376"/>
                  </a:lnTo>
                  <a:lnTo>
                    <a:pt x="22631" y="764832"/>
                  </a:lnTo>
                  <a:lnTo>
                    <a:pt x="7175" y="787755"/>
                  </a:lnTo>
                  <a:lnTo>
                    <a:pt x="1524" y="815848"/>
                  </a:lnTo>
                  <a:lnTo>
                    <a:pt x="1524" y="1104392"/>
                  </a:lnTo>
                  <a:lnTo>
                    <a:pt x="7175" y="1132497"/>
                  </a:lnTo>
                  <a:lnTo>
                    <a:pt x="22631" y="1155420"/>
                  </a:lnTo>
                  <a:lnTo>
                    <a:pt x="45554" y="1170876"/>
                  </a:lnTo>
                  <a:lnTo>
                    <a:pt x="73660" y="1176528"/>
                  </a:lnTo>
                  <a:lnTo>
                    <a:pt x="4330700" y="1176528"/>
                  </a:lnTo>
                  <a:lnTo>
                    <a:pt x="4358792" y="1170876"/>
                  </a:lnTo>
                  <a:lnTo>
                    <a:pt x="4381716" y="1155420"/>
                  </a:lnTo>
                  <a:lnTo>
                    <a:pt x="4397172" y="1132497"/>
                  </a:lnTo>
                  <a:lnTo>
                    <a:pt x="4402836" y="1104392"/>
                  </a:lnTo>
                  <a:lnTo>
                    <a:pt x="4402836" y="815848"/>
                  </a:lnTo>
                  <a:close/>
                </a:path>
                <a:path w="4403090" h="1176654">
                  <a:moveTo>
                    <a:pt x="4402836" y="110744"/>
                  </a:moveTo>
                  <a:lnTo>
                    <a:pt x="4394136" y="67627"/>
                  </a:lnTo>
                  <a:lnTo>
                    <a:pt x="4370413" y="32423"/>
                  </a:lnTo>
                  <a:lnTo>
                    <a:pt x="4335208" y="8699"/>
                  </a:lnTo>
                  <a:lnTo>
                    <a:pt x="4292092" y="0"/>
                  </a:lnTo>
                  <a:lnTo>
                    <a:pt x="110744" y="0"/>
                  </a:lnTo>
                  <a:lnTo>
                    <a:pt x="67614" y="8699"/>
                  </a:lnTo>
                  <a:lnTo>
                    <a:pt x="32410" y="32423"/>
                  </a:lnTo>
                  <a:lnTo>
                    <a:pt x="8686" y="67627"/>
                  </a:lnTo>
                  <a:lnTo>
                    <a:pt x="0" y="110744"/>
                  </a:lnTo>
                  <a:lnTo>
                    <a:pt x="0" y="553720"/>
                  </a:lnTo>
                  <a:lnTo>
                    <a:pt x="8686" y="596849"/>
                  </a:lnTo>
                  <a:lnTo>
                    <a:pt x="32410" y="632053"/>
                  </a:lnTo>
                  <a:lnTo>
                    <a:pt x="67614" y="655777"/>
                  </a:lnTo>
                  <a:lnTo>
                    <a:pt x="110744" y="664464"/>
                  </a:lnTo>
                  <a:lnTo>
                    <a:pt x="4292092" y="664464"/>
                  </a:lnTo>
                  <a:lnTo>
                    <a:pt x="4335208" y="655777"/>
                  </a:lnTo>
                  <a:lnTo>
                    <a:pt x="4370413" y="632053"/>
                  </a:lnTo>
                  <a:lnTo>
                    <a:pt x="4394136" y="596849"/>
                  </a:lnTo>
                  <a:lnTo>
                    <a:pt x="4402836" y="553720"/>
                  </a:lnTo>
                  <a:lnTo>
                    <a:pt x="4402836" y="110744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377310" y="2801873"/>
            <a:ext cx="2928620" cy="1031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Virtual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network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infrastructure </a:t>
            </a:r>
            <a:r>
              <a:rPr dirty="0" sz="1800">
                <a:latin typeface="Arial"/>
                <a:cs typeface="Arial"/>
              </a:rPr>
              <a:t>(</a:t>
            </a:r>
            <a:r>
              <a:rPr dirty="0" sz="1600">
                <a:latin typeface="Arial"/>
                <a:cs typeface="Arial"/>
              </a:rPr>
              <a:t>Virtual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Switch,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Service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Chain</a:t>
            </a:r>
            <a:r>
              <a:rPr dirty="0" sz="1800" spc="-1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algn="ctr" marL="3810">
              <a:lnSpc>
                <a:spcPct val="100000"/>
              </a:lnSpc>
              <a:spcBef>
                <a:spcPts val="1440"/>
              </a:spcBef>
            </a:pPr>
            <a:r>
              <a:rPr dirty="0" sz="1800">
                <a:latin typeface="Arial"/>
                <a:cs typeface="Arial"/>
              </a:rPr>
              <a:t>KVM,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Docker,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Ceph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641092" y="3997452"/>
            <a:ext cx="4401820" cy="434340"/>
          </a:xfrm>
          <a:custGeom>
            <a:avLst/>
            <a:gdLst/>
            <a:ahLst/>
            <a:cxnLst/>
            <a:rect l="l" t="t" r="r" b="b"/>
            <a:pathLst>
              <a:path w="4401820" h="434339">
                <a:moveTo>
                  <a:pt x="4328922" y="0"/>
                </a:moveTo>
                <a:lnTo>
                  <a:pt x="72389" y="0"/>
                </a:lnTo>
                <a:lnTo>
                  <a:pt x="44201" y="5685"/>
                </a:lnTo>
                <a:lnTo>
                  <a:pt x="21193" y="21193"/>
                </a:lnTo>
                <a:lnTo>
                  <a:pt x="5685" y="44201"/>
                </a:lnTo>
                <a:lnTo>
                  <a:pt x="0" y="72390"/>
                </a:lnTo>
                <a:lnTo>
                  <a:pt x="0" y="361950"/>
                </a:lnTo>
                <a:lnTo>
                  <a:pt x="5685" y="390138"/>
                </a:lnTo>
                <a:lnTo>
                  <a:pt x="21193" y="413146"/>
                </a:lnTo>
                <a:lnTo>
                  <a:pt x="44201" y="428654"/>
                </a:lnTo>
                <a:lnTo>
                  <a:pt x="72389" y="434340"/>
                </a:lnTo>
                <a:lnTo>
                  <a:pt x="4328922" y="434340"/>
                </a:lnTo>
                <a:lnTo>
                  <a:pt x="4357110" y="428654"/>
                </a:lnTo>
                <a:lnTo>
                  <a:pt x="4380118" y="413146"/>
                </a:lnTo>
                <a:lnTo>
                  <a:pt x="4395626" y="390138"/>
                </a:lnTo>
                <a:lnTo>
                  <a:pt x="4401311" y="361950"/>
                </a:lnTo>
                <a:lnTo>
                  <a:pt x="4401311" y="72390"/>
                </a:lnTo>
                <a:lnTo>
                  <a:pt x="4395626" y="44201"/>
                </a:lnTo>
                <a:lnTo>
                  <a:pt x="4380118" y="21193"/>
                </a:lnTo>
                <a:lnTo>
                  <a:pt x="4357110" y="5685"/>
                </a:lnTo>
                <a:lnTo>
                  <a:pt x="4328922" y="0"/>
                </a:lnTo>
                <a:close/>
              </a:path>
            </a:pathLst>
          </a:custGeom>
          <a:solidFill>
            <a:srgbClr val="FFD3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663444" y="4046982"/>
            <a:ext cx="3810635" cy="600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943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Host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(Standard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Linux </a:t>
            </a:r>
            <a:r>
              <a:rPr dirty="0" sz="1800" spc="-10">
                <a:latin typeface="Arial"/>
                <a:cs typeface="Arial"/>
              </a:rPr>
              <a:t>distro)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-10">
                <a:latin typeface="Arial"/>
                <a:cs typeface="Arial"/>
              </a:rPr>
              <a:t>Virtualization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2137410" y="1069086"/>
            <a:ext cx="1659889" cy="1529080"/>
          </a:xfrm>
          <a:custGeom>
            <a:avLst/>
            <a:gdLst/>
            <a:ahLst/>
            <a:cxnLst/>
            <a:rect l="l" t="t" r="r" b="b"/>
            <a:pathLst>
              <a:path w="1659889" h="1529080">
                <a:moveTo>
                  <a:pt x="0" y="254762"/>
                </a:moveTo>
                <a:lnTo>
                  <a:pt x="4104" y="208964"/>
                </a:lnTo>
                <a:lnTo>
                  <a:pt x="15936" y="165861"/>
                </a:lnTo>
                <a:lnTo>
                  <a:pt x="34779" y="126172"/>
                </a:lnTo>
                <a:lnTo>
                  <a:pt x="59911" y="90615"/>
                </a:lnTo>
                <a:lnTo>
                  <a:pt x="90615" y="59911"/>
                </a:lnTo>
                <a:lnTo>
                  <a:pt x="126172" y="34779"/>
                </a:lnTo>
                <a:lnTo>
                  <a:pt x="165861" y="15936"/>
                </a:lnTo>
                <a:lnTo>
                  <a:pt x="208964" y="4104"/>
                </a:lnTo>
                <a:lnTo>
                  <a:pt x="254762" y="0"/>
                </a:lnTo>
                <a:lnTo>
                  <a:pt x="1404874" y="0"/>
                </a:lnTo>
                <a:lnTo>
                  <a:pt x="1450671" y="4104"/>
                </a:lnTo>
                <a:lnTo>
                  <a:pt x="1493774" y="15936"/>
                </a:lnTo>
                <a:lnTo>
                  <a:pt x="1533463" y="34779"/>
                </a:lnTo>
                <a:lnTo>
                  <a:pt x="1569020" y="59911"/>
                </a:lnTo>
                <a:lnTo>
                  <a:pt x="1599724" y="90615"/>
                </a:lnTo>
                <a:lnTo>
                  <a:pt x="1624856" y="126172"/>
                </a:lnTo>
                <a:lnTo>
                  <a:pt x="1643699" y="165861"/>
                </a:lnTo>
                <a:lnTo>
                  <a:pt x="1655531" y="208964"/>
                </a:lnTo>
                <a:lnTo>
                  <a:pt x="1659636" y="254762"/>
                </a:lnTo>
                <a:lnTo>
                  <a:pt x="1659636" y="1273810"/>
                </a:lnTo>
                <a:lnTo>
                  <a:pt x="1655531" y="1319607"/>
                </a:lnTo>
                <a:lnTo>
                  <a:pt x="1643699" y="1362710"/>
                </a:lnTo>
                <a:lnTo>
                  <a:pt x="1624856" y="1402399"/>
                </a:lnTo>
                <a:lnTo>
                  <a:pt x="1599724" y="1437956"/>
                </a:lnTo>
                <a:lnTo>
                  <a:pt x="1569020" y="1468660"/>
                </a:lnTo>
                <a:lnTo>
                  <a:pt x="1533463" y="1493792"/>
                </a:lnTo>
                <a:lnTo>
                  <a:pt x="1493774" y="1512635"/>
                </a:lnTo>
                <a:lnTo>
                  <a:pt x="1450671" y="1524467"/>
                </a:lnTo>
                <a:lnTo>
                  <a:pt x="1404874" y="1528572"/>
                </a:lnTo>
                <a:lnTo>
                  <a:pt x="254762" y="1528572"/>
                </a:lnTo>
                <a:lnTo>
                  <a:pt x="208964" y="1524467"/>
                </a:lnTo>
                <a:lnTo>
                  <a:pt x="165861" y="1512635"/>
                </a:lnTo>
                <a:lnTo>
                  <a:pt x="126172" y="1493792"/>
                </a:lnTo>
                <a:lnTo>
                  <a:pt x="90615" y="1468660"/>
                </a:lnTo>
                <a:lnTo>
                  <a:pt x="59911" y="1437956"/>
                </a:lnTo>
                <a:lnTo>
                  <a:pt x="34779" y="1402399"/>
                </a:lnTo>
                <a:lnTo>
                  <a:pt x="15936" y="1362710"/>
                </a:lnTo>
                <a:lnTo>
                  <a:pt x="4104" y="1319607"/>
                </a:lnTo>
                <a:lnTo>
                  <a:pt x="0" y="1273810"/>
                </a:lnTo>
                <a:lnTo>
                  <a:pt x="0" y="254762"/>
                </a:lnTo>
                <a:close/>
              </a:path>
            </a:pathLst>
          </a:custGeom>
          <a:ln w="25908">
            <a:solidFill>
              <a:srgbClr val="3888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661920" y="1169670"/>
            <a:ext cx="610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Arial"/>
                <a:cs typeface="Arial"/>
              </a:rPr>
              <a:t>VNF1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6142482" y="1069086"/>
            <a:ext cx="1659889" cy="1493520"/>
          </a:xfrm>
          <a:custGeom>
            <a:avLst/>
            <a:gdLst/>
            <a:ahLst/>
            <a:cxnLst/>
            <a:rect l="l" t="t" r="r" b="b"/>
            <a:pathLst>
              <a:path w="1659890" h="1493520">
                <a:moveTo>
                  <a:pt x="0" y="248919"/>
                </a:moveTo>
                <a:lnTo>
                  <a:pt x="4012" y="204192"/>
                </a:lnTo>
                <a:lnTo>
                  <a:pt x="15580" y="162088"/>
                </a:lnTo>
                <a:lnTo>
                  <a:pt x="33998" y="123312"/>
                </a:lnTo>
                <a:lnTo>
                  <a:pt x="58562" y="88568"/>
                </a:lnTo>
                <a:lnTo>
                  <a:pt x="88568" y="58562"/>
                </a:lnTo>
                <a:lnTo>
                  <a:pt x="123312" y="33998"/>
                </a:lnTo>
                <a:lnTo>
                  <a:pt x="162088" y="15580"/>
                </a:lnTo>
                <a:lnTo>
                  <a:pt x="204192" y="4012"/>
                </a:lnTo>
                <a:lnTo>
                  <a:pt x="248919" y="0"/>
                </a:lnTo>
                <a:lnTo>
                  <a:pt x="1410715" y="0"/>
                </a:lnTo>
                <a:lnTo>
                  <a:pt x="1455443" y="4012"/>
                </a:lnTo>
                <a:lnTo>
                  <a:pt x="1497547" y="15580"/>
                </a:lnTo>
                <a:lnTo>
                  <a:pt x="1536323" y="33998"/>
                </a:lnTo>
                <a:lnTo>
                  <a:pt x="1571067" y="58562"/>
                </a:lnTo>
                <a:lnTo>
                  <a:pt x="1601073" y="88568"/>
                </a:lnTo>
                <a:lnTo>
                  <a:pt x="1625637" y="123312"/>
                </a:lnTo>
                <a:lnTo>
                  <a:pt x="1644055" y="162088"/>
                </a:lnTo>
                <a:lnTo>
                  <a:pt x="1655623" y="204192"/>
                </a:lnTo>
                <a:lnTo>
                  <a:pt x="1659636" y="248919"/>
                </a:lnTo>
                <a:lnTo>
                  <a:pt x="1659636" y="1244600"/>
                </a:lnTo>
                <a:lnTo>
                  <a:pt x="1655623" y="1289327"/>
                </a:lnTo>
                <a:lnTo>
                  <a:pt x="1644055" y="1331431"/>
                </a:lnTo>
                <a:lnTo>
                  <a:pt x="1625637" y="1370207"/>
                </a:lnTo>
                <a:lnTo>
                  <a:pt x="1601073" y="1404951"/>
                </a:lnTo>
                <a:lnTo>
                  <a:pt x="1571067" y="1434957"/>
                </a:lnTo>
                <a:lnTo>
                  <a:pt x="1536323" y="1459521"/>
                </a:lnTo>
                <a:lnTo>
                  <a:pt x="1497547" y="1477939"/>
                </a:lnTo>
                <a:lnTo>
                  <a:pt x="1455443" y="1489507"/>
                </a:lnTo>
                <a:lnTo>
                  <a:pt x="1410715" y="1493519"/>
                </a:lnTo>
                <a:lnTo>
                  <a:pt x="248919" y="1493519"/>
                </a:lnTo>
                <a:lnTo>
                  <a:pt x="204192" y="1489507"/>
                </a:lnTo>
                <a:lnTo>
                  <a:pt x="162088" y="1477939"/>
                </a:lnTo>
                <a:lnTo>
                  <a:pt x="123312" y="1459521"/>
                </a:lnTo>
                <a:lnTo>
                  <a:pt x="88568" y="1434957"/>
                </a:lnTo>
                <a:lnTo>
                  <a:pt x="58562" y="1404951"/>
                </a:lnTo>
                <a:lnTo>
                  <a:pt x="33998" y="1370207"/>
                </a:lnTo>
                <a:lnTo>
                  <a:pt x="15580" y="1331431"/>
                </a:lnTo>
                <a:lnTo>
                  <a:pt x="4012" y="1289327"/>
                </a:lnTo>
                <a:lnTo>
                  <a:pt x="0" y="1244600"/>
                </a:lnTo>
                <a:lnTo>
                  <a:pt x="0" y="248919"/>
                </a:lnTo>
                <a:close/>
              </a:path>
            </a:pathLst>
          </a:custGeom>
          <a:ln w="25908">
            <a:solidFill>
              <a:srgbClr val="3888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6668261" y="1168146"/>
            <a:ext cx="610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Arial"/>
                <a:cs typeface="Arial"/>
              </a:rPr>
              <a:t>VNF3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139946" y="1069086"/>
            <a:ext cx="1659889" cy="1503045"/>
          </a:xfrm>
          <a:custGeom>
            <a:avLst/>
            <a:gdLst/>
            <a:ahLst/>
            <a:cxnLst/>
            <a:rect l="l" t="t" r="r" b="b"/>
            <a:pathLst>
              <a:path w="1659889" h="1503045">
                <a:moveTo>
                  <a:pt x="0" y="250443"/>
                </a:moveTo>
                <a:lnTo>
                  <a:pt x="4035" y="205429"/>
                </a:lnTo>
                <a:lnTo>
                  <a:pt x="15669" y="163061"/>
                </a:lnTo>
                <a:lnTo>
                  <a:pt x="34195" y="124046"/>
                </a:lnTo>
                <a:lnTo>
                  <a:pt x="58905" y="89091"/>
                </a:lnTo>
                <a:lnTo>
                  <a:pt x="89091" y="58905"/>
                </a:lnTo>
                <a:lnTo>
                  <a:pt x="124046" y="34195"/>
                </a:lnTo>
                <a:lnTo>
                  <a:pt x="163061" y="15669"/>
                </a:lnTo>
                <a:lnTo>
                  <a:pt x="205429" y="4035"/>
                </a:lnTo>
                <a:lnTo>
                  <a:pt x="250443" y="0"/>
                </a:lnTo>
                <a:lnTo>
                  <a:pt x="1409191" y="0"/>
                </a:lnTo>
                <a:lnTo>
                  <a:pt x="1454206" y="4035"/>
                </a:lnTo>
                <a:lnTo>
                  <a:pt x="1496574" y="15669"/>
                </a:lnTo>
                <a:lnTo>
                  <a:pt x="1535589" y="34195"/>
                </a:lnTo>
                <a:lnTo>
                  <a:pt x="1570544" y="58905"/>
                </a:lnTo>
                <a:lnTo>
                  <a:pt x="1600730" y="89091"/>
                </a:lnTo>
                <a:lnTo>
                  <a:pt x="1625440" y="124046"/>
                </a:lnTo>
                <a:lnTo>
                  <a:pt x="1643966" y="163061"/>
                </a:lnTo>
                <a:lnTo>
                  <a:pt x="1655600" y="205429"/>
                </a:lnTo>
                <a:lnTo>
                  <a:pt x="1659636" y="250443"/>
                </a:lnTo>
                <a:lnTo>
                  <a:pt x="1659636" y="1252219"/>
                </a:lnTo>
                <a:lnTo>
                  <a:pt x="1655600" y="1297234"/>
                </a:lnTo>
                <a:lnTo>
                  <a:pt x="1643966" y="1339602"/>
                </a:lnTo>
                <a:lnTo>
                  <a:pt x="1625440" y="1378617"/>
                </a:lnTo>
                <a:lnTo>
                  <a:pt x="1600730" y="1413572"/>
                </a:lnTo>
                <a:lnTo>
                  <a:pt x="1570544" y="1443758"/>
                </a:lnTo>
                <a:lnTo>
                  <a:pt x="1535589" y="1468468"/>
                </a:lnTo>
                <a:lnTo>
                  <a:pt x="1496574" y="1486994"/>
                </a:lnTo>
                <a:lnTo>
                  <a:pt x="1454206" y="1498628"/>
                </a:lnTo>
                <a:lnTo>
                  <a:pt x="1409191" y="1502664"/>
                </a:lnTo>
                <a:lnTo>
                  <a:pt x="250443" y="1502664"/>
                </a:lnTo>
                <a:lnTo>
                  <a:pt x="205429" y="1498628"/>
                </a:lnTo>
                <a:lnTo>
                  <a:pt x="163061" y="1486994"/>
                </a:lnTo>
                <a:lnTo>
                  <a:pt x="124046" y="1468468"/>
                </a:lnTo>
                <a:lnTo>
                  <a:pt x="89091" y="1443758"/>
                </a:lnTo>
                <a:lnTo>
                  <a:pt x="58905" y="1413572"/>
                </a:lnTo>
                <a:lnTo>
                  <a:pt x="34195" y="1378617"/>
                </a:lnTo>
                <a:lnTo>
                  <a:pt x="15669" y="1339602"/>
                </a:lnTo>
                <a:lnTo>
                  <a:pt x="4035" y="1297234"/>
                </a:lnTo>
                <a:lnTo>
                  <a:pt x="0" y="1252219"/>
                </a:lnTo>
                <a:lnTo>
                  <a:pt x="0" y="250443"/>
                </a:lnTo>
                <a:close/>
              </a:path>
            </a:pathLst>
          </a:custGeom>
          <a:ln w="25908">
            <a:solidFill>
              <a:srgbClr val="3888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4664455" y="1168400"/>
            <a:ext cx="610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Arial"/>
                <a:cs typeface="Arial"/>
              </a:rPr>
              <a:t>VNF2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2266188" y="1502663"/>
            <a:ext cx="1393190" cy="952500"/>
          </a:xfrm>
          <a:custGeom>
            <a:avLst/>
            <a:gdLst/>
            <a:ahLst/>
            <a:cxnLst/>
            <a:rect l="l" t="t" r="r" b="b"/>
            <a:pathLst>
              <a:path w="1393189" h="952500">
                <a:moveTo>
                  <a:pt x="1234186" y="0"/>
                </a:moveTo>
                <a:lnTo>
                  <a:pt x="158750" y="0"/>
                </a:lnTo>
                <a:lnTo>
                  <a:pt x="108590" y="8097"/>
                </a:lnTo>
                <a:lnTo>
                  <a:pt x="65013" y="30642"/>
                </a:lnTo>
                <a:lnTo>
                  <a:pt x="30642" y="65013"/>
                </a:lnTo>
                <a:lnTo>
                  <a:pt x="8097" y="108590"/>
                </a:lnTo>
                <a:lnTo>
                  <a:pt x="0" y="158750"/>
                </a:lnTo>
                <a:lnTo>
                  <a:pt x="0" y="793750"/>
                </a:lnTo>
                <a:lnTo>
                  <a:pt x="8097" y="843909"/>
                </a:lnTo>
                <a:lnTo>
                  <a:pt x="30642" y="887486"/>
                </a:lnTo>
                <a:lnTo>
                  <a:pt x="65013" y="921857"/>
                </a:lnTo>
                <a:lnTo>
                  <a:pt x="108590" y="944402"/>
                </a:lnTo>
                <a:lnTo>
                  <a:pt x="158750" y="952500"/>
                </a:lnTo>
                <a:lnTo>
                  <a:pt x="1234186" y="952500"/>
                </a:lnTo>
                <a:lnTo>
                  <a:pt x="1284345" y="944402"/>
                </a:lnTo>
                <a:lnTo>
                  <a:pt x="1327922" y="921857"/>
                </a:lnTo>
                <a:lnTo>
                  <a:pt x="1362293" y="887486"/>
                </a:lnTo>
                <a:lnTo>
                  <a:pt x="1384838" y="843909"/>
                </a:lnTo>
                <a:lnTo>
                  <a:pt x="1392936" y="793750"/>
                </a:lnTo>
                <a:lnTo>
                  <a:pt x="1392936" y="158750"/>
                </a:lnTo>
                <a:lnTo>
                  <a:pt x="1384838" y="108590"/>
                </a:lnTo>
                <a:lnTo>
                  <a:pt x="1362293" y="65013"/>
                </a:lnTo>
                <a:lnTo>
                  <a:pt x="1327922" y="30642"/>
                </a:lnTo>
                <a:lnTo>
                  <a:pt x="1284345" y="8097"/>
                </a:lnTo>
                <a:lnTo>
                  <a:pt x="1234186" y="0"/>
                </a:lnTo>
                <a:close/>
              </a:path>
            </a:pathLst>
          </a:custGeom>
          <a:solidFill>
            <a:srgbClr val="7AB0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2447289" y="1576196"/>
            <a:ext cx="1029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Guest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2223516" y="1949195"/>
            <a:ext cx="1483360" cy="97790"/>
            <a:chOff x="2223516" y="1949195"/>
            <a:chExt cx="1483360" cy="97790"/>
          </a:xfrm>
        </p:grpSpPr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3516" y="1949195"/>
              <a:ext cx="1482852" cy="97536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266188" y="1978151"/>
              <a:ext cx="1391920" cy="0"/>
            </a:xfrm>
            <a:custGeom>
              <a:avLst/>
              <a:gdLst/>
              <a:ahLst/>
              <a:cxnLst/>
              <a:rect l="l" t="t" r="r" b="b"/>
              <a:pathLst>
                <a:path w="1391920" h="0">
                  <a:moveTo>
                    <a:pt x="0" y="0"/>
                  </a:moveTo>
                  <a:lnTo>
                    <a:pt x="1391920" y="0"/>
                  </a:lnTo>
                </a:path>
              </a:pathLst>
            </a:custGeom>
            <a:ln w="12192">
              <a:solidFill>
                <a:srgbClr val="F8B5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2286380" y="1994661"/>
            <a:ext cx="372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kernel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265679" y="1786254"/>
            <a:ext cx="6673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User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space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6259067" y="1502663"/>
            <a:ext cx="1391920" cy="952500"/>
          </a:xfrm>
          <a:custGeom>
            <a:avLst/>
            <a:gdLst/>
            <a:ahLst/>
            <a:cxnLst/>
            <a:rect l="l" t="t" r="r" b="b"/>
            <a:pathLst>
              <a:path w="1391920" h="952500">
                <a:moveTo>
                  <a:pt x="1232662" y="0"/>
                </a:moveTo>
                <a:lnTo>
                  <a:pt x="158750" y="0"/>
                </a:lnTo>
                <a:lnTo>
                  <a:pt x="108590" y="8097"/>
                </a:lnTo>
                <a:lnTo>
                  <a:pt x="65013" y="30642"/>
                </a:lnTo>
                <a:lnTo>
                  <a:pt x="30642" y="65013"/>
                </a:lnTo>
                <a:lnTo>
                  <a:pt x="8097" y="108590"/>
                </a:lnTo>
                <a:lnTo>
                  <a:pt x="0" y="158750"/>
                </a:lnTo>
                <a:lnTo>
                  <a:pt x="0" y="793750"/>
                </a:lnTo>
                <a:lnTo>
                  <a:pt x="8097" y="843909"/>
                </a:lnTo>
                <a:lnTo>
                  <a:pt x="30642" y="887486"/>
                </a:lnTo>
                <a:lnTo>
                  <a:pt x="65013" y="921857"/>
                </a:lnTo>
                <a:lnTo>
                  <a:pt x="108590" y="944402"/>
                </a:lnTo>
                <a:lnTo>
                  <a:pt x="158750" y="952500"/>
                </a:lnTo>
                <a:lnTo>
                  <a:pt x="1232662" y="952500"/>
                </a:lnTo>
                <a:lnTo>
                  <a:pt x="1282821" y="944402"/>
                </a:lnTo>
                <a:lnTo>
                  <a:pt x="1326398" y="921857"/>
                </a:lnTo>
                <a:lnTo>
                  <a:pt x="1360769" y="887486"/>
                </a:lnTo>
                <a:lnTo>
                  <a:pt x="1383314" y="843909"/>
                </a:lnTo>
                <a:lnTo>
                  <a:pt x="1391412" y="793750"/>
                </a:lnTo>
                <a:lnTo>
                  <a:pt x="1391412" y="158750"/>
                </a:lnTo>
                <a:lnTo>
                  <a:pt x="1383314" y="108590"/>
                </a:lnTo>
                <a:lnTo>
                  <a:pt x="1360769" y="65013"/>
                </a:lnTo>
                <a:lnTo>
                  <a:pt x="1326398" y="30642"/>
                </a:lnTo>
                <a:lnTo>
                  <a:pt x="1282821" y="8097"/>
                </a:lnTo>
                <a:lnTo>
                  <a:pt x="1232662" y="0"/>
                </a:lnTo>
                <a:close/>
              </a:path>
            </a:pathLst>
          </a:custGeom>
          <a:solidFill>
            <a:srgbClr val="7AB0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6440170" y="1576196"/>
            <a:ext cx="1029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Guest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6216396" y="1949195"/>
            <a:ext cx="1483360" cy="97790"/>
            <a:chOff x="6216396" y="1949195"/>
            <a:chExt cx="1483360" cy="97790"/>
          </a:xfrm>
        </p:grpSpPr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6396" y="1949195"/>
              <a:ext cx="1482852" cy="9753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259068" y="1978151"/>
              <a:ext cx="1391920" cy="0"/>
            </a:xfrm>
            <a:custGeom>
              <a:avLst/>
              <a:gdLst/>
              <a:ahLst/>
              <a:cxnLst/>
              <a:rect l="l" t="t" r="r" b="b"/>
              <a:pathLst>
                <a:path w="1391920" h="0">
                  <a:moveTo>
                    <a:pt x="0" y="0"/>
                  </a:moveTo>
                  <a:lnTo>
                    <a:pt x="1391920" y="0"/>
                  </a:lnTo>
                </a:path>
              </a:pathLst>
            </a:custGeom>
            <a:ln w="12192">
              <a:solidFill>
                <a:srgbClr val="F8B5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279260" y="1994661"/>
            <a:ext cx="372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kernel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258559" y="1786254"/>
            <a:ext cx="6673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User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space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4290059" y="1502663"/>
            <a:ext cx="1391920" cy="952500"/>
          </a:xfrm>
          <a:custGeom>
            <a:avLst/>
            <a:gdLst/>
            <a:ahLst/>
            <a:cxnLst/>
            <a:rect l="l" t="t" r="r" b="b"/>
            <a:pathLst>
              <a:path w="1391920" h="952500">
                <a:moveTo>
                  <a:pt x="1232662" y="0"/>
                </a:moveTo>
                <a:lnTo>
                  <a:pt x="158750" y="0"/>
                </a:lnTo>
                <a:lnTo>
                  <a:pt x="108590" y="8097"/>
                </a:lnTo>
                <a:lnTo>
                  <a:pt x="65013" y="30642"/>
                </a:lnTo>
                <a:lnTo>
                  <a:pt x="30642" y="65013"/>
                </a:lnTo>
                <a:lnTo>
                  <a:pt x="8097" y="108590"/>
                </a:lnTo>
                <a:lnTo>
                  <a:pt x="0" y="158750"/>
                </a:lnTo>
                <a:lnTo>
                  <a:pt x="0" y="793750"/>
                </a:lnTo>
                <a:lnTo>
                  <a:pt x="8097" y="843909"/>
                </a:lnTo>
                <a:lnTo>
                  <a:pt x="30642" y="887486"/>
                </a:lnTo>
                <a:lnTo>
                  <a:pt x="65013" y="921857"/>
                </a:lnTo>
                <a:lnTo>
                  <a:pt x="108590" y="944402"/>
                </a:lnTo>
                <a:lnTo>
                  <a:pt x="158750" y="952500"/>
                </a:lnTo>
                <a:lnTo>
                  <a:pt x="1232662" y="952500"/>
                </a:lnTo>
                <a:lnTo>
                  <a:pt x="1282821" y="944402"/>
                </a:lnTo>
                <a:lnTo>
                  <a:pt x="1326398" y="921857"/>
                </a:lnTo>
                <a:lnTo>
                  <a:pt x="1360769" y="887486"/>
                </a:lnTo>
                <a:lnTo>
                  <a:pt x="1383314" y="843909"/>
                </a:lnTo>
                <a:lnTo>
                  <a:pt x="1391412" y="793750"/>
                </a:lnTo>
                <a:lnTo>
                  <a:pt x="1391412" y="158750"/>
                </a:lnTo>
                <a:lnTo>
                  <a:pt x="1383314" y="108590"/>
                </a:lnTo>
                <a:lnTo>
                  <a:pt x="1360769" y="65013"/>
                </a:lnTo>
                <a:lnTo>
                  <a:pt x="1326398" y="30642"/>
                </a:lnTo>
                <a:lnTo>
                  <a:pt x="1282821" y="8097"/>
                </a:lnTo>
                <a:lnTo>
                  <a:pt x="1232662" y="0"/>
                </a:lnTo>
                <a:close/>
              </a:path>
            </a:pathLst>
          </a:custGeom>
          <a:solidFill>
            <a:srgbClr val="7AB0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4470653" y="1576196"/>
            <a:ext cx="1029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Guest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4247388" y="1949195"/>
            <a:ext cx="1483360" cy="97790"/>
            <a:chOff x="4247388" y="1949195"/>
            <a:chExt cx="1483360" cy="97790"/>
          </a:xfrm>
        </p:grpSpPr>
        <p:pic>
          <p:nvPicPr>
            <p:cNvPr id="39" name="object 3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7388" y="1949195"/>
              <a:ext cx="1482852" cy="97536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4290060" y="1978151"/>
              <a:ext cx="1391920" cy="0"/>
            </a:xfrm>
            <a:custGeom>
              <a:avLst/>
              <a:gdLst/>
              <a:ahLst/>
              <a:cxnLst/>
              <a:rect l="l" t="t" r="r" b="b"/>
              <a:pathLst>
                <a:path w="1391920" h="0">
                  <a:moveTo>
                    <a:pt x="0" y="0"/>
                  </a:moveTo>
                  <a:lnTo>
                    <a:pt x="1391919" y="0"/>
                  </a:lnTo>
                </a:path>
              </a:pathLst>
            </a:custGeom>
            <a:ln w="12192">
              <a:solidFill>
                <a:srgbClr val="F8B5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4309617" y="1994661"/>
            <a:ext cx="372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kernel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4288916" y="1786254"/>
            <a:ext cx="6673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User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space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8099297" y="1062989"/>
            <a:ext cx="1788160" cy="4898390"/>
          </a:xfrm>
          <a:custGeom>
            <a:avLst/>
            <a:gdLst/>
            <a:ahLst/>
            <a:cxnLst/>
            <a:rect l="l" t="t" r="r" b="b"/>
            <a:pathLst>
              <a:path w="1788159" h="4898390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1489709" y="0"/>
                </a:lnTo>
                <a:lnTo>
                  <a:pt x="1538048" y="3898"/>
                </a:lnTo>
                <a:lnTo>
                  <a:pt x="1583899" y="15185"/>
                </a:lnTo>
                <a:lnTo>
                  <a:pt x="1626650" y="33247"/>
                </a:lnTo>
                <a:lnTo>
                  <a:pt x="1665689" y="57473"/>
                </a:lnTo>
                <a:lnTo>
                  <a:pt x="1700402" y="87248"/>
                </a:lnTo>
                <a:lnTo>
                  <a:pt x="1730178" y="121962"/>
                </a:lnTo>
                <a:lnTo>
                  <a:pt x="1754404" y="161001"/>
                </a:lnTo>
                <a:lnTo>
                  <a:pt x="1772466" y="203752"/>
                </a:lnTo>
                <a:lnTo>
                  <a:pt x="1783753" y="249603"/>
                </a:lnTo>
                <a:lnTo>
                  <a:pt x="1787652" y="297942"/>
                </a:lnTo>
                <a:lnTo>
                  <a:pt x="1787652" y="4600181"/>
                </a:lnTo>
                <a:lnTo>
                  <a:pt x="1783753" y="4648510"/>
                </a:lnTo>
                <a:lnTo>
                  <a:pt x="1772466" y="4694357"/>
                </a:lnTo>
                <a:lnTo>
                  <a:pt x="1754404" y="4737107"/>
                </a:lnTo>
                <a:lnTo>
                  <a:pt x="1730178" y="4776148"/>
                </a:lnTo>
                <a:lnTo>
                  <a:pt x="1700402" y="4810866"/>
                </a:lnTo>
                <a:lnTo>
                  <a:pt x="1665689" y="4840647"/>
                </a:lnTo>
                <a:lnTo>
                  <a:pt x="1626650" y="4864878"/>
                </a:lnTo>
                <a:lnTo>
                  <a:pt x="1583899" y="4882945"/>
                </a:lnTo>
                <a:lnTo>
                  <a:pt x="1538048" y="4894236"/>
                </a:lnTo>
                <a:lnTo>
                  <a:pt x="1489709" y="4898136"/>
                </a:lnTo>
                <a:lnTo>
                  <a:pt x="297942" y="4898136"/>
                </a:lnTo>
                <a:lnTo>
                  <a:pt x="249603" y="4894236"/>
                </a:lnTo>
                <a:lnTo>
                  <a:pt x="203752" y="4882945"/>
                </a:lnTo>
                <a:lnTo>
                  <a:pt x="161001" y="4864878"/>
                </a:lnTo>
                <a:lnTo>
                  <a:pt x="121962" y="4840647"/>
                </a:lnTo>
                <a:lnTo>
                  <a:pt x="87249" y="4810866"/>
                </a:lnTo>
                <a:lnTo>
                  <a:pt x="57473" y="4776148"/>
                </a:lnTo>
                <a:lnTo>
                  <a:pt x="33247" y="4737107"/>
                </a:lnTo>
                <a:lnTo>
                  <a:pt x="15185" y="4694357"/>
                </a:lnTo>
                <a:lnTo>
                  <a:pt x="3898" y="4648510"/>
                </a:lnTo>
                <a:lnTo>
                  <a:pt x="0" y="4600181"/>
                </a:lnTo>
                <a:lnTo>
                  <a:pt x="0" y="297942"/>
                </a:lnTo>
                <a:close/>
              </a:path>
            </a:pathLst>
          </a:custGeom>
          <a:ln w="25908">
            <a:solidFill>
              <a:srgbClr val="3888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8296147" y="3081020"/>
            <a:ext cx="139636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Management </a:t>
            </a:r>
            <a:r>
              <a:rPr dirty="0" sz="1800" spc="-50">
                <a:latin typeface="Arial"/>
                <a:cs typeface="Arial"/>
              </a:rPr>
              <a:t>&amp; </a:t>
            </a:r>
            <a:r>
              <a:rPr dirty="0" sz="1800" spc="-10">
                <a:latin typeface="Arial"/>
                <a:cs typeface="Arial"/>
              </a:rPr>
              <a:t>Orchestration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46" name="object 4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50"/>
              <a:t>4</a:t>
            </a:r>
          </a:p>
        </p:txBody>
      </p:sp>
      <p:sp>
        <p:nvSpPr>
          <p:cNvPr id="47" name="object 4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61176" y="914400"/>
            <a:ext cx="4506595" cy="5259705"/>
          </a:xfrm>
          <a:custGeom>
            <a:avLst/>
            <a:gdLst/>
            <a:ahLst/>
            <a:cxnLst/>
            <a:rect l="l" t="t" r="r" b="b"/>
            <a:pathLst>
              <a:path w="4506595" h="5259705">
                <a:moveTo>
                  <a:pt x="4506468" y="0"/>
                </a:moveTo>
                <a:lnTo>
                  <a:pt x="0" y="0"/>
                </a:lnTo>
                <a:lnTo>
                  <a:pt x="0" y="5259324"/>
                </a:lnTo>
                <a:lnTo>
                  <a:pt x="4506468" y="5259324"/>
                </a:lnTo>
                <a:lnTo>
                  <a:pt x="4506468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424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dirty="0"/>
              <a:t>NXP</a:t>
            </a:r>
            <a:r>
              <a:rPr dirty="0" spc="-85"/>
              <a:t> </a:t>
            </a:r>
            <a:r>
              <a:rPr dirty="0"/>
              <a:t>virtualization</a:t>
            </a:r>
            <a:r>
              <a:rPr dirty="0" spc="-65"/>
              <a:t> </a:t>
            </a:r>
            <a:r>
              <a:rPr dirty="0" spc="-10"/>
              <a:t>solutions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74419" y="917447"/>
            <a:ext cx="4508500" cy="5257800"/>
          </a:xfrm>
          <a:custGeom>
            <a:avLst/>
            <a:gdLst/>
            <a:ahLst/>
            <a:cxnLst/>
            <a:rect l="l" t="t" r="r" b="b"/>
            <a:pathLst>
              <a:path w="4508500" h="5257800">
                <a:moveTo>
                  <a:pt x="4507991" y="0"/>
                </a:moveTo>
                <a:lnTo>
                  <a:pt x="0" y="0"/>
                </a:lnTo>
                <a:lnTo>
                  <a:pt x="0" y="5257800"/>
                </a:lnTo>
                <a:lnTo>
                  <a:pt x="4507991" y="5257800"/>
                </a:lnTo>
                <a:lnTo>
                  <a:pt x="4507991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043173" y="948944"/>
            <a:ext cx="582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Verdana"/>
                <a:cs typeface="Verdana"/>
              </a:rPr>
              <a:t>KVM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65555" y="1404557"/>
            <a:ext cx="3857625" cy="128714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233045" indent="-233045">
              <a:lnSpc>
                <a:spcPct val="100000"/>
              </a:lnSpc>
              <a:spcBef>
                <a:spcPts val="905"/>
              </a:spcBef>
              <a:buClr>
                <a:srgbClr val="252525"/>
              </a:buClr>
              <a:buSzPct val="78571"/>
              <a:buFont typeface="Arial"/>
              <a:buChar char="•"/>
              <a:tabLst>
                <a:tab pos="233045" algn="l"/>
              </a:tabLst>
            </a:pPr>
            <a:r>
              <a:rPr dirty="0" sz="1400">
                <a:latin typeface="Verdana"/>
                <a:cs typeface="Verdana"/>
              </a:rPr>
              <a:t>Linux</a:t>
            </a:r>
            <a:r>
              <a:rPr dirty="0" sz="1400" spc="-3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®</a:t>
            </a:r>
            <a:r>
              <a:rPr dirty="0" sz="1400" spc="-1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Hypervisor</a:t>
            </a:r>
            <a:endParaRPr sz="1400">
              <a:latin typeface="Verdana"/>
              <a:cs typeface="Verdana"/>
            </a:endParaRPr>
          </a:p>
          <a:p>
            <a:pPr marL="233045" indent="-233045">
              <a:lnSpc>
                <a:spcPct val="100000"/>
              </a:lnSpc>
              <a:spcBef>
                <a:spcPts val="810"/>
              </a:spcBef>
              <a:buClr>
                <a:srgbClr val="252525"/>
              </a:buClr>
              <a:buSzPct val="78571"/>
              <a:buFont typeface="Arial"/>
              <a:buChar char="•"/>
              <a:tabLst>
                <a:tab pos="233045" algn="l"/>
              </a:tabLst>
            </a:pPr>
            <a:r>
              <a:rPr dirty="0" sz="1400">
                <a:latin typeface="Verdana"/>
                <a:cs typeface="Verdana"/>
              </a:rPr>
              <a:t>Resource</a:t>
            </a:r>
            <a:r>
              <a:rPr dirty="0" sz="1400" spc="-2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Virtualization/oversubscription</a:t>
            </a:r>
            <a:endParaRPr sz="1400">
              <a:latin typeface="Verdana"/>
              <a:cs typeface="Verdana"/>
            </a:endParaRPr>
          </a:p>
          <a:p>
            <a:pPr marL="233045" indent="-233045">
              <a:lnSpc>
                <a:spcPct val="100000"/>
              </a:lnSpc>
              <a:spcBef>
                <a:spcPts val="800"/>
              </a:spcBef>
              <a:buClr>
                <a:srgbClr val="252525"/>
              </a:buClr>
              <a:buSzPct val="78571"/>
              <a:buFont typeface="Arial"/>
              <a:buChar char="•"/>
              <a:tabLst>
                <a:tab pos="233045" algn="l"/>
              </a:tabLst>
            </a:pPr>
            <a:r>
              <a:rPr dirty="0" sz="1400">
                <a:latin typeface="Verdana"/>
                <a:cs typeface="Verdana"/>
              </a:rPr>
              <a:t>Open</a:t>
            </a:r>
            <a:r>
              <a:rPr dirty="0" sz="1400" spc="-10">
                <a:latin typeface="Verdana"/>
                <a:cs typeface="Verdana"/>
              </a:rPr>
              <a:t> source</a:t>
            </a:r>
            <a:endParaRPr sz="1400">
              <a:latin typeface="Verdana"/>
              <a:cs typeface="Verdana"/>
            </a:endParaRPr>
          </a:p>
          <a:p>
            <a:pPr marL="233045" indent="-233045">
              <a:lnSpc>
                <a:spcPct val="100000"/>
              </a:lnSpc>
              <a:spcBef>
                <a:spcPts val="795"/>
              </a:spcBef>
              <a:buClr>
                <a:srgbClr val="252525"/>
              </a:buClr>
              <a:buSzPct val="78571"/>
              <a:buFont typeface="Arial"/>
              <a:buChar char="•"/>
              <a:tabLst>
                <a:tab pos="233045" algn="l"/>
              </a:tabLst>
            </a:pPr>
            <a:r>
              <a:rPr dirty="0" sz="1400">
                <a:latin typeface="Verdana"/>
                <a:cs typeface="Verdana"/>
              </a:rPr>
              <a:t>Qemu</a:t>
            </a:r>
            <a:r>
              <a:rPr dirty="0" sz="1400" spc="-2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user</a:t>
            </a:r>
            <a:r>
              <a:rPr dirty="0" sz="1400" spc="-3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space</a:t>
            </a:r>
            <a:r>
              <a:rPr dirty="0" sz="1400" spc="-3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emulation</a:t>
            </a:r>
            <a:r>
              <a:rPr dirty="0" sz="1400" spc="-45">
                <a:latin typeface="Verdana"/>
                <a:cs typeface="Verdana"/>
              </a:rPr>
              <a:t> </a:t>
            </a:r>
            <a:r>
              <a:rPr dirty="0" sz="1400" spc="-20">
                <a:latin typeface="Verdana"/>
                <a:cs typeface="Verdana"/>
              </a:rPr>
              <a:t>used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616" y="5042915"/>
            <a:ext cx="3803904" cy="84886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43835" y="5535879"/>
            <a:ext cx="13309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Multicore</a:t>
            </a:r>
            <a:r>
              <a:rPr dirty="0" sz="12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446275" y="3110483"/>
            <a:ext cx="3858895" cy="2369820"/>
            <a:chOff x="1446275" y="3110483"/>
            <a:chExt cx="3858895" cy="236982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8624" y="5149595"/>
              <a:ext cx="553212" cy="33070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1367" y="5149595"/>
              <a:ext cx="487680" cy="33070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02991" y="5149595"/>
              <a:ext cx="553212" cy="33070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35780" y="5149595"/>
              <a:ext cx="524255" cy="31851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88336" y="3110483"/>
              <a:ext cx="1254252" cy="140817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01340" y="3122675"/>
              <a:ext cx="426720" cy="35204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35579" y="3137915"/>
              <a:ext cx="1159764" cy="131368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6275" y="4468367"/>
              <a:ext cx="3858767" cy="734568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1626742" y="4707128"/>
            <a:ext cx="556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Linux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98876" y="4539996"/>
            <a:ext cx="2049779" cy="425195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4059682" y="4609592"/>
            <a:ext cx="345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KVM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491996" y="3110483"/>
            <a:ext cx="3784600" cy="1408430"/>
            <a:chOff x="1491996" y="3110483"/>
            <a:chExt cx="3784600" cy="1408430"/>
          </a:xfrm>
        </p:grpSpPr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3360" y="3110483"/>
              <a:ext cx="1252727" cy="1408176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43172" y="3122675"/>
              <a:ext cx="426720" cy="35204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70603" y="3137915"/>
              <a:ext cx="1158239" cy="1313687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94047" y="3729227"/>
              <a:ext cx="911351" cy="597407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91996" y="4070603"/>
              <a:ext cx="630935" cy="41452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63568" y="3378707"/>
              <a:ext cx="542543" cy="40843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94860" y="3378707"/>
              <a:ext cx="542543" cy="406907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4070603" y="3137916"/>
            <a:ext cx="1158240" cy="131381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dirty="0" sz="1000" spc="-25">
                <a:latin typeface="Arial"/>
                <a:cs typeface="Arial"/>
              </a:rPr>
              <a:t>VM</a:t>
            </a:r>
            <a:endParaRPr sz="10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  <a:spcBef>
                <a:spcPts val="865"/>
              </a:spcBef>
              <a:tabLst>
                <a:tab pos="433070" algn="l"/>
              </a:tabLst>
            </a:pPr>
            <a:r>
              <a:rPr dirty="0" sz="1200" spc="-25">
                <a:latin typeface="Arial"/>
                <a:cs typeface="Arial"/>
              </a:rPr>
              <a:t>App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652893" y="946149"/>
            <a:ext cx="19354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Verdana"/>
                <a:cs typeface="Verdana"/>
              </a:rPr>
              <a:t>OS</a:t>
            </a:r>
            <a:r>
              <a:rPr dirty="0" sz="1600" spc="-20" b="1">
                <a:latin typeface="Verdana"/>
                <a:cs typeface="Verdana"/>
              </a:rPr>
              <a:t> </a:t>
            </a:r>
            <a:r>
              <a:rPr dirty="0" sz="1600" spc="-10" b="1">
                <a:latin typeface="Verdana"/>
                <a:cs typeface="Verdana"/>
              </a:rPr>
              <a:t>Virtualization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453251" y="1450404"/>
            <a:ext cx="4001770" cy="97155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233045" indent="-233045">
              <a:lnSpc>
                <a:spcPct val="100000"/>
              </a:lnSpc>
              <a:spcBef>
                <a:spcPts val="910"/>
              </a:spcBef>
              <a:buClr>
                <a:srgbClr val="252525"/>
              </a:buClr>
              <a:buSzPct val="78571"/>
              <a:buFont typeface="Arial"/>
              <a:buChar char="•"/>
              <a:tabLst>
                <a:tab pos="233045" algn="l"/>
              </a:tabLst>
            </a:pPr>
            <a:r>
              <a:rPr dirty="0" sz="1400">
                <a:latin typeface="Verdana"/>
                <a:cs typeface="Verdana"/>
              </a:rPr>
              <a:t>Lightweight</a:t>
            </a:r>
            <a:r>
              <a:rPr dirty="0" sz="1400" spc="-9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Overhead</a:t>
            </a:r>
            <a:endParaRPr sz="1400">
              <a:latin typeface="Verdana"/>
              <a:cs typeface="Verdana"/>
            </a:endParaRPr>
          </a:p>
          <a:p>
            <a:pPr marL="233045" indent="-233045">
              <a:lnSpc>
                <a:spcPct val="100000"/>
              </a:lnSpc>
              <a:spcBef>
                <a:spcPts val="805"/>
              </a:spcBef>
              <a:buClr>
                <a:srgbClr val="252525"/>
              </a:buClr>
              <a:buSzPct val="78571"/>
              <a:buFont typeface="Arial"/>
              <a:buChar char="•"/>
              <a:tabLst>
                <a:tab pos="233045" algn="l"/>
              </a:tabLst>
            </a:pPr>
            <a:r>
              <a:rPr dirty="0" sz="1400">
                <a:latin typeface="Verdana"/>
                <a:cs typeface="Verdana"/>
              </a:rPr>
              <a:t>Isolation</a:t>
            </a:r>
            <a:r>
              <a:rPr dirty="0" sz="1400" spc="-5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and</a:t>
            </a:r>
            <a:r>
              <a:rPr dirty="0" sz="1400" spc="-2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Resource</a:t>
            </a:r>
            <a:r>
              <a:rPr dirty="0" sz="1400" spc="-3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Control</a:t>
            </a:r>
            <a:r>
              <a:rPr dirty="0" sz="1400" spc="-2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in</a:t>
            </a:r>
            <a:r>
              <a:rPr dirty="0" sz="1400" spc="-3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Linux</a:t>
            </a:r>
            <a:r>
              <a:rPr dirty="0" sz="1400" spc="-25">
                <a:latin typeface="Verdana"/>
                <a:cs typeface="Verdana"/>
              </a:rPr>
              <a:t> </a:t>
            </a:r>
            <a:r>
              <a:rPr dirty="0" sz="1400" spc="-50">
                <a:latin typeface="Verdana"/>
                <a:cs typeface="Verdana"/>
              </a:rPr>
              <a:t>®</a:t>
            </a:r>
            <a:endParaRPr sz="1400">
              <a:latin typeface="Verdana"/>
              <a:cs typeface="Verdana"/>
            </a:endParaRPr>
          </a:p>
          <a:p>
            <a:pPr marL="233045" indent="-233045">
              <a:lnSpc>
                <a:spcPct val="100000"/>
              </a:lnSpc>
              <a:spcBef>
                <a:spcPts val="790"/>
              </a:spcBef>
              <a:buClr>
                <a:srgbClr val="252525"/>
              </a:buClr>
              <a:buSzPct val="78571"/>
              <a:buFont typeface="Arial"/>
              <a:buChar char="•"/>
              <a:tabLst>
                <a:tab pos="233045" algn="l"/>
              </a:tabLst>
            </a:pPr>
            <a:r>
              <a:rPr dirty="0" sz="1400">
                <a:latin typeface="Verdana"/>
                <a:cs typeface="Verdana"/>
              </a:rPr>
              <a:t>Decreased</a:t>
            </a:r>
            <a:r>
              <a:rPr dirty="0" sz="1400" spc="-7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Isolation</a:t>
            </a:r>
            <a:r>
              <a:rPr dirty="0" sz="1400" spc="-8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(Kernel</a:t>
            </a:r>
            <a:r>
              <a:rPr dirty="0" sz="1400" spc="-4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sharing)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9258300" y="3197351"/>
            <a:ext cx="1234440" cy="1963420"/>
            <a:chOff x="9258300" y="3197351"/>
            <a:chExt cx="1234440" cy="1963420"/>
          </a:xfrm>
        </p:grpSpPr>
        <p:pic>
          <p:nvPicPr>
            <p:cNvPr id="33" name="object 3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58300" y="3197351"/>
              <a:ext cx="1234440" cy="1962912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60052" y="3209543"/>
              <a:ext cx="630935" cy="352043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305544" y="3224783"/>
              <a:ext cx="1139952" cy="1868424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9305544" y="3224783"/>
              <a:ext cx="1140460" cy="1868805"/>
            </a:xfrm>
            <a:custGeom>
              <a:avLst/>
              <a:gdLst/>
              <a:ahLst/>
              <a:cxnLst/>
              <a:rect l="l" t="t" r="r" b="b"/>
              <a:pathLst>
                <a:path w="1140459" h="1868804">
                  <a:moveTo>
                    <a:pt x="0" y="1868424"/>
                  </a:moveTo>
                  <a:lnTo>
                    <a:pt x="1139952" y="1868424"/>
                  </a:lnTo>
                  <a:lnTo>
                    <a:pt x="1139952" y="0"/>
                  </a:lnTo>
                  <a:lnTo>
                    <a:pt x="0" y="0"/>
                  </a:lnTo>
                  <a:lnTo>
                    <a:pt x="0" y="18684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9679558" y="3255391"/>
            <a:ext cx="406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Cont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728459" y="5026152"/>
            <a:ext cx="3802379" cy="848868"/>
          </a:xfrm>
          <a:prstGeom prst="rect">
            <a:avLst/>
          </a:prstGeom>
        </p:spPr>
      </p:pic>
      <p:sp>
        <p:nvSpPr>
          <p:cNvPr id="39" name="object 39" descr=""/>
          <p:cNvSpPr txBox="1"/>
          <p:nvPr/>
        </p:nvSpPr>
        <p:spPr>
          <a:xfrm>
            <a:off x="7972679" y="5519420"/>
            <a:ext cx="13309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Multicore</a:t>
            </a:r>
            <a:r>
              <a:rPr dirty="0" sz="12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0" name="object 40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599931" y="4119371"/>
            <a:ext cx="566927" cy="431292"/>
          </a:xfrm>
          <a:prstGeom prst="rect">
            <a:avLst/>
          </a:prstGeom>
        </p:spPr>
      </p:pic>
      <p:sp>
        <p:nvSpPr>
          <p:cNvPr id="41" name="object 41" descr=""/>
          <p:cNvSpPr txBox="1"/>
          <p:nvPr/>
        </p:nvSpPr>
        <p:spPr>
          <a:xfrm>
            <a:off x="8736838" y="4194175"/>
            <a:ext cx="308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LXC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2" name="object 4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607552" y="3657600"/>
            <a:ext cx="542544" cy="429768"/>
          </a:xfrm>
          <a:prstGeom prst="rect">
            <a:avLst/>
          </a:prstGeom>
        </p:spPr>
      </p:pic>
      <p:sp>
        <p:nvSpPr>
          <p:cNvPr id="43" name="object 43" descr=""/>
          <p:cNvSpPr txBox="1"/>
          <p:nvPr/>
        </p:nvSpPr>
        <p:spPr>
          <a:xfrm>
            <a:off x="8743822" y="3759158"/>
            <a:ext cx="272415" cy="170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25"/>
              </a:lnSpc>
            </a:pP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2828544" y="3418332"/>
            <a:ext cx="975360" cy="948055"/>
            <a:chOff x="2828544" y="3418332"/>
            <a:chExt cx="975360" cy="948055"/>
          </a:xfrm>
        </p:grpSpPr>
        <p:pic>
          <p:nvPicPr>
            <p:cNvPr id="45" name="object 4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860548" y="3770376"/>
              <a:ext cx="909827" cy="595884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828544" y="3419856"/>
              <a:ext cx="544068" cy="408432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59836" y="3418332"/>
              <a:ext cx="544067" cy="408432"/>
            </a:xfrm>
            <a:prstGeom prst="rect">
              <a:avLst/>
            </a:prstGeom>
          </p:spPr>
        </p:pic>
      </p:grpSp>
      <p:sp>
        <p:nvSpPr>
          <p:cNvPr id="48" name="object 48" descr=""/>
          <p:cNvSpPr txBox="1"/>
          <p:nvPr/>
        </p:nvSpPr>
        <p:spPr>
          <a:xfrm>
            <a:off x="2735579" y="3137916"/>
            <a:ext cx="1160145" cy="131381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dirty="0" sz="1000" spc="-25">
                <a:latin typeface="Arial"/>
                <a:cs typeface="Arial"/>
              </a:rPr>
              <a:t>VM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  <a:tabLst>
                <a:tab pos="433070" algn="l"/>
              </a:tabLst>
            </a:pPr>
            <a:r>
              <a:rPr dirty="0" sz="1200" spc="-25">
                <a:latin typeface="Arial"/>
                <a:cs typeface="Arial"/>
              </a:rPr>
              <a:t>App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9" name="object 49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077211" y="4069079"/>
            <a:ext cx="630936" cy="414528"/>
          </a:xfrm>
          <a:prstGeom prst="rect">
            <a:avLst/>
          </a:prstGeom>
        </p:spPr>
      </p:pic>
      <p:sp>
        <p:nvSpPr>
          <p:cNvPr id="50" name="object 50" descr=""/>
          <p:cNvSpPr txBox="1"/>
          <p:nvPr/>
        </p:nvSpPr>
        <p:spPr>
          <a:xfrm>
            <a:off x="1670304" y="4129278"/>
            <a:ext cx="869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84835" algn="l"/>
              </a:tabLst>
            </a:pPr>
            <a:r>
              <a:rPr dirty="0" sz="1200" spc="-25">
                <a:latin typeface="Arial"/>
                <a:cs typeface="Arial"/>
              </a:rPr>
              <a:t>App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8019288" y="3197351"/>
            <a:ext cx="1234440" cy="1963420"/>
            <a:chOff x="8019288" y="3197351"/>
            <a:chExt cx="1234440" cy="1963420"/>
          </a:xfrm>
        </p:grpSpPr>
        <p:pic>
          <p:nvPicPr>
            <p:cNvPr id="52" name="object 5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019288" y="3197351"/>
              <a:ext cx="1234440" cy="1962912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325612" y="3209543"/>
              <a:ext cx="623316" cy="352043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66532" y="3224783"/>
              <a:ext cx="1139952" cy="1868424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8066532" y="3224783"/>
              <a:ext cx="1140460" cy="1868805"/>
            </a:xfrm>
            <a:custGeom>
              <a:avLst/>
              <a:gdLst/>
              <a:ahLst/>
              <a:cxnLst/>
              <a:rect l="l" t="t" r="r" b="b"/>
              <a:pathLst>
                <a:path w="1140459" h="1868804">
                  <a:moveTo>
                    <a:pt x="0" y="1868424"/>
                  </a:moveTo>
                  <a:lnTo>
                    <a:pt x="1139952" y="1868424"/>
                  </a:lnTo>
                  <a:lnTo>
                    <a:pt x="1139952" y="0"/>
                  </a:lnTo>
                  <a:lnTo>
                    <a:pt x="0" y="0"/>
                  </a:lnTo>
                  <a:lnTo>
                    <a:pt x="0" y="18684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8445118" y="3255391"/>
            <a:ext cx="3994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Cont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60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6780276" y="3197351"/>
            <a:ext cx="1234440" cy="1963420"/>
            <a:chOff x="6780276" y="3197351"/>
            <a:chExt cx="1234440" cy="1963420"/>
          </a:xfrm>
        </p:grpSpPr>
        <p:pic>
          <p:nvPicPr>
            <p:cNvPr id="58" name="object 5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80276" y="3197351"/>
              <a:ext cx="1234440" cy="1962912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086600" y="3209543"/>
              <a:ext cx="623316" cy="352043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27520" y="3224783"/>
              <a:ext cx="1139952" cy="1868424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6827520" y="3224783"/>
              <a:ext cx="1140460" cy="1868805"/>
            </a:xfrm>
            <a:custGeom>
              <a:avLst/>
              <a:gdLst/>
              <a:ahLst/>
              <a:cxnLst/>
              <a:rect l="l" t="t" r="r" b="b"/>
              <a:pathLst>
                <a:path w="1140459" h="1868804">
                  <a:moveTo>
                    <a:pt x="0" y="1868424"/>
                  </a:moveTo>
                  <a:lnTo>
                    <a:pt x="1139952" y="1868424"/>
                  </a:lnTo>
                  <a:lnTo>
                    <a:pt x="1139952" y="0"/>
                  </a:lnTo>
                  <a:lnTo>
                    <a:pt x="0" y="0"/>
                  </a:lnTo>
                  <a:lnTo>
                    <a:pt x="0" y="18684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7206106" y="3255391"/>
            <a:ext cx="3994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Cont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60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6691883" y="4373879"/>
            <a:ext cx="3860800" cy="1201420"/>
            <a:chOff x="6691883" y="4373879"/>
            <a:chExt cx="3860800" cy="1201420"/>
          </a:xfrm>
        </p:grpSpPr>
        <p:pic>
          <p:nvPicPr>
            <p:cNvPr id="64" name="object 6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91883" y="4536947"/>
              <a:ext cx="3860291" cy="734567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730995" y="5245607"/>
              <a:ext cx="551688" cy="329184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062215" y="5245607"/>
              <a:ext cx="487679" cy="329184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863839" y="5245607"/>
              <a:ext cx="553211" cy="329184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596627" y="5245607"/>
              <a:ext cx="524255" cy="316992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946391" y="4373879"/>
              <a:ext cx="902207" cy="498348"/>
            </a:xfrm>
            <a:prstGeom prst="rect">
              <a:avLst/>
            </a:prstGeom>
          </p:spPr>
        </p:pic>
      </p:grpSp>
      <p:sp>
        <p:nvSpPr>
          <p:cNvPr id="70" name="object 70" descr=""/>
          <p:cNvSpPr txBox="1"/>
          <p:nvPr/>
        </p:nvSpPr>
        <p:spPr>
          <a:xfrm>
            <a:off x="6874129" y="4465844"/>
            <a:ext cx="686435" cy="60960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77190">
              <a:lnSpc>
                <a:spcPct val="100000"/>
              </a:lnSpc>
              <a:spcBef>
                <a:spcPts val="495"/>
              </a:spcBef>
            </a:pPr>
            <a:r>
              <a:rPr dirty="0" sz="1200" spc="-25">
                <a:latin typeface="Arial"/>
                <a:cs typeface="Arial"/>
              </a:rPr>
              <a:t>LXC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Linux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1" name="object 71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185404" y="4373879"/>
            <a:ext cx="902207" cy="498348"/>
          </a:xfrm>
          <a:prstGeom prst="rect">
            <a:avLst/>
          </a:prstGeom>
        </p:spPr>
      </p:pic>
      <p:sp>
        <p:nvSpPr>
          <p:cNvPr id="72" name="object 72" descr=""/>
          <p:cNvSpPr txBox="1"/>
          <p:nvPr/>
        </p:nvSpPr>
        <p:spPr>
          <a:xfrm>
            <a:off x="8395969" y="4516373"/>
            <a:ext cx="4965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Docker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3" name="object 73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9424416" y="4373879"/>
            <a:ext cx="902207" cy="498348"/>
          </a:xfrm>
          <a:prstGeom prst="rect">
            <a:avLst/>
          </a:prstGeom>
        </p:spPr>
      </p:pic>
      <p:sp>
        <p:nvSpPr>
          <p:cNvPr id="74" name="object 74" descr=""/>
          <p:cNvSpPr txBox="1"/>
          <p:nvPr/>
        </p:nvSpPr>
        <p:spPr>
          <a:xfrm>
            <a:off x="9634981" y="4516373"/>
            <a:ext cx="4965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Docker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6911340" y="3668267"/>
            <a:ext cx="975360" cy="408940"/>
            <a:chOff x="6911340" y="3668267"/>
            <a:chExt cx="975360" cy="408940"/>
          </a:xfrm>
        </p:grpSpPr>
        <p:pic>
          <p:nvPicPr>
            <p:cNvPr id="76" name="object 7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911340" y="3668267"/>
              <a:ext cx="544068" cy="408431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342632" y="3668267"/>
              <a:ext cx="544068" cy="406907"/>
            </a:xfrm>
            <a:prstGeom prst="rect">
              <a:avLst/>
            </a:prstGeom>
          </p:spPr>
        </p:pic>
      </p:grpSp>
      <p:sp>
        <p:nvSpPr>
          <p:cNvPr id="78" name="object 78" descr=""/>
          <p:cNvSpPr txBox="1"/>
          <p:nvPr/>
        </p:nvSpPr>
        <p:spPr>
          <a:xfrm>
            <a:off x="7047610" y="3720160"/>
            <a:ext cx="7169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31165" algn="l"/>
              </a:tabLst>
            </a:pPr>
            <a:r>
              <a:rPr dirty="0" sz="1200" spc="-25">
                <a:latin typeface="Arial"/>
                <a:cs typeface="Arial"/>
              </a:rPr>
              <a:t>App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9" name="object 79" descr=""/>
          <p:cNvGrpSpPr/>
          <p:nvPr/>
        </p:nvGrpSpPr>
        <p:grpSpPr>
          <a:xfrm>
            <a:off x="8150352" y="3668267"/>
            <a:ext cx="975360" cy="408940"/>
            <a:chOff x="8150352" y="3668267"/>
            <a:chExt cx="975360" cy="408940"/>
          </a:xfrm>
        </p:grpSpPr>
        <p:pic>
          <p:nvPicPr>
            <p:cNvPr id="80" name="object 80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150352" y="3668267"/>
              <a:ext cx="544068" cy="408431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581644" y="3668267"/>
              <a:ext cx="544068" cy="406907"/>
            </a:xfrm>
            <a:prstGeom prst="rect">
              <a:avLst/>
            </a:prstGeom>
          </p:spPr>
        </p:pic>
      </p:grpSp>
      <p:sp>
        <p:nvSpPr>
          <p:cNvPr id="82" name="object 82" descr=""/>
          <p:cNvSpPr txBox="1"/>
          <p:nvPr/>
        </p:nvSpPr>
        <p:spPr>
          <a:xfrm>
            <a:off x="8286877" y="3720160"/>
            <a:ext cx="7169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31165" algn="l"/>
              </a:tabLst>
            </a:pPr>
            <a:r>
              <a:rPr dirty="0" sz="1200" spc="-25">
                <a:latin typeface="Arial"/>
                <a:cs typeface="Arial"/>
              </a:rPr>
              <a:t>App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9389364" y="3668267"/>
            <a:ext cx="975360" cy="408940"/>
            <a:chOff x="9389364" y="3668267"/>
            <a:chExt cx="975360" cy="408940"/>
          </a:xfrm>
        </p:grpSpPr>
        <p:pic>
          <p:nvPicPr>
            <p:cNvPr id="84" name="object 8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389364" y="3668267"/>
              <a:ext cx="544068" cy="408431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820656" y="3668267"/>
              <a:ext cx="544068" cy="406907"/>
            </a:xfrm>
            <a:prstGeom prst="rect">
              <a:avLst/>
            </a:prstGeom>
          </p:spPr>
        </p:pic>
      </p:grpSp>
      <p:sp>
        <p:nvSpPr>
          <p:cNvPr id="86" name="object 86" descr=""/>
          <p:cNvSpPr txBox="1"/>
          <p:nvPr/>
        </p:nvSpPr>
        <p:spPr>
          <a:xfrm>
            <a:off x="9525889" y="3720160"/>
            <a:ext cx="7169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31165" algn="l"/>
              </a:tabLst>
            </a:pPr>
            <a:r>
              <a:rPr dirty="0" sz="1200" spc="-25">
                <a:latin typeface="Arial"/>
                <a:cs typeface="Arial"/>
              </a:rPr>
              <a:t>App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</p:txBody>
      </p:sp>
      <p:sp>
        <p:nvSpPr>
          <p:cNvPr id="87" name="object 8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88" name="object 8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50"/>
              <a:t>5</a:t>
            </a:r>
          </a:p>
        </p:txBody>
      </p:sp>
      <p:sp>
        <p:nvSpPr>
          <p:cNvPr id="89" name="object 8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44068" y="1618488"/>
            <a:ext cx="3726179" cy="3434079"/>
            <a:chOff x="544068" y="1618488"/>
            <a:chExt cx="3726179" cy="3434079"/>
          </a:xfrm>
        </p:grpSpPr>
        <p:sp>
          <p:nvSpPr>
            <p:cNvPr id="3" name="object 3" descr=""/>
            <p:cNvSpPr/>
            <p:nvPr/>
          </p:nvSpPr>
          <p:spPr>
            <a:xfrm>
              <a:off x="544068" y="1618488"/>
              <a:ext cx="3726179" cy="3434079"/>
            </a:xfrm>
            <a:custGeom>
              <a:avLst/>
              <a:gdLst/>
              <a:ahLst/>
              <a:cxnLst/>
              <a:rect l="l" t="t" r="r" b="b"/>
              <a:pathLst>
                <a:path w="3726179" h="3434079">
                  <a:moveTo>
                    <a:pt x="3726179" y="0"/>
                  </a:moveTo>
                  <a:lnTo>
                    <a:pt x="0" y="0"/>
                  </a:lnTo>
                  <a:lnTo>
                    <a:pt x="0" y="3433572"/>
                  </a:lnTo>
                  <a:lnTo>
                    <a:pt x="3726179" y="3433572"/>
                  </a:lnTo>
                  <a:lnTo>
                    <a:pt x="372617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772" y="3919727"/>
              <a:ext cx="3015995" cy="6477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KVM/QEMU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78712" y="3971670"/>
            <a:ext cx="709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Multicore Hardware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32103" y="3276600"/>
            <a:ext cx="3028315" cy="1082040"/>
            <a:chOff x="832103" y="3276600"/>
            <a:chExt cx="3028315" cy="108204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8752" y="4006595"/>
              <a:ext cx="355091" cy="33070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9175" y="4027931"/>
              <a:ext cx="318515" cy="33070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53411" y="4027931"/>
              <a:ext cx="355092" cy="33070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7371" y="4017263"/>
              <a:ext cx="339851" cy="31851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2103" y="3276600"/>
              <a:ext cx="3028188" cy="734568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2074164" y="3515105"/>
            <a:ext cx="556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Linux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43200" y="3371088"/>
            <a:ext cx="1043939" cy="460248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3099816" y="3474846"/>
            <a:ext cx="3448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KVM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4296" y="2883407"/>
            <a:ext cx="544068" cy="431291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980236" y="2958160"/>
            <a:ext cx="2851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356360" y="1984248"/>
            <a:ext cx="1274445" cy="1327785"/>
            <a:chOff x="1356360" y="1984248"/>
            <a:chExt cx="1274445" cy="1327785"/>
          </a:xfrm>
        </p:grpSpPr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56360" y="2017776"/>
              <a:ext cx="1274064" cy="1293876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86840" y="1984248"/>
              <a:ext cx="1214628" cy="352043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03604" y="2045208"/>
              <a:ext cx="1179575" cy="119938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37132" y="2340864"/>
              <a:ext cx="1158240" cy="92963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22348" y="2508504"/>
              <a:ext cx="542544" cy="431291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26692" y="2855976"/>
              <a:ext cx="818388" cy="406908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403603" y="2045207"/>
            <a:ext cx="1179830" cy="119951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0965">
              <a:lnSpc>
                <a:spcPts val="1175"/>
              </a:lnSpc>
            </a:pPr>
            <a:r>
              <a:rPr dirty="0" sz="1000">
                <a:latin typeface="Arial"/>
                <a:cs typeface="Arial"/>
              </a:rPr>
              <a:t>Virtual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Machine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000">
              <a:latin typeface="Arial"/>
              <a:cs typeface="Arial"/>
            </a:endParaRPr>
          </a:p>
          <a:p>
            <a:pPr marL="168910">
              <a:lnSpc>
                <a:spcPct val="100000"/>
              </a:lnSpc>
            </a:pPr>
            <a:r>
              <a:rPr dirty="0" sz="1200" spc="-20" b="1">
                <a:latin typeface="Arial"/>
                <a:cs typeface="Arial"/>
              </a:rPr>
              <a:t>QEMU</a:t>
            </a:r>
            <a:endParaRPr sz="1200">
              <a:latin typeface="Arial"/>
              <a:cs typeface="Arial"/>
            </a:endParaRPr>
          </a:p>
          <a:p>
            <a:pPr marL="753745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  <a:p>
            <a:pPr marL="620395">
              <a:lnSpc>
                <a:spcPct val="100000"/>
              </a:lnSpc>
              <a:spcBef>
                <a:spcPts val="111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2587751" y="1973579"/>
            <a:ext cx="1272540" cy="1335405"/>
            <a:chOff x="2587751" y="1973579"/>
            <a:chExt cx="1272540" cy="1335405"/>
          </a:xfrm>
        </p:grpSpPr>
        <p:pic>
          <p:nvPicPr>
            <p:cNvPr id="27" name="object 2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87751" y="2007107"/>
              <a:ext cx="1272539" cy="130149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16707" y="1973579"/>
              <a:ext cx="1214628" cy="35204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34995" y="2034539"/>
              <a:ext cx="1178052" cy="1207008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68523" y="2339339"/>
              <a:ext cx="1158239" cy="92963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52215" y="2506979"/>
              <a:ext cx="544067" cy="43129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958083" y="2854451"/>
              <a:ext cx="816864" cy="406908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2634995" y="2034539"/>
            <a:ext cx="1178560" cy="12071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0965">
              <a:lnSpc>
                <a:spcPts val="1180"/>
              </a:lnSpc>
            </a:pPr>
            <a:r>
              <a:rPr dirty="0" sz="1000">
                <a:latin typeface="Arial"/>
                <a:cs typeface="Arial"/>
              </a:rPr>
              <a:t>Virtual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Machine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000">
              <a:latin typeface="Arial"/>
              <a:cs typeface="Arial"/>
            </a:endParaRPr>
          </a:p>
          <a:p>
            <a:pPr marL="168910">
              <a:lnSpc>
                <a:spcPct val="100000"/>
              </a:lnSpc>
            </a:pPr>
            <a:r>
              <a:rPr dirty="0" sz="1200" spc="-20" b="1">
                <a:latin typeface="Arial"/>
                <a:cs typeface="Arial"/>
              </a:rPr>
              <a:t>QEMU</a:t>
            </a:r>
            <a:endParaRPr sz="1200">
              <a:latin typeface="Arial"/>
              <a:cs typeface="Arial"/>
            </a:endParaRPr>
          </a:p>
          <a:p>
            <a:pPr marL="753110">
              <a:lnSpc>
                <a:spcPct val="100000"/>
              </a:lnSpc>
              <a:spcBef>
                <a:spcPts val="65"/>
              </a:spcBef>
            </a:pP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  <a:p>
            <a:pPr marL="620395">
              <a:lnSpc>
                <a:spcPct val="100000"/>
              </a:lnSpc>
              <a:spcBef>
                <a:spcPts val="111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41" name="object 4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50"/>
              <a:t>6</a:t>
            </a:r>
          </a:p>
        </p:txBody>
      </p:sp>
      <p:sp>
        <p:nvSpPr>
          <p:cNvPr id="42" name="object 4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34" name="object 34" descr=""/>
          <p:cNvSpPr txBox="1"/>
          <p:nvPr/>
        </p:nvSpPr>
        <p:spPr>
          <a:xfrm>
            <a:off x="4680203" y="970914"/>
            <a:ext cx="6844665" cy="60515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71145" marR="30480" indent="-233679">
              <a:lnSpc>
                <a:spcPts val="2160"/>
              </a:lnSpc>
              <a:spcBef>
                <a:spcPts val="375"/>
              </a:spcBef>
              <a:buClr>
                <a:srgbClr val="252525"/>
              </a:buClr>
              <a:buSzPct val="80000"/>
              <a:buChar char="•"/>
              <a:tabLst>
                <a:tab pos="271145" algn="l"/>
              </a:tabLst>
            </a:pPr>
            <a:r>
              <a:rPr dirty="0" sz="2000">
                <a:latin typeface="Arial"/>
                <a:cs typeface="Arial"/>
              </a:rPr>
              <a:t>KVM/QEMU–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open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source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virtualization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technology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based </a:t>
            </a:r>
            <a:r>
              <a:rPr dirty="0" sz="2000">
                <a:latin typeface="Arial"/>
                <a:cs typeface="Arial"/>
              </a:rPr>
              <a:t>on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Linux</a:t>
            </a:r>
            <a:r>
              <a:rPr dirty="0" baseline="25641" sz="1950">
                <a:latin typeface="Arial"/>
                <a:cs typeface="Arial"/>
              </a:rPr>
              <a:t>®</a:t>
            </a:r>
            <a:r>
              <a:rPr dirty="0" baseline="25641" sz="1950" spc="277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kernel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705603" y="1847215"/>
            <a:ext cx="37826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SzPct val="78571"/>
              <a:buChar char="•"/>
              <a:tabLst>
                <a:tab pos="245745" algn="l"/>
              </a:tabLst>
            </a:pPr>
            <a:r>
              <a:rPr dirty="0" sz="2100">
                <a:latin typeface="Arial"/>
                <a:cs typeface="Arial"/>
              </a:rPr>
              <a:t>KVM</a:t>
            </a:r>
            <a:r>
              <a:rPr dirty="0" sz="2100" spc="-1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is</a:t>
            </a:r>
            <a:r>
              <a:rPr dirty="0" sz="2100" spc="-1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a</a:t>
            </a:r>
            <a:r>
              <a:rPr dirty="0" sz="2100" spc="-1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Linux</a:t>
            </a:r>
            <a:r>
              <a:rPr dirty="0" sz="2100" spc="-2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kernel</a:t>
            </a:r>
            <a:r>
              <a:rPr dirty="0" sz="2100" spc="-10">
                <a:latin typeface="Arial"/>
                <a:cs typeface="Arial"/>
              </a:rPr>
              <a:t> module</a:t>
            </a:r>
            <a:endParaRPr sz="2100">
              <a:latin typeface="Arial"/>
              <a:cs typeface="Aria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705603" y="2464689"/>
            <a:ext cx="6228080" cy="63373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45745" marR="5080" indent="-233679">
              <a:lnSpc>
                <a:spcPts val="2270"/>
              </a:lnSpc>
              <a:spcBef>
                <a:spcPts val="380"/>
              </a:spcBef>
              <a:buClr>
                <a:srgbClr val="252525"/>
              </a:buClr>
              <a:buSzPct val="78571"/>
              <a:buChar char="•"/>
              <a:tabLst>
                <a:tab pos="245745" algn="l"/>
              </a:tabLst>
            </a:pPr>
            <a:r>
              <a:rPr dirty="0" sz="2100">
                <a:latin typeface="Arial"/>
                <a:cs typeface="Arial"/>
              </a:rPr>
              <a:t>QEMU</a:t>
            </a:r>
            <a:r>
              <a:rPr dirty="0" sz="2100" spc="-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is</a:t>
            </a:r>
            <a:r>
              <a:rPr dirty="0" sz="2100" spc="-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a</a:t>
            </a:r>
            <a:r>
              <a:rPr dirty="0" sz="2100" spc="-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user</a:t>
            </a:r>
            <a:r>
              <a:rPr dirty="0" sz="2100" spc="-1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space</a:t>
            </a:r>
            <a:r>
              <a:rPr dirty="0" sz="2100" spc="-1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emulator</a:t>
            </a:r>
            <a:r>
              <a:rPr dirty="0" sz="2100" spc="-2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that</a:t>
            </a:r>
            <a:r>
              <a:rPr dirty="0" sz="2100" spc="-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uses</a:t>
            </a:r>
            <a:r>
              <a:rPr dirty="0" sz="2100" spc="-2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KVM</a:t>
            </a:r>
            <a:r>
              <a:rPr dirty="0" sz="2100" spc="-5">
                <a:latin typeface="Arial"/>
                <a:cs typeface="Arial"/>
              </a:rPr>
              <a:t> </a:t>
            </a:r>
            <a:r>
              <a:rPr dirty="0" sz="2100" spc="-25">
                <a:latin typeface="Arial"/>
                <a:cs typeface="Arial"/>
              </a:rPr>
              <a:t>for </a:t>
            </a:r>
            <a:r>
              <a:rPr dirty="0" sz="2100" spc="-10">
                <a:latin typeface="Arial"/>
                <a:cs typeface="Arial"/>
              </a:rPr>
              <a:t>acceleration</a:t>
            </a:r>
            <a:endParaRPr sz="210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705603" y="3356228"/>
            <a:ext cx="58801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105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Run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virtual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machines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alongside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Linux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705603" y="3946397"/>
            <a:ext cx="4295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No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or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minimal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OS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changes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required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705603" y="4534661"/>
            <a:ext cx="565467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Virtual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I/O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capabilities</a:t>
            </a:r>
            <a:endParaRPr sz="20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2245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Direct/pass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thru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I/O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assign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I/O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devices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VMs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44068" y="1618488"/>
            <a:ext cx="3726179" cy="3434079"/>
            <a:chOff x="544068" y="1618488"/>
            <a:chExt cx="3726179" cy="3434079"/>
          </a:xfrm>
        </p:grpSpPr>
        <p:sp>
          <p:nvSpPr>
            <p:cNvPr id="3" name="object 3" descr=""/>
            <p:cNvSpPr/>
            <p:nvPr/>
          </p:nvSpPr>
          <p:spPr>
            <a:xfrm>
              <a:off x="544068" y="1618488"/>
              <a:ext cx="3726179" cy="3434079"/>
            </a:xfrm>
            <a:custGeom>
              <a:avLst/>
              <a:gdLst/>
              <a:ahLst/>
              <a:cxnLst/>
              <a:rect l="l" t="t" r="r" b="b"/>
              <a:pathLst>
                <a:path w="3726179" h="3434079">
                  <a:moveTo>
                    <a:pt x="3726179" y="0"/>
                  </a:moveTo>
                  <a:lnTo>
                    <a:pt x="0" y="0"/>
                  </a:lnTo>
                  <a:lnTo>
                    <a:pt x="0" y="3433572"/>
                  </a:lnTo>
                  <a:lnTo>
                    <a:pt x="3726179" y="3433572"/>
                  </a:lnTo>
                  <a:lnTo>
                    <a:pt x="372617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772" y="3919727"/>
              <a:ext cx="3015995" cy="6477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dirty="0" spc="-25"/>
              <a:t> </a:t>
            </a:r>
            <a:r>
              <a:rPr dirty="0" spc="-10"/>
              <a:t>Containers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705603" y="913612"/>
            <a:ext cx="6929755" cy="463804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795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OS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level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virtualization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/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process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level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virtualization</a:t>
            </a:r>
            <a:endParaRPr sz="2000">
              <a:latin typeface="Arial"/>
              <a:cs typeface="Arial"/>
            </a:endParaRPr>
          </a:p>
          <a:p>
            <a:pPr marL="245745" marR="451484" indent="-233679">
              <a:lnSpc>
                <a:spcPct val="100000"/>
              </a:lnSpc>
              <a:spcBef>
                <a:spcPts val="695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Single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kernel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host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guests,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virtualized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userspace </a:t>
            </a:r>
            <a:r>
              <a:rPr dirty="0" sz="2000">
                <a:latin typeface="Arial"/>
                <a:cs typeface="Arial"/>
              </a:rPr>
              <a:t>instances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OS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appears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isolated</a:t>
            </a:r>
            <a:endParaRPr sz="20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71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Low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overhead,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lightweight,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secure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partitioning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Linux</a:t>
            </a:r>
            <a:endParaRPr sz="20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applications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into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different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domains</a:t>
            </a:r>
            <a:endParaRPr sz="2000">
              <a:latin typeface="Arial"/>
              <a:cs typeface="Arial"/>
            </a:endParaRPr>
          </a:p>
          <a:p>
            <a:pPr marL="245745" marR="5080" indent="-233679">
              <a:lnSpc>
                <a:spcPct val="100000"/>
              </a:lnSpc>
              <a:spcBef>
                <a:spcPts val="695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Per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domain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resource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utilization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control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CPU,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memory,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I/O </a:t>
            </a:r>
            <a:r>
              <a:rPr dirty="0" sz="2000" spc="-10">
                <a:latin typeface="Arial"/>
                <a:cs typeface="Arial"/>
              </a:rPr>
              <a:t>bandwidth</a:t>
            </a:r>
            <a:endParaRPr sz="20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695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Multiple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resource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instances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namespaces</a:t>
            </a:r>
            <a:endParaRPr sz="20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720"/>
              </a:spcBef>
            </a:pPr>
            <a:r>
              <a:rPr dirty="0" sz="1450">
                <a:latin typeface="Arial"/>
                <a:cs typeface="Arial"/>
              </a:rPr>
              <a:t>−</a:t>
            </a:r>
            <a:r>
              <a:rPr dirty="0" sz="1450" spc="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Process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–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process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trees</a:t>
            </a:r>
            <a:endParaRPr sz="18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695"/>
              </a:spcBef>
            </a:pPr>
            <a:r>
              <a:rPr dirty="0" sz="1450">
                <a:latin typeface="Arial"/>
                <a:cs typeface="Arial"/>
              </a:rPr>
              <a:t>−</a:t>
            </a:r>
            <a:r>
              <a:rPr dirty="0" sz="145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Network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–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network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stack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(netdevs,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socket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families,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FDBs)</a:t>
            </a:r>
            <a:endParaRPr sz="1800">
              <a:latin typeface="Arial"/>
              <a:cs typeface="Arial"/>
            </a:endParaRPr>
          </a:p>
          <a:p>
            <a:pPr marL="245745" marR="90805" indent="-233679">
              <a:lnSpc>
                <a:spcPct val="100000"/>
              </a:lnSpc>
              <a:spcBef>
                <a:spcPts val="69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Based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collection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technologies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including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kernel </a:t>
            </a:r>
            <a:r>
              <a:rPr dirty="0" sz="2000">
                <a:latin typeface="Arial"/>
                <a:cs typeface="Arial"/>
              </a:rPr>
              <a:t>components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(cgroups,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namespaces),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user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space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tools </a:t>
            </a:r>
            <a:r>
              <a:rPr dirty="0" sz="2000">
                <a:latin typeface="Arial"/>
                <a:cs typeface="Arial"/>
              </a:rPr>
              <a:t>(LXC,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libvirt,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Docker)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78712" y="3971670"/>
            <a:ext cx="709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Multicore Hardware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44296" y="2883407"/>
            <a:ext cx="2853055" cy="1475740"/>
            <a:chOff x="844296" y="2883407"/>
            <a:chExt cx="2853055" cy="1475740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8752" y="4006595"/>
              <a:ext cx="355091" cy="33070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9176" y="4027931"/>
              <a:ext cx="318515" cy="33070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53412" y="4027931"/>
              <a:ext cx="355092" cy="33070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7372" y="4017263"/>
              <a:ext cx="339851" cy="31851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4296" y="2883407"/>
              <a:ext cx="544068" cy="431291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980236" y="2958160"/>
            <a:ext cx="2851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356360" y="1984248"/>
            <a:ext cx="1274445" cy="1995170"/>
            <a:chOff x="1356360" y="1984248"/>
            <a:chExt cx="1274445" cy="1995170"/>
          </a:xfrm>
        </p:grpSpPr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56360" y="2017776"/>
              <a:ext cx="1274064" cy="196138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8384" y="1984248"/>
              <a:ext cx="890016" cy="35204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03604" y="2045208"/>
              <a:ext cx="1179575" cy="186690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403604" y="2045208"/>
              <a:ext cx="1179830" cy="1866900"/>
            </a:xfrm>
            <a:custGeom>
              <a:avLst/>
              <a:gdLst/>
              <a:ahLst/>
              <a:cxnLst/>
              <a:rect l="l" t="t" r="r" b="b"/>
              <a:pathLst>
                <a:path w="1179830" h="1866900">
                  <a:moveTo>
                    <a:pt x="0" y="1866900"/>
                  </a:moveTo>
                  <a:lnTo>
                    <a:pt x="1179575" y="1866900"/>
                  </a:lnTo>
                  <a:lnTo>
                    <a:pt x="1179575" y="0"/>
                  </a:lnTo>
                  <a:lnTo>
                    <a:pt x="0" y="0"/>
                  </a:lnTo>
                  <a:lnTo>
                    <a:pt x="0" y="18669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667001" y="2030094"/>
            <a:ext cx="6654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Container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524000" y="2304288"/>
            <a:ext cx="1009015" cy="876300"/>
            <a:chOff x="1524000" y="2304288"/>
            <a:chExt cx="1009015" cy="876300"/>
          </a:xfrm>
        </p:grpSpPr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4000" y="2304288"/>
              <a:ext cx="469392" cy="40690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8695" y="2516124"/>
              <a:ext cx="469392" cy="40690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88819" y="2752344"/>
              <a:ext cx="544068" cy="428243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2124710" y="2824988"/>
            <a:ext cx="2851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2583179" y="1984248"/>
            <a:ext cx="1272540" cy="1995170"/>
            <a:chOff x="2583179" y="1984248"/>
            <a:chExt cx="1272540" cy="1995170"/>
          </a:xfrm>
        </p:grpSpPr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83179" y="2017776"/>
              <a:ext cx="1272540" cy="196138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73679" y="1984248"/>
              <a:ext cx="890016" cy="352043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30423" y="2045208"/>
              <a:ext cx="1178052" cy="186690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2630423" y="2045208"/>
              <a:ext cx="1178560" cy="1866900"/>
            </a:xfrm>
            <a:custGeom>
              <a:avLst/>
              <a:gdLst/>
              <a:ahLst/>
              <a:cxnLst/>
              <a:rect l="l" t="t" r="r" b="b"/>
              <a:pathLst>
                <a:path w="1178560" h="1866900">
                  <a:moveTo>
                    <a:pt x="0" y="1866900"/>
                  </a:moveTo>
                  <a:lnTo>
                    <a:pt x="1178052" y="1866900"/>
                  </a:lnTo>
                  <a:lnTo>
                    <a:pt x="1178052" y="0"/>
                  </a:lnTo>
                  <a:lnTo>
                    <a:pt x="0" y="0"/>
                  </a:lnTo>
                  <a:lnTo>
                    <a:pt x="0" y="18669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2892551" y="2030094"/>
            <a:ext cx="6654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Container</a:t>
            </a:r>
            <a:r>
              <a:rPr dirty="0" sz="1000" spc="-5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2749295" y="2304288"/>
            <a:ext cx="1009015" cy="876300"/>
            <a:chOff x="2749295" y="2304288"/>
            <a:chExt cx="1009015" cy="876300"/>
          </a:xfrm>
        </p:grpSpPr>
        <p:pic>
          <p:nvPicPr>
            <p:cNvPr id="33" name="object 3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49295" y="2304288"/>
              <a:ext cx="469392" cy="406908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83991" y="2516124"/>
              <a:ext cx="469392" cy="406908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14115" y="2752344"/>
              <a:ext cx="544068" cy="428243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3350640" y="2824988"/>
            <a:ext cx="2851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32103" y="3346703"/>
            <a:ext cx="3028188" cy="734568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2074164" y="3584829"/>
            <a:ext cx="556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Linux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40" name="object 4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50"/>
              <a:t>7</a:t>
            </a:r>
          </a:p>
        </p:txBody>
      </p:sp>
      <p:sp>
        <p:nvSpPr>
          <p:cNvPr id="41" name="object 4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8986" y="2718892"/>
            <a:ext cx="9306560" cy="1154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400">
                <a:solidFill>
                  <a:srgbClr val="FFFFFF"/>
                </a:solidFill>
              </a:rPr>
              <a:t>I/O</a:t>
            </a:r>
            <a:r>
              <a:rPr dirty="0" sz="7400" spc="-30">
                <a:solidFill>
                  <a:srgbClr val="FFFFFF"/>
                </a:solidFill>
              </a:rPr>
              <a:t> </a:t>
            </a:r>
            <a:r>
              <a:rPr dirty="0" sz="7400">
                <a:solidFill>
                  <a:srgbClr val="FFFFFF"/>
                </a:solidFill>
              </a:rPr>
              <a:t>VIRTUALIZ</a:t>
            </a:r>
            <a:r>
              <a:rPr dirty="0" sz="7400" spc="-555">
                <a:solidFill>
                  <a:srgbClr val="FFFFFF"/>
                </a:solidFill>
              </a:rPr>
              <a:t>A</a:t>
            </a:r>
            <a:r>
              <a:rPr dirty="0" sz="7400">
                <a:solidFill>
                  <a:srgbClr val="FFFFFF"/>
                </a:solidFill>
              </a:rPr>
              <a:t>TION</a:t>
            </a:r>
            <a:endParaRPr sz="7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424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dirty="0"/>
              <a:t>Device</a:t>
            </a:r>
            <a:r>
              <a:rPr dirty="0" spc="-60"/>
              <a:t> </a:t>
            </a:r>
            <a:r>
              <a:rPr dirty="0"/>
              <a:t>Usage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Virtual</a:t>
            </a:r>
            <a:r>
              <a:rPr dirty="0" spc="-50"/>
              <a:t> </a:t>
            </a:r>
            <a:r>
              <a:rPr dirty="0" spc="-10"/>
              <a:t>Environments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857231" y="5374766"/>
            <a:ext cx="512445" cy="87630"/>
            <a:chOff x="9857231" y="5374766"/>
            <a:chExt cx="512445" cy="8763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7231" y="5374766"/>
              <a:ext cx="512063" cy="8763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890759" y="5391911"/>
              <a:ext cx="447675" cy="8255"/>
            </a:xfrm>
            <a:custGeom>
              <a:avLst/>
              <a:gdLst/>
              <a:ahLst/>
              <a:cxnLst/>
              <a:rect l="l" t="t" r="r" b="b"/>
              <a:pathLst>
                <a:path w="447675" h="8254">
                  <a:moveTo>
                    <a:pt x="0" y="0"/>
                  </a:moveTo>
                  <a:lnTo>
                    <a:pt x="447548" y="8128"/>
                  </a:lnTo>
                </a:path>
              </a:pathLst>
            </a:custGeom>
            <a:ln w="1219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379202" y="5255107"/>
            <a:ext cx="1398270" cy="646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 marR="5080" indent="16510">
              <a:lnSpc>
                <a:spcPct val="148900"/>
              </a:lnSpc>
              <a:spcBef>
                <a:spcPts val="100"/>
              </a:spcBef>
            </a:pPr>
            <a:r>
              <a:rPr dirty="0" sz="900" spc="-10">
                <a:solidFill>
                  <a:srgbClr val="6A2709"/>
                </a:solidFill>
                <a:latin typeface="Arial"/>
                <a:cs typeface="Arial"/>
              </a:rPr>
              <a:t>Hardware/software</a:t>
            </a:r>
            <a:r>
              <a:rPr dirty="0" sz="900" spc="95">
                <a:solidFill>
                  <a:srgbClr val="6A2709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6A2709"/>
                </a:solidFill>
                <a:latin typeface="Arial"/>
                <a:cs typeface="Arial"/>
              </a:rPr>
              <a:t>access Hypercalls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900" spc="-10">
                <a:solidFill>
                  <a:srgbClr val="6A2709"/>
                </a:solidFill>
                <a:latin typeface="Arial"/>
                <a:cs typeface="Arial"/>
              </a:rPr>
              <a:t>Traps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9849611" y="5588127"/>
            <a:ext cx="512445" cy="87630"/>
            <a:chOff x="9849611" y="5588127"/>
            <a:chExt cx="512445" cy="8763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9611" y="5588127"/>
              <a:ext cx="512063" cy="8763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9883139" y="5605272"/>
              <a:ext cx="447675" cy="8255"/>
            </a:xfrm>
            <a:custGeom>
              <a:avLst/>
              <a:gdLst/>
              <a:ahLst/>
              <a:cxnLst/>
              <a:rect l="l" t="t" r="r" b="b"/>
              <a:pathLst>
                <a:path w="447675" h="8254">
                  <a:moveTo>
                    <a:pt x="0" y="0"/>
                  </a:moveTo>
                  <a:lnTo>
                    <a:pt x="447548" y="8166"/>
                  </a:lnTo>
                </a:path>
              </a:pathLst>
            </a:custGeom>
            <a:ln w="1219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9849611" y="5816727"/>
            <a:ext cx="512445" cy="87630"/>
            <a:chOff x="9849611" y="5816727"/>
            <a:chExt cx="512445" cy="87630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9611" y="5816727"/>
              <a:ext cx="512063" cy="8763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9883139" y="5833872"/>
              <a:ext cx="447675" cy="8255"/>
            </a:xfrm>
            <a:custGeom>
              <a:avLst/>
              <a:gdLst/>
              <a:ahLst/>
              <a:cxnLst/>
              <a:rect l="l" t="t" r="r" b="b"/>
              <a:pathLst>
                <a:path w="447675" h="8254">
                  <a:moveTo>
                    <a:pt x="0" y="0"/>
                  </a:moveTo>
                  <a:lnTo>
                    <a:pt x="447548" y="8166"/>
                  </a:lnTo>
                </a:path>
              </a:pathLst>
            </a:custGeom>
            <a:ln w="12192">
              <a:solidFill>
                <a:srgbClr val="D44E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/>
          <p:nvPr/>
        </p:nvSpPr>
        <p:spPr>
          <a:xfrm>
            <a:off x="1600200" y="1400555"/>
            <a:ext cx="2173605" cy="2893060"/>
          </a:xfrm>
          <a:custGeom>
            <a:avLst/>
            <a:gdLst/>
            <a:ahLst/>
            <a:cxnLst/>
            <a:rect l="l" t="t" r="r" b="b"/>
            <a:pathLst>
              <a:path w="2173604" h="2893060">
                <a:moveTo>
                  <a:pt x="2173224" y="0"/>
                </a:moveTo>
                <a:lnTo>
                  <a:pt x="0" y="0"/>
                </a:lnTo>
                <a:lnTo>
                  <a:pt x="0" y="2892552"/>
                </a:lnTo>
                <a:lnTo>
                  <a:pt x="2173224" y="2892552"/>
                </a:lnTo>
                <a:lnTo>
                  <a:pt x="2173224" y="0"/>
                </a:lnTo>
                <a:close/>
              </a:path>
            </a:pathLst>
          </a:custGeom>
          <a:solidFill>
            <a:srgbClr val="FBFF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691894" y="1368173"/>
            <a:ext cx="1821814" cy="68135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411480">
              <a:lnSpc>
                <a:spcPct val="100000"/>
              </a:lnSpc>
              <a:spcBef>
                <a:spcPts val="570"/>
              </a:spcBef>
            </a:pPr>
            <a:r>
              <a:rPr dirty="0" sz="1400" b="1">
                <a:solidFill>
                  <a:srgbClr val="7B5B00"/>
                </a:solidFill>
                <a:latin typeface="Arial"/>
                <a:cs typeface="Arial"/>
              </a:rPr>
              <a:t>Direct</a:t>
            </a:r>
            <a:r>
              <a:rPr dirty="0" sz="1400" spc="-100" b="1">
                <a:solidFill>
                  <a:srgbClr val="7B5B00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7B5B00"/>
                </a:solidFill>
                <a:latin typeface="Arial"/>
                <a:cs typeface="Arial"/>
              </a:rPr>
              <a:t>Access</a:t>
            </a:r>
            <a:endParaRPr sz="1400">
              <a:latin typeface="Arial"/>
              <a:cs typeface="Arial"/>
            </a:endParaRPr>
          </a:p>
          <a:p>
            <a:pPr marL="113664" indent="-113664">
              <a:lnSpc>
                <a:spcPct val="100000"/>
              </a:lnSpc>
              <a:spcBef>
                <a:spcPts val="370"/>
              </a:spcBef>
              <a:buChar char="•"/>
              <a:tabLst>
                <a:tab pos="113664" algn="l"/>
              </a:tabLst>
            </a:pPr>
            <a:r>
              <a:rPr dirty="0" sz="1100">
                <a:latin typeface="Arial"/>
                <a:cs typeface="Arial"/>
              </a:rPr>
              <a:t>Fastest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native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performance</a:t>
            </a:r>
            <a:endParaRPr sz="1100">
              <a:latin typeface="Arial"/>
              <a:cs typeface="Arial"/>
            </a:endParaRPr>
          </a:p>
          <a:p>
            <a:pPr marL="113664" indent="-113664">
              <a:lnSpc>
                <a:spcPct val="100000"/>
              </a:lnSpc>
              <a:buChar char="•"/>
              <a:tabLst>
                <a:tab pos="113664" algn="l"/>
              </a:tabLst>
            </a:pPr>
            <a:r>
              <a:rPr dirty="0" sz="1100">
                <a:latin typeface="Arial"/>
                <a:cs typeface="Arial"/>
              </a:rPr>
              <a:t>Direct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access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hardware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853183" y="3543300"/>
            <a:ext cx="1748155" cy="638810"/>
            <a:chOff x="1853183" y="3543300"/>
            <a:chExt cx="1748155" cy="638810"/>
          </a:xfrm>
        </p:grpSpPr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3183" y="3543300"/>
              <a:ext cx="1748027" cy="638556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2974847" y="3688079"/>
              <a:ext cx="407034" cy="266700"/>
            </a:xfrm>
            <a:custGeom>
              <a:avLst/>
              <a:gdLst/>
              <a:ahLst/>
              <a:cxnLst/>
              <a:rect l="l" t="t" r="r" b="b"/>
              <a:pathLst>
                <a:path w="407035" h="266700">
                  <a:moveTo>
                    <a:pt x="362457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700"/>
                  </a:lnTo>
                  <a:lnTo>
                    <a:pt x="362457" y="266700"/>
                  </a:lnTo>
                  <a:lnTo>
                    <a:pt x="379743" y="263201"/>
                  </a:lnTo>
                  <a:lnTo>
                    <a:pt x="393874" y="253666"/>
                  </a:lnTo>
                  <a:lnTo>
                    <a:pt x="403409" y="239535"/>
                  </a:lnTo>
                  <a:lnTo>
                    <a:pt x="406907" y="222250"/>
                  </a:lnTo>
                  <a:lnTo>
                    <a:pt x="406907" y="44450"/>
                  </a:lnTo>
                  <a:lnTo>
                    <a:pt x="403409" y="27164"/>
                  </a:lnTo>
                  <a:lnTo>
                    <a:pt x="393874" y="13033"/>
                  </a:lnTo>
                  <a:lnTo>
                    <a:pt x="379743" y="3498"/>
                  </a:lnTo>
                  <a:lnTo>
                    <a:pt x="362457" y="0"/>
                  </a:lnTo>
                  <a:close/>
                </a:path>
              </a:pathLst>
            </a:custGeom>
            <a:solidFill>
              <a:srgbClr val="CED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974847" y="3688079"/>
              <a:ext cx="407034" cy="266700"/>
            </a:xfrm>
            <a:custGeom>
              <a:avLst/>
              <a:gdLst/>
              <a:ahLst/>
              <a:cxnLst/>
              <a:rect l="l" t="t" r="r" b="b"/>
              <a:pathLst>
                <a:path w="407035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362457" y="0"/>
                  </a:lnTo>
                  <a:lnTo>
                    <a:pt x="379743" y="3498"/>
                  </a:lnTo>
                  <a:lnTo>
                    <a:pt x="393874" y="13033"/>
                  </a:lnTo>
                  <a:lnTo>
                    <a:pt x="403409" y="27164"/>
                  </a:lnTo>
                  <a:lnTo>
                    <a:pt x="406907" y="44450"/>
                  </a:lnTo>
                  <a:lnTo>
                    <a:pt x="406907" y="222250"/>
                  </a:lnTo>
                  <a:lnTo>
                    <a:pt x="403409" y="239535"/>
                  </a:lnTo>
                  <a:lnTo>
                    <a:pt x="393874" y="253666"/>
                  </a:lnTo>
                  <a:lnTo>
                    <a:pt x="379743" y="263201"/>
                  </a:lnTo>
                  <a:lnTo>
                    <a:pt x="362457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093973" y="3730244"/>
            <a:ext cx="1816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I/O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3183" y="3279647"/>
            <a:ext cx="1748027" cy="327659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2431033" y="3319017"/>
            <a:ext cx="6045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Hypervisor</a:t>
            </a:r>
            <a:endParaRPr sz="900">
              <a:latin typeface="Arial"/>
              <a:cs typeface="Arial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89860" y="2388107"/>
            <a:ext cx="768096" cy="525779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2976626" y="2457703"/>
            <a:ext cx="205104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latin typeface="Arial"/>
                <a:cs typeface="Arial"/>
              </a:rPr>
              <a:t>OS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871472" y="2388107"/>
            <a:ext cx="769620" cy="1577975"/>
            <a:chOff x="1871472" y="2388107"/>
            <a:chExt cx="769620" cy="1577975"/>
          </a:xfrm>
        </p:grpSpPr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1472" y="2388107"/>
              <a:ext cx="769619" cy="53340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205481" y="2854451"/>
              <a:ext cx="103505" cy="841375"/>
            </a:xfrm>
            <a:custGeom>
              <a:avLst/>
              <a:gdLst/>
              <a:ahLst/>
              <a:cxnLst/>
              <a:rect l="l" t="t" r="r" b="b"/>
              <a:pathLst>
                <a:path w="103505" h="841375">
                  <a:moveTo>
                    <a:pt x="6985" y="745363"/>
                  </a:moveTo>
                  <a:lnTo>
                    <a:pt x="671" y="749046"/>
                  </a:lnTo>
                  <a:lnTo>
                    <a:pt x="774" y="749426"/>
                  </a:lnTo>
                  <a:lnTo>
                    <a:pt x="114" y="752348"/>
                  </a:lnTo>
                  <a:lnTo>
                    <a:pt x="0" y="752856"/>
                  </a:lnTo>
                  <a:lnTo>
                    <a:pt x="1778" y="755777"/>
                  </a:lnTo>
                  <a:lnTo>
                    <a:pt x="52069" y="841248"/>
                  </a:lnTo>
                  <a:lnTo>
                    <a:pt x="59323" y="828675"/>
                  </a:lnTo>
                  <a:lnTo>
                    <a:pt x="45593" y="828675"/>
                  </a:lnTo>
                  <a:lnTo>
                    <a:pt x="45495" y="805177"/>
                  </a:lnTo>
                  <a:lnTo>
                    <a:pt x="10922" y="746378"/>
                  </a:lnTo>
                  <a:lnTo>
                    <a:pt x="6985" y="745363"/>
                  </a:lnTo>
                  <a:close/>
                </a:path>
                <a:path w="103505" h="841375">
                  <a:moveTo>
                    <a:pt x="45516" y="805177"/>
                  </a:moveTo>
                  <a:lnTo>
                    <a:pt x="45593" y="828675"/>
                  </a:lnTo>
                  <a:lnTo>
                    <a:pt x="58293" y="828675"/>
                  </a:lnTo>
                  <a:lnTo>
                    <a:pt x="58280" y="825500"/>
                  </a:lnTo>
                  <a:lnTo>
                    <a:pt x="46481" y="825500"/>
                  </a:lnTo>
                  <a:lnTo>
                    <a:pt x="51922" y="816061"/>
                  </a:lnTo>
                  <a:lnTo>
                    <a:pt x="45516" y="805177"/>
                  </a:lnTo>
                  <a:close/>
                </a:path>
                <a:path w="103505" h="841375">
                  <a:moveTo>
                    <a:pt x="96266" y="744982"/>
                  </a:moveTo>
                  <a:lnTo>
                    <a:pt x="92329" y="745998"/>
                  </a:lnTo>
                  <a:lnTo>
                    <a:pt x="90550" y="749046"/>
                  </a:lnTo>
                  <a:lnTo>
                    <a:pt x="58196" y="805177"/>
                  </a:lnTo>
                  <a:lnTo>
                    <a:pt x="58293" y="828675"/>
                  </a:lnTo>
                  <a:lnTo>
                    <a:pt x="59323" y="828675"/>
                  </a:lnTo>
                  <a:lnTo>
                    <a:pt x="101600" y="755396"/>
                  </a:lnTo>
                  <a:lnTo>
                    <a:pt x="103378" y="752348"/>
                  </a:lnTo>
                  <a:lnTo>
                    <a:pt x="102362" y="748538"/>
                  </a:lnTo>
                  <a:lnTo>
                    <a:pt x="96266" y="744982"/>
                  </a:lnTo>
                  <a:close/>
                </a:path>
                <a:path w="103505" h="841375">
                  <a:moveTo>
                    <a:pt x="51922" y="816061"/>
                  </a:moveTo>
                  <a:lnTo>
                    <a:pt x="46481" y="825500"/>
                  </a:lnTo>
                  <a:lnTo>
                    <a:pt x="57478" y="825500"/>
                  </a:lnTo>
                  <a:lnTo>
                    <a:pt x="51922" y="816061"/>
                  </a:lnTo>
                  <a:close/>
                </a:path>
                <a:path w="103505" h="841375">
                  <a:moveTo>
                    <a:pt x="58196" y="805177"/>
                  </a:moveTo>
                  <a:lnTo>
                    <a:pt x="51922" y="816061"/>
                  </a:lnTo>
                  <a:lnTo>
                    <a:pt x="57478" y="825500"/>
                  </a:lnTo>
                  <a:lnTo>
                    <a:pt x="58280" y="825500"/>
                  </a:lnTo>
                  <a:lnTo>
                    <a:pt x="58196" y="805177"/>
                  </a:lnTo>
                  <a:close/>
                </a:path>
                <a:path w="103505" h="841375">
                  <a:moveTo>
                    <a:pt x="54863" y="0"/>
                  </a:moveTo>
                  <a:lnTo>
                    <a:pt x="42163" y="0"/>
                  </a:lnTo>
                  <a:lnTo>
                    <a:pt x="45246" y="744982"/>
                  </a:lnTo>
                  <a:lnTo>
                    <a:pt x="45516" y="805177"/>
                  </a:lnTo>
                  <a:lnTo>
                    <a:pt x="51922" y="816061"/>
                  </a:lnTo>
                  <a:lnTo>
                    <a:pt x="58196" y="805177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054352" y="3695699"/>
              <a:ext cx="407034" cy="265430"/>
            </a:xfrm>
            <a:custGeom>
              <a:avLst/>
              <a:gdLst/>
              <a:ahLst/>
              <a:cxnLst/>
              <a:rect l="l" t="t" r="r" b="b"/>
              <a:pathLst>
                <a:path w="407035" h="265429">
                  <a:moveTo>
                    <a:pt x="362712" y="0"/>
                  </a:moveTo>
                  <a:lnTo>
                    <a:pt x="44196" y="0"/>
                  </a:lnTo>
                  <a:lnTo>
                    <a:pt x="27003" y="3476"/>
                  </a:lnTo>
                  <a:lnTo>
                    <a:pt x="12954" y="12954"/>
                  </a:lnTo>
                  <a:lnTo>
                    <a:pt x="3476" y="27003"/>
                  </a:lnTo>
                  <a:lnTo>
                    <a:pt x="0" y="44195"/>
                  </a:lnTo>
                  <a:lnTo>
                    <a:pt x="0" y="220980"/>
                  </a:lnTo>
                  <a:lnTo>
                    <a:pt x="3476" y="238172"/>
                  </a:lnTo>
                  <a:lnTo>
                    <a:pt x="12953" y="252221"/>
                  </a:lnTo>
                  <a:lnTo>
                    <a:pt x="27003" y="261699"/>
                  </a:lnTo>
                  <a:lnTo>
                    <a:pt x="44196" y="265175"/>
                  </a:lnTo>
                  <a:lnTo>
                    <a:pt x="362712" y="265175"/>
                  </a:lnTo>
                  <a:lnTo>
                    <a:pt x="379904" y="261699"/>
                  </a:lnTo>
                  <a:lnTo>
                    <a:pt x="393954" y="252221"/>
                  </a:lnTo>
                  <a:lnTo>
                    <a:pt x="403431" y="238172"/>
                  </a:lnTo>
                  <a:lnTo>
                    <a:pt x="406908" y="220980"/>
                  </a:lnTo>
                  <a:lnTo>
                    <a:pt x="406908" y="44195"/>
                  </a:lnTo>
                  <a:lnTo>
                    <a:pt x="403431" y="27003"/>
                  </a:lnTo>
                  <a:lnTo>
                    <a:pt x="393954" y="12954"/>
                  </a:lnTo>
                  <a:lnTo>
                    <a:pt x="379904" y="3476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CED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054352" y="3695699"/>
              <a:ext cx="407034" cy="265430"/>
            </a:xfrm>
            <a:custGeom>
              <a:avLst/>
              <a:gdLst/>
              <a:ahLst/>
              <a:cxnLst/>
              <a:rect l="l" t="t" r="r" b="b"/>
              <a:pathLst>
                <a:path w="407035" h="265429">
                  <a:moveTo>
                    <a:pt x="0" y="44195"/>
                  </a:moveTo>
                  <a:lnTo>
                    <a:pt x="3476" y="27003"/>
                  </a:lnTo>
                  <a:lnTo>
                    <a:pt x="12954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362712" y="0"/>
                  </a:lnTo>
                  <a:lnTo>
                    <a:pt x="379904" y="3476"/>
                  </a:lnTo>
                  <a:lnTo>
                    <a:pt x="393954" y="12954"/>
                  </a:lnTo>
                  <a:lnTo>
                    <a:pt x="403431" y="27003"/>
                  </a:lnTo>
                  <a:lnTo>
                    <a:pt x="406908" y="44195"/>
                  </a:lnTo>
                  <a:lnTo>
                    <a:pt x="406908" y="220980"/>
                  </a:lnTo>
                  <a:lnTo>
                    <a:pt x="403431" y="238172"/>
                  </a:lnTo>
                  <a:lnTo>
                    <a:pt x="393954" y="252221"/>
                  </a:lnTo>
                  <a:lnTo>
                    <a:pt x="379904" y="261699"/>
                  </a:lnTo>
                  <a:lnTo>
                    <a:pt x="362712" y="265175"/>
                  </a:lnTo>
                  <a:lnTo>
                    <a:pt x="44196" y="265175"/>
                  </a:lnTo>
                  <a:lnTo>
                    <a:pt x="27003" y="261699"/>
                  </a:lnTo>
                  <a:lnTo>
                    <a:pt x="12953" y="252221"/>
                  </a:lnTo>
                  <a:lnTo>
                    <a:pt x="3476" y="238172"/>
                  </a:lnTo>
                  <a:lnTo>
                    <a:pt x="0" y="220980"/>
                  </a:lnTo>
                  <a:lnTo>
                    <a:pt x="0" y="4419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2173477" y="3737609"/>
            <a:ext cx="1816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I/O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962911" y="2650235"/>
            <a:ext cx="585470" cy="218440"/>
            <a:chOff x="1962911" y="2650235"/>
            <a:chExt cx="585470" cy="218440"/>
          </a:xfrm>
        </p:grpSpPr>
        <p:sp>
          <p:nvSpPr>
            <p:cNvPr id="31" name="object 31" descr=""/>
            <p:cNvSpPr/>
            <p:nvPr/>
          </p:nvSpPr>
          <p:spPr>
            <a:xfrm>
              <a:off x="1975865" y="2663189"/>
              <a:ext cx="559435" cy="192405"/>
            </a:xfrm>
            <a:custGeom>
              <a:avLst/>
              <a:gdLst/>
              <a:ahLst/>
              <a:cxnLst/>
              <a:rect l="l" t="t" r="r" b="b"/>
              <a:pathLst>
                <a:path w="559435" h="192405">
                  <a:moveTo>
                    <a:pt x="527303" y="0"/>
                  </a:moveTo>
                  <a:lnTo>
                    <a:pt x="32003" y="0"/>
                  </a:lnTo>
                  <a:lnTo>
                    <a:pt x="19556" y="2518"/>
                  </a:lnTo>
                  <a:lnTo>
                    <a:pt x="9382" y="9382"/>
                  </a:lnTo>
                  <a:lnTo>
                    <a:pt x="2518" y="19556"/>
                  </a:lnTo>
                  <a:lnTo>
                    <a:pt x="0" y="32004"/>
                  </a:lnTo>
                  <a:lnTo>
                    <a:pt x="0" y="160020"/>
                  </a:lnTo>
                  <a:lnTo>
                    <a:pt x="2518" y="172467"/>
                  </a:lnTo>
                  <a:lnTo>
                    <a:pt x="9382" y="182641"/>
                  </a:lnTo>
                  <a:lnTo>
                    <a:pt x="19556" y="189505"/>
                  </a:lnTo>
                  <a:lnTo>
                    <a:pt x="32003" y="192024"/>
                  </a:lnTo>
                  <a:lnTo>
                    <a:pt x="527303" y="192024"/>
                  </a:lnTo>
                  <a:lnTo>
                    <a:pt x="539751" y="189505"/>
                  </a:lnTo>
                  <a:lnTo>
                    <a:pt x="549925" y="182641"/>
                  </a:lnTo>
                  <a:lnTo>
                    <a:pt x="556789" y="172467"/>
                  </a:lnTo>
                  <a:lnTo>
                    <a:pt x="559307" y="160020"/>
                  </a:lnTo>
                  <a:lnTo>
                    <a:pt x="559307" y="32004"/>
                  </a:lnTo>
                  <a:lnTo>
                    <a:pt x="556789" y="19556"/>
                  </a:lnTo>
                  <a:lnTo>
                    <a:pt x="549925" y="9382"/>
                  </a:lnTo>
                  <a:lnTo>
                    <a:pt x="539751" y="2518"/>
                  </a:lnTo>
                  <a:lnTo>
                    <a:pt x="527303" y="0"/>
                  </a:lnTo>
                  <a:close/>
                </a:path>
              </a:pathLst>
            </a:custGeom>
            <a:solidFill>
              <a:srgbClr val="F7FF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975865" y="2663189"/>
              <a:ext cx="559435" cy="192405"/>
            </a:xfrm>
            <a:custGeom>
              <a:avLst/>
              <a:gdLst/>
              <a:ahLst/>
              <a:cxnLst/>
              <a:rect l="l" t="t" r="r" b="b"/>
              <a:pathLst>
                <a:path w="559435" h="192405">
                  <a:moveTo>
                    <a:pt x="0" y="32004"/>
                  </a:moveTo>
                  <a:lnTo>
                    <a:pt x="2518" y="19556"/>
                  </a:lnTo>
                  <a:lnTo>
                    <a:pt x="9382" y="9382"/>
                  </a:lnTo>
                  <a:lnTo>
                    <a:pt x="19556" y="2518"/>
                  </a:lnTo>
                  <a:lnTo>
                    <a:pt x="32003" y="0"/>
                  </a:lnTo>
                  <a:lnTo>
                    <a:pt x="527303" y="0"/>
                  </a:lnTo>
                  <a:lnTo>
                    <a:pt x="539751" y="2518"/>
                  </a:lnTo>
                  <a:lnTo>
                    <a:pt x="549925" y="9382"/>
                  </a:lnTo>
                  <a:lnTo>
                    <a:pt x="556789" y="19556"/>
                  </a:lnTo>
                  <a:lnTo>
                    <a:pt x="559307" y="32004"/>
                  </a:lnTo>
                  <a:lnTo>
                    <a:pt x="559307" y="160020"/>
                  </a:lnTo>
                  <a:lnTo>
                    <a:pt x="556789" y="172467"/>
                  </a:lnTo>
                  <a:lnTo>
                    <a:pt x="549925" y="182641"/>
                  </a:lnTo>
                  <a:lnTo>
                    <a:pt x="539751" y="189505"/>
                  </a:lnTo>
                  <a:lnTo>
                    <a:pt x="527303" y="192024"/>
                  </a:lnTo>
                  <a:lnTo>
                    <a:pt x="32003" y="192024"/>
                  </a:lnTo>
                  <a:lnTo>
                    <a:pt x="19556" y="189505"/>
                  </a:lnTo>
                  <a:lnTo>
                    <a:pt x="9382" y="182641"/>
                  </a:lnTo>
                  <a:lnTo>
                    <a:pt x="2518" y="172467"/>
                  </a:lnTo>
                  <a:lnTo>
                    <a:pt x="0" y="160020"/>
                  </a:lnTo>
                  <a:lnTo>
                    <a:pt x="0" y="32004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2114042" y="2381202"/>
            <a:ext cx="293370" cy="45085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715"/>
              </a:spcBef>
            </a:pPr>
            <a:r>
              <a:rPr dirty="0" sz="1050" spc="-25">
                <a:latin typeface="Arial"/>
                <a:cs typeface="Arial"/>
              </a:rPr>
              <a:t>OS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r>
              <a:rPr dirty="0" sz="800" spc="-10">
                <a:latin typeface="Arial"/>
                <a:cs typeface="Arial"/>
              </a:rPr>
              <a:t>Driver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5737859" y="1400555"/>
            <a:ext cx="2026920" cy="2893060"/>
          </a:xfrm>
          <a:custGeom>
            <a:avLst/>
            <a:gdLst/>
            <a:ahLst/>
            <a:cxnLst/>
            <a:rect l="l" t="t" r="r" b="b"/>
            <a:pathLst>
              <a:path w="2026920" h="2893060">
                <a:moveTo>
                  <a:pt x="2026919" y="0"/>
                </a:moveTo>
                <a:lnTo>
                  <a:pt x="0" y="0"/>
                </a:lnTo>
                <a:lnTo>
                  <a:pt x="0" y="2892552"/>
                </a:lnTo>
                <a:lnTo>
                  <a:pt x="2026919" y="2892552"/>
                </a:lnTo>
                <a:lnTo>
                  <a:pt x="2026919" y="0"/>
                </a:lnTo>
                <a:close/>
              </a:path>
            </a:pathLst>
          </a:custGeom>
          <a:solidFill>
            <a:srgbClr val="FBFF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5818123" y="1427480"/>
            <a:ext cx="1614805" cy="911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083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7B5B00"/>
                </a:solidFill>
                <a:latin typeface="Arial"/>
                <a:cs typeface="Arial"/>
              </a:rPr>
              <a:t>Full</a:t>
            </a:r>
            <a:r>
              <a:rPr dirty="0" sz="1400" spc="-35" b="1">
                <a:solidFill>
                  <a:srgbClr val="7B5B00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7B5B00"/>
                </a:solidFill>
                <a:latin typeface="Arial"/>
                <a:cs typeface="Arial"/>
              </a:rPr>
              <a:t>emulation</a:t>
            </a:r>
            <a:endParaRPr sz="1400">
              <a:latin typeface="Arial"/>
              <a:cs typeface="Arial"/>
            </a:endParaRPr>
          </a:p>
          <a:p>
            <a:pPr marL="126364" indent="-113664">
              <a:lnSpc>
                <a:spcPct val="100000"/>
              </a:lnSpc>
              <a:spcBef>
                <a:spcPts val="10"/>
              </a:spcBef>
              <a:buChar char="•"/>
              <a:tabLst>
                <a:tab pos="126364" algn="l"/>
              </a:tabLst>
            </a:pPr>
            <a:r>
              <a:rPr dirty="0" sz="1100">
                <a:latin typeface="Arial"/>
                <a:cs typeface="Arial"/>
              </a:rPr>
              <a:t>Driver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Hypervisor</a:t>
            </a:r>
            <a:endParaRPr sz="1100">
              <a:latin typeface="Arial"/>
              <a:cs typeface="Arial"/>
            </a:endParaRPr>
          </a:p>
          <a:p>
            <a:pPr marL="126364" indent="-113664">
              <a:lnSpc>
                <a:spcPct val="100000"/>
              </a:lnSpc>
              <a:buChar char="•"/>
              <a:tabLst>
                <a:tab pos="126364" algn="l"/>
              </a:tabLst>
            </a:pPr>
            <a:r>
              <a:rPr dirty="0" sz="1100">
                <a:latin typeface="Arial"/>
                <a:cs typeface="Arial"/>
              </a:rPr>
              <a:t>Emulation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Hypervisor</a:t>
            </a:r>
            <a:endParaRPr sz="1100">
              <a:latin typeface="Arial"/>
              <a:cs typeface="Arial"/>
            </a:endParaRPr>
          </a:p>
          <a:p>
            <a:pPr marL="125730" marR="142875" indent="-113664">
              <a:lnSpc>
                <a:spcPct val="100000"/>
              </a:lnSpc>
              <a:buChar char="•"/>
              <a:tabLst>
                <a:tab pos="128270" algn="l"/>
              </a:tabLst>
            </a:pPr>
            <a:r>
              <a:rPr dirty="0" sz="1100">
                <a:latin typeface="Arial"/>
                <a:cs typeface="Arial"/>
              </a:rPr>
              <a:t>Unmodified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Drivers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in </a:t>
            </a:r>
            <a:r>
              <a:rPr dirty="0" sz="1100" spc="-25">
                <a:latin typeface="Arial"/>
                <a:cs typeface="Arial"/>
              </a:rPr>
              <a:t>	</a:t>
            </a:r>
            <a:r>
              <a:rPr dirty="0" sz="1100" spc="-10">
                <a:latin typeface="Arial"/>
                <a:cs typeface="Arial"/>
              </a:rPr>
              <a:t>Guest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5963411" y="2392616"/>
            <a:ext cx="1501140" cy="1789430"/>
            <a:chOff x="5963411" y="2392616"/>
            <a:chExt cx="1501140" cy="1789430"/>
          </a:xfrm>
        </p:grpSpPr>
        <p:pic>
          <p:nvPicPr>
            <p:cNvPr id="37" name="object 3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63411" y="3543300"/>
              <a:ext cx="1501139" cy="63855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63411" y="3107436"/>
              <a:ext cx="1501139" cy="495300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6770369" y="2405634"/>
              <a:ext cx="634365" cy="492759"/>
            </a:xfrm>
            <a:custGeom>
              <a:avLst/>
              <a:gdLst/>
              <a:ahLst/>
              <a:cxnLst/>
              <a:rect l="l" t="t" r="r" b="b"/>
              <a:pathLst>
                <a:path w="634365" h="492760">
                  <a:moveTo>
                    <a:pt x="551941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1"/>
                  </a:lnTo>
                  <a:lnTo>
                    <a:pt x="0" y="410210"/>
                  </a:lnTo>
                  <a:lnTo>
                    <a:pt x="6443" y="442156"/>
                  </a:lnTo>
                  <a:lnTo>
                    <a:pt x="24018" y="468233"/>
                  </a:lnTo>
                  <a:lnTo>
                    <a:pt x="50095" y="485808"/>
                  </a:lnTo>
                  <a:lnTo>
                    <a:pt x="82041" y="492251"/>
                  </a:lnTo>
                  <a:lnTo>
                    <a:pt x="551941" y="492251"/>
                  </a:lnTo>
                  <a:lnTo>
                    <a:pt x="583888" y="485808"/>
                  </a:lnTo>
                  <a:lnTo>
                    <a:pt x="609965" y="468233"/>
                  </a:lnTo>
                  <a:lnTo>
                    <a:pt x="627540" y="442156"/>
                  </a:lnTo>
                  <a:lnTo>
                    <a:pt x="633983" y="410210"/>
                  </a:lnTo>
                  <a:lnTo>
                    <a:pt x="633983" y="82041"/>
                  </a:lnTo>
                  <a:lnTo>
                    <a:pt x="627540" y="50095"/>
                  </a:lnTo>
                  <a:lnTo>
                    <a:pt x="609965" y="24018"/>
                  </a:lnTo>
                  <a:lnTo>
                    <a:pt x="583888" y="6443"/>
                  </a:lnTo>
                  <a:lnTo>
                    <a:pt x="551941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770369" y="2405634"/>
              <a:ext cx="634365" cy="492759"/>
            </a:xfrm>
            <a:custGeom>
              <a:avLst/>
              <a:gdLst/>
              <a:ahLst/>
              <a:cxnLst/>
              <a:rect l="l" t="t" r="r" b="b"/>
              <a:pathLst>
                <a:path w="634365" h="492760">
                  <a:moveTo>
                    <a:pt x="0" y="82041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551941" y="0"/>
                  </a:lnTo>
                  <a:lnTo>
                    <a:pt x="583888" y="6443"/>
                  </a:lnTo>
                  <a:lnTo>
                    <a:pt x="609965" y="24018"/>
                  </a:lnTo>
                  <a:lnTo>
                    <a:pt x="627540" y="50095"/>
                  </a:lnTo>
                  <a:lnTo>
                    <a:pt x="633983" y="82041"/>
                  </a:lnTo>
                  <a:lnTo>
                    <a:pt x="633983" y="410210"/>
                  </a:lnTo>
                  <a:lnTo>
                    <a:pt x="627540" y="442156"/>
                  </a:lnTo>
                  <a:lnTo>
                    <a:pt x="609965" y="468233"/>
                  </a:lnTo>
                  <a:lnTo>
                    <a:pt x="583888" y="485808"/>
                  </a:lnTo>
                  <a:lnTo>
                    <a:pt x="551941" y="492251"/>
                  </a:lnTo>
                  <a:lnTo>
                    <a:pt x="82041" y="492251"/>
                  </a:lnTo>
                  <a:lnTo>
                    <a:pt x="50095" y="485808"/>
                  </a:lnTo>
                  <a:lnTo>
                    <a:pt x="24018" y="468233"/>
                  </a:lnTo>
                  <a:lnTo>
                    <a:pt x="6443" y="442156"/>
                  </a:lnTo>
                  <a:lnTo>
                    <a:pt x="0" y="410210"/>
                  </a:lnTo>
                  <a:lnTo>
                    <a:pt x="0" y="82041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008369" y="2405634"/>
              <a:ext cx="685800" cy="500380"/>
            </a:xfrm>
            <a:custGeom>
              <a:avLst/>
              <a:gdLst/>
              <a:ahLst/>
              <a:cxnLst/>
              <a:rect l="l" t="t" r="r" b="b"/>
              <a:pathLst>
                <a:path w="685800" h="500380">
                  <a:moveTo>
                    <a:pt x="602487" y="0"/>
                  </a:moveTo>
                  <a:lnTo>
                    <a:pt x="83312" y="0"/>
                  </a:lnTo>
                  <a:lnTo>
                    <a:pt x="50899" y="6552"/>
                  </a:lnTo>
                  <a:lnTo>
                    <a:pt x="24415" y="24415"/>
                  </a:lnTo>
                  <a:lnTo>
                    <a:pt x="6552" y="50899"/>
                  </a:lnTo>
                  <a:lnTo>
                    <a:pt x="0" y="83312"/>
                  </a:lnTo>
                  <a:lnTo>
                    <a:pt x="0" y="416560"/>
                  </a:lnTo>
                  <a:lnTo>
                    <a:pt x="6552" y="448972"/>
                  </a:lnTo>
                  <a:lnTo>
                    <a:pt x="24415" y="475456"/>
                  </a:lnTo>
                  <a:lnTo>
                    <a:pt x="50899" y="493319"/>
                  </a:lnTo>
                  <a:lnTo>
                    <a:pt x="83312" y="499871"/>
                  </a:lnTo>
                  <a:lnTo>
                    <a:pt x="602487" y="499871"/>
                  </a:lnTo>
                  <a:lnTo>
                    <a:pt x="634900" y="493319"/>
                  </a:lnTo>
                  <a:lnTo>
                    <a:pt x="661384" y="475456"/>
                  </a:lnTo>
                  <a:lnTo>
                    <a:pt x="679247" y="448972"/>
                  </a:lnTo>
                  <a:lnTo>
                    <a:pt x="685800" y="416560"/>
                  </a:lnTo>
                  <a:lnTo>
                    <a:pt x="685800" y="83312"/>
                  </a:lnTo>
                  <a:lnTo>
                    <a:pt x="679247" y="50899"/>
                  </a:lnTo>
                  <a:lnTo>
                    <a:pt x="661384" y="24415"/>
                  </a:lnTo>
                  <a:lnTo>
                    <a:pt x="634900" y="6552"/>
                  </a:lnTo>
                  <a:lnTo>
                    <a:pt x="602487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008369" y="2405634"/>
              <a:ext cx="685800" cy="500380"/>
            </a:xfrm>
            <a:custGeom>
              <a:avLst/>
              <a:gdLst/>
              <a:ahLst/>
              <a:cxnLst/>
              <a:rect l="l" t="t" r="r" b="b"/>
              <a:pathLst>
                <a:path w="685800" h="500380">
                  <a:moveTo>
                    <a:pt x="0" y="83312"/>
                  </a:moveTo>
                  <a:lnTo>
                    <a:pt x="6552" y="50899"/>
                  </a:lnTo>
                  <a:lnTo>
                    <a:pt x="24415" y="24415"/>
                  </a:lnTo>
                  <a:lnTo>
                    <a:pt x="50899" y="6552"/>
                  </a:lnTo>
                  <a:lnTo>
                    <a:pt x="83312" y="0"/>
                  </a:lnTo>
                  <a:lnTo>
                    <a:pt x="602487" y="0"/>
                  </a:lnTo>
                  <a:lnTo>
                    <a:pt x="634900" y="6552"/>
                  </a:lnTo>
                  <a:lnTo>
                    <a:pt x="661384" y="24415"/>
                  </a:lnTo>
                  <a:lnTo>
                    <a:pt x="679247" y="50899"/>
                  </a:lnTo>
                  <a:lnTo>
                    <a:pt x="685800" y="83312"/>
                  </a:lnTo>
                  <a:lnTo>
                    <a:pt x="685800" y="416560"/>
                  </a:lnTo>
                  <a:lnTo>
                    <a:pt x="679247" y="448972"/>
                  </a:lnTo>
                  <a:lnTo>
                    <a:pt x="661384" y="475456"/>
                  </a:lnTo>
                  <a:lnTo>
                    <a:pt x="634900" y="493319"/>
                  </a:lnTo>
                  <a:lnTo>
                    <a:pt x="602487" y="499871"/>
                  </a:lnTo>
                  <a:lnTo>
                    <a:pt x="83312" y="499871"/>
                  </a:lnTo>
                  <a:lnTo>
                    <a:pt x="50899" y="493319"/>
                  </a:lnTo>
                  <a:lnTo>
                    <a:pt x="24415" y="475456"/>
                  </a:lnTo>
                  <a:lnTo>
                    <a:pt x="6552" y="448972"/>
                  </a:lnTo>
                  <a:lnTo>
                    <a:pt x="0" y="416560"/>
                  </a:lnTo>
                  <a:lnTo>
                    <a:pt x="0" y="83312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02932" y="3486912"/>
              <a:ext cx="103377" cy="216915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6565391" y="3703320"/>
              <a:ext cx="379730" cy="265430"/>
            </a:xfrm>
            <a:custGeom>
              <a:avLst/>
              <a:gdLst/>
              <a:ahLst/>
              <a:cxnLst/>
              <a:rect l="l" t="t" r="r" b="b"/>
              <a:pathLst>
                <a:path w="379729" h="265429">
                  <a:moveTo>
                    <a:pt x="335279" y="0"/>
                  </a:moveTo>
                  <a:lnTo>
                    <a:pt x="44196" y="0"/>
                  </a:lnTo>
                  <a:lnTo>
                    <a:pt x="27003" y="3476"/>
                  </a:lnTo>
                  <a:lnTo>
                    <a:pt x="12953" y="12953"/>
                  </a:lnTo>
                  <a:lnTo>
                    <a:pt x="3476" y="27003"/>
                  </a:lnTo>
                  <a:lnTo>
                    <a:pt x="0" y="44195"/>
                  </a:lnTo>
                  <a:lnTo>
                    <a:pt x="0" y="220979"/>
                  </a:lnTo>
                  <a:lnTo>
                    <a:pt x="3476" y="238172"/>
                  </a:lnTo>
                  <a:lnTo>
                    <a:pt x="12953" y="252221"/>
                  </a:lnTo>
                  <a:lnTo>
                    <a:pt x="27003" y="261699"/>
                  </a:lnTo>
                  <a:lnTo>
                    <a:pt x="44196" y="265175"/>
                  </a:lnTo>
                  <a:lnTo>
                    <a:pt x="335279" y="265175"/>
                  </a:lnTo>
                  <a:lnTo>
                    <a:pt x="352472" y="261699"/>
                  </a:lnTo>
                  <a:lnTo>
                    <a:pt x="366521" y="252221"/>
                  </a:lnTo>
                  <a:lnTo>
                    <a:pt x="375999" y="238172"/>
                  </a:lnTo>
                  <a:lnTo>
                    <a:pt x="379475" y="220979"/>
                  </a:lnTo>
                  <a:lnTo>
                    <a:pt x="379475" y="44195"/>
                  </a:lnTo>
                  <a:lnTo>
                    <a:pt x="375999" y="27003"/>
                  </a:lnTo>
                  <a:lnTo>
                    <a:pt x="366522" y="12953"/>
                  </a:lnTo>
                  <a:lnTo>
                    <a:pt x="352472" y="3476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CED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565391" y="3703320"/>
              <a:ext cx="379730" cy="265430"/>
            </a:xfrm>
            <a:custGeom>
              <a:avLst/>
              <a:gdLst/>
              <a:ahLst/>
              <a:cxnLst/>
              <a:rect l="l" t="t" r="r" b="b"/>
              <a:pathLst>
                <a:path w="379729" h="265429">
                  <a:moveTo>
                    <a:pt x="0" y="44195"/>
                  </a:moveTo>
                  <a:lnTo>
                    <a:pt x="3476" y="27003"/>
                  </a:lnTo>
                  <a:lnTo>
                    <a:pt x="12953" y="12953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335279" y="0"/>
                  </a:lnTo>
                  <a:lnTo>
                    <a:pt x="352472" y="3476"/>
                  </a:lnTo>
                  <a:lnTo>
                    <a:pt x="366522" y="12953"/>
                  </a:lnTo>
                  <a:lnTo>
                    <a:pt x="375999" y="27003"/>
                  </a:lnTo>
                  <a:lnTo>
                    <a:pt x="379475" y="44195"/>
                  </a:lnTo>
                  <a:lnTo>
                    <a:pt x="379475" y="220979"/>
                  </a:lnTo>
                  <a:lnTo>
                    <a:pt x="375999" y="238172"/>
                  </a:lnTo>
                  <a:lnTo>
                    <a:pt x="366521" y="252221"/>
                  </a:lnTo>
                  <a:lnTo>
                    <a:pt x="352472" y="261699"/>
                  </a:lnTo>
                  <a:lnTo>
                    <a:pt x="335279" y="265175"/>
                  </a:lnTo>
                  <a:lnTo>
                    <a:pt x="44196" y="265175"/>
                  </a:lnTo>
                  <a:lnTo>
                    <a:pt x="27003" y="261699"/>
                  </a:lnTo>
                  <a:lnTo>
                    <a:pt x="12953" y="252221"/>
                  </a:lnTo>
                  <a:lnTo>
                    <a:pt x="3476" y="238172"/>
                  </a:lnTo>
                  <a:lnTo>
                    <a:pt x="0" y="220979"/>
                  </a:lnTo>
                  <a:lnTo>
                    <a:pt x="0" y="4419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6657847" y="3744595"/>
            <a:ext cx="1943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I/O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6057836" y="2642552"/>
            <a:ext cx="568960" cy="218440"/>
            <a:chOff x="6057836" y="2642552"/>
            <a:chExt cx="568960" cy="218440"/>
          </a:xfrm>
        </p:grpSpPr>
        <p:sp>
          <p:nvSpPr>
            <p:cNvPr id="48" name="object 48" descr=""/>
            <p:cNvSpPr/>
            <p:nvPr/>
          </p:nvSpPr>
          <p:spPr>
            <a:xfrm>
              <a:off x="6070853" y="2655569"/>
              <a:ext cx="542925" cy="192405"/>
            </a:xfrm>
            <a:custGeom>
              <a:avLst/>
              <a:gdLst/>
              <a:ahLst/>
              <a:cxnLst/>
              <a:rect l="l" t="t" r="r" b="b"/>
              <a:pathLst>
                <a:path w="542925" h="192405">
                  <a:moveTo>
                    <a:pt x="510540" y="0"/>
                  </a:moveTo>
                  <a:lnTo>
                    <a:pt x="32004" y="0"/>
                  </a:lnTo>
                  <a:lnTo>
                    <a:pt x="19556" y="2518"/>
                  </a:lnTo>
                  <a:lnTo>
                    <a:pt x="9382" y="9382"/>
                  </a:lnTo>
                  <a:lnTo>
                    <a:pt x="2518" y="19556"/>
                  </a:lnTo>
                  <a:lnTo>
                    <a:pt x="0" y="32003"/>
                  </a:lnTo>
                  <a:lnTo>
                    <a:pt x="0" y="160019"/>
                  </a:lnTo>
                  <a:lnTo>
                    <a:pt x="2518" y="172467"/>
                  </a:lnTo>
                  <a:lnTo>
                    <a:pt x="9382" y="182641"/>
                  </a:lnTo>
                  <a:lnTo>
                    <a:pt x="19556" y="189505"/>
                  </a:lnTo>
                  <a:lnTo>
                    <a:pt x="32004" y="192024"/>
                  </a:lnTo>
                  <a:lnTo>
                    <a:pt x="510540" y="192024"/>
                  </a:lnTo>
                  <a:lnTo>
                    <a:pt x="522987" y="189505"/>
                  </a:lnTo>
                  <a:lnTo>
                    <a:pt x="533161" y="182641"/>
                  </a:lnTo>
                  <a:lnTo>
                    <a:pt x="540025" y="172467"/>
                  </a:lnTo>
                  <a:lnTo>
                    <a:pt x="542544" y="160019"/>
                  </a:lnTo>
                  <a:lnTo>
                    <a:pt x="542544" y="32003"/>
                  </a:lnTo>
                  <a:lnTo>
                    <a:pt x="540025" y="19556"/>
                  </a:lnTo>
                  <a:lnTo>
                    <a:pt x="533161" y="9382"/>
                  </a:lnTo>
                  <a:lnTo>
                    <a:pt x="522987" y="2518"/>
                  </a:lnTo>
                  <a:lnTo>
                    <a:pt x="510540" y="0"/>
                  </a:lnTo>
                  <a:close/>
                </a:path>
              </a:pathLst>
            </a:custGeom>
            <a:solidFill>
              <a:srgbClr val="F7FF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070853" y="2655569"/>
              <a:ext cx="542925" cy="192405"/>
            </a:xfrm>
            <a:custGeom>
              <a:avLst/>
              <a:gdLst/>
              <a:ahLst/>
              <a:cxnLst/>
              <a:rect l="l" t="t" r="r" b="b"/>
              <a:pathLst>
                <a:path w="542925" h="192405">
                  <a:moveTo>
                    <a:pt x="0" y="32003"/>
                  </a:moveTo>
                  <a:lnTo>
                    <a:pt x="2518" y="19556"/>
                  </a:lnTo>
                  <a:lnTo>
                    <a:pt x="9382" y="9382"/>
                  </a:lnTo>
                  <a:lnTo>
                    <a:pt x="19556" y="2518"/>
                  </a:lnTo>
                  <a:lnTo>
                    <a:pt x="32004" y="0"/>
                  </a:lnTo>
                  <a:lnTo>
                    <a:pt x="510540" y="0"/>
                  </a:lnTo>
                  <a:lnTo>
                    <a:pt x="522987" y="2518"/>
                  </a:lnTo>
                  <a:lnTo>
                    <a:pt x="533161" y="9382"/>
                  </a:lnTo>
                  <a:lnTo>
                    <a:pt x="540025" y="19556"/>
                  </a:lnTo>
                  <a:lnTo>
                    <a:pt x="542544" y="32003"/>
                  </a:lnTo>
                  <a:lnTo>
                    <a:pt x="542544" y="160019"/>
                  </a:lnTo>
                  <a:lnTo>
                    <a:pt x="540025" y="172467"/>
                  </a:lnTo>
                  <a:lnTo>
                    <a:pt x="533161" y="182641"/>
                  </a:lnTo>
                  <a:lnTo>
                    <a:pt x="522987" y="189505"/>
                  </a:lnTo>
                  <a:lnTo>
                    <a:pt x="510540" y="192024"/>
                  </a:lnTo>
                  <a:lnTo>
                    <a:pt x="32004" y="192024"/>
                  </a:lnTo>
                  <a:lnTo>
                    <a:pt x="19556" y="189505"/>
                  </a:lnTo>
                  <a:lnTo>
                    <a:pt x="9382" y="182641"/>
                  </a:lnTo>
                  <a:lnTo>
                    <a:pt x="2518" y="172467"/>
                  </a:lnTo>
                  <a:lnTo>
                    <a:pt x="0" y="160019"/>
                  </a:lnTo>
                  <a:lnTo>
                    <a:pt x="0" y="32003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6189345" y="2390597"/>
            <a:ext cx="306070" cy="43434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640"/>
              </a:spcBef>
            </a:pPr>
            <a:r>
              <a:rPr dirty="0" sz="1050" spc="-25">
                <a:latin typeface="Arial"/>
                <a:cs typeface="Arial"/>
              </a:rPr>
              <a:t>OS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800" spc="-10">
                <a:latin typeface="Arial"/>
                <a:cs typeface="Arial"/>
              </a:rPr>
              <a:t>Driver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6461696" y="3323780"/>
            <a:ext cx="585470" cy="177165"/>
            <a:chOff x="6461696" y="3323780"/>
            <a:chExt cx="585470" cy="177165"/>
          </a:xfrm>
        </p:grpSpPr>
        <p:sp>
          <p:nvSpPr>
            <p:cNvPr id="52" name="object 52" descr=""/>
            <p:cNvSpPr/>
            <p:nvPr/>
          </p:nvSpPr>
          <p:spPr>
            <a:xfrm>
              <a:off x="6474714" y="3336797"/>
              <a:ext cx="559435" cy="151130"/>
            </a:xfrm>
            <a:custGeom>
              <a:avLst/>
              <a:gdLst/>
              <a:ahLst/>
              <a:cxnLst/>
              <a:rect l="l" t="t" r="r" b="b"/>
              <a:pathLst>
                <a:path w="559434" h="151129">
                  <a:moveTo>
                    <a:pt x="534162" y="0"/>
                  </a:moveTo>
                  <a:lnTo>
                    <a:pt x="25146" y="0"/>
                  </a:lnTo>
                  <a:lnTo>
                    <a:pt x="15376" y="1982"/>
                  </a:lnTo>
                  <a:lnTo>
                    <a:pt x="7381" y="7381"/>
                  </a:lnTo>
                  <a:lnTo>
                    <a:pt x="1982" y="15376"/>
                  </a:lnTo>
                  <a:lnTo>
                    <a:pt x="0" y="25146"/>
                  </a:lnTo>
                  <a:lnTo>
                    <a:pt x="0" y="125729"/>
                  </a:lnTo>
                  <a:lnTo>
                    <a:pt x="1982" y="135499"/>
                  </a:lnTo>
                  <a:lnTo>
                    <a:pt x="7381" y="143494"/>
                  </a:lnTo>
                  <a:lnTo>
                    <a:pt x="15376" y="148893"/>
                  </a:lnTo>
                  <a:lnTo>
                    <a:pt x="25146" y="150875"/>
                  </a:lnTo>
                  <a:lnTo>
                    <a:pt x="534162" y="150875"/>
                  </a:lnTo>
                  <a:lnTo>
                    <a:pt x="543931" y="148893"/>
                  </a:lnTo>
                  <a:lnTo>
                    <a:pt x="551926" y="143494"/>
                  </a:lnTo>
                  <a:lnTo>
                    <a:pt x="557325" y="135499"/>
                  </a:lnTo>
                  <a:lnTo>
                    <a:pt x="559308" y="125729"/>
                  </a:lnTo>
                  <a:lnTo>
                    <a:pt x="559308" y="25146"/>
                  </a:lnTo>
                  <a:lnTo>
                    <a:pt x="557325" y="15376"/>
                  </a:lnTo>
                  <a:lnTo>
                    <a:pt x="551926" y="7381"/>
                  </a:lnTo>
                  <a:lnTo>
                    <a:pt x="543931" y="1982"/>
                  </a:lnTo>
                  <a:lnTo>
                    <a:pt x="534162" y="0"/>
                  </a:lnTo>
                  <a:close/>
                </a:path>
              </a:pathLst>
            </a:custGeom>
            <a:solidFill>
              <a:srgbClr val="F7FF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474714" y="3336797"/>
              <a:ext cx="559435" cy="151130"/>
            </a:xfrm>
            <a:custGeom>
              <a:avLst/>
              <a:gdLst/>
              <a:ahLst/>
              <a:cxnLst/>
              <a:rect l="l" t="t" r="r" b="b"/>
              <a:pathLst>
                <a:path w="559434" h="151129">
                  <a:moveTo>
                    <a:pt x="0" y="25146"/>
                  </a:moveTo>
                  <a:lnTo>
                    <a:pt x="1982" y="15376"/>
                  </a:lnTo>
                  <a:lnTo>
                    <a:pt x="7381" y="7381"/>
                  </a:lnTo>
                  <a:lnTo>
                    <a:pt x="15376" y="1982"/>
                  </a:lnTo>
                  <a:lnTo>
                    <a:pt x="25146" y="0"/>
                  </a:lnTo>
                  <a:lnTo>
                    <a:pt x="534162" y="0"/>
                  </a:lnTo>
                  <a:lnTo>
                    <a:pt x="543931" y="1982"/>
                  </a:lnTo>
                  <a:lnTo>
                    <a:pt x="551926" y="7381"/>
                  </a:lnTo>
                  <a:lnTo>
                    <a:pt x="557325" y="15376"/>
                  </a:lnTo>
                  <a:lnTo>
                    <a:pt x="559308" y="25146"/>
                  </a:lnTo>
                  <a:lnTo>
                    <a:pt x="559308" y="125729"/>
                  </a:lnTo>
                  <a:lnTo>
                    <a:pt x="557325" y="135499"/>
                  </a:lnTo>
                  <a:lnTo>
                    <a:pt x="551926" y="143494"/>
                  </a:lnTo>
                  <a:lnTo>
                    <a:pt x="543931" y="148893"/>
                  </a:lnTo>
                  <a:lnTo>
                    <a:pt x="534162" y="150875"/>
                  </a:lnTo>
                  <a:lnTo>
                    <a:pt x="25146" y="150875"/>
                  </a:lnTo>
                  <a:lnTo>
                    <a:pt x="15376" y="148893"/>
                  </a:lnTo>
                  <a:lnTo>
                    <a:pt x="7381" y="143494"/>
                  </a:lnTo>
                  <a:lnTo>
                    <a:pt x="1982" y="135499"/>
                  </a:lnTo>
                  <a:lnTo>
                    <a:pt x="0" y="125729"/>
                  </a:lnTo>
                  <a:lnTo>
                    <a:pt x="0" y="25146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6495356" y="3333115"/>
            <a:ext cx="518159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Driver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6307772" y="3159188"/>
            <a:ext cx="852169" cy="155575"/>
            <a:chOff x="6307772" y="3159188"/>
            <a:chExt cx="852169" cy="155575"/>
          </a:xfrm>
        </p:grpSpPr>
        <p:sp>
          <p:nvSpPr>
            <p:cNvPr id="56" name="object 56" descr=""/>
            <p:cNvSpPr/>
            <p:nvPr/>
          </p:nvSpPr>
          <p:spPr>
            <a:xfrm>
              <a:off x="6320789" y="3172206"/>
              <a:ext cx="826135" cy="129539"/>
            </a:xfrm>
            <a:custGeom>
              <a:avLst/>
              <a:gdLst/>
              <a:ahLst/>
              <a:cxnLst/>
              <a:rect l="l" t="t" r="r" b="b"/>
              <a:pathLst>
                <a:path w="826134" h="129539">
                  <a:moveTo>
                    <a:pt x="804417" y="0"/>
                  </a:moveTo>
                  <a:lnTo>
                    <a:pt x="21589" y="0"/>
                  </a:lnTo>
                  <a:lnTo>
                    <a:pt x="13180" y="1694"/>
                  </a:lnTo>
                  <a:lnTo>
                    <a:pt x="6318" y="6318"/>
                  </a:lnTo>
                  <a:lnTo>
                    <a:pt x="1694" y="13180"/>
                  </a:lnTo>
                  <a:lnTo>
                    <a:pt x="0" y="21590"/>
                  </a:lnTo>
                  <a:lnTo>
                    <a:pt x="0" y="107950"/>
                  </a:lnTo>
                  <a:lnTo>
                    <a:pt x="1694" y="116359"/>
                  </a:lnTo>
                  <a:lnTo>
                    <a:pt x="6318" y="123221"/>
                  </a:lnTo>
                  <a:lnTo>
                    <a:pt x="13180" y="127845"/>
                  </a:lnTo>
                  <a:lnTo>
                    <a:pt x="21589" y="129540"/>
                  </a:lnTo>
                  <a:lnTo>
                    <a:pt x="804417" y="129540"/>
                  </a:lnTo>
                  <a:lnTo>
                    <a:pt x="812827" y="127845"/>
                  </a:lnTo>
                  <a:lnTo>
                    <a:pt x="819689" y="123221"/>
                  </a:lnTo>
                  <a:lnTo>
                    <a:pt x="824313" y="116359"/>
                  </a:lnTo>
                  <a:lnTo>
                    <a:pt x="826008" y="107950"/>
                  </a:lnTo>
                  <a:lnTo>
                    <a:pt x="826008" y="21590"/>
                  </a:lnTo>
                  <a:lnTo>
                    <a:pt x="824313" y="13180"/>
                  </a:lnTo>
                  <a:lnTo>
                    <a:pt x="819689" y="6318"/>
                  </a:lnTo>
                  <a:lnTo>
                    <a:pt x="812827" y="1694"/>
                  </a:lnTo>
                  <a:lnTo>
                    <a:pt x="804417" y="0"/>
                  </a:lnTo>
                  <a:close/>
                </a:path>
              </a:pathLst>
            </a:custGeom>
            <a:solidFill>
              <a:srgbClr val="7AB0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320789" y="3172206"/>
              <a:ext cx="826135" cy="129539"/>
            </a:xfrm>
            <a:custGeom>
              <a:avLst/>
              <a:gdLst/>
              <a:ahLst/>
              <a:cxnLst/>
              <a:rect l="l" t="t" r="r" b="b"/>
              <a:pathLst>
                <a:path w="826134" h="129539">
                  <a:moveTo>
                    <a:pt x="0" y="21590"/>
                  </a:moveTo>
                  <a:lnTo>
                    <a:pt x="1694" y="13180"/>
                  </a:lnTo>
                  <a:lnTo>
                    <a:pt x="6318" y="6318"/>
                  </a:lnTo>
                  <a:lnTo>
                    <a:pt x="13180" y="1694"/>
                  </a:lnTo>
                  <a:lnTo>
                    <a:pt x="21589" y="0"/>
                  </a:lnTo>
                  <a:lnTo>
                    <a:pt x="804417" y="0"/>
                  </a:lnTo>
                  <a:lnTo>
                    <a:pt x="812827" y="1694"/>
                  </a:lnTo>
                  <a:lnTo>
                    <a:pt x="819689" y="6318"/>
                  </a:lnTo>
                  <a:lnTo>
                    <a:pt x="824313" y="13180"/>
                  </a:lnTo>
                  <a:lnTo>
                    <a:pt x="826008" y="21590"/>
                  </a:lnTo>
                  <a:lnTo>
                    <a:pt x="826008" y="107950"/>
                  </a:lnTo>
                  <a:lnTo>
                    <a:pt x="824313" y="116359"/>
                  </a:lnTo>
                  <a:lnTo>
                    <a:pt x="819689" y="123221"/>
                  </a:lnTo>
                  <a:lnTo>
                    <a:pt x="812827" y="127845"/>
                  </a:lnTo>
                  <a:lnTo>
                    <a:pt x="804417" y="129540"/>
                  </a:lnTo>
                  <a:lnTo>
                    <a:pt x="21589" y="129540"/>
                  </a:lnTo>
                  <a:lnTo>
                    <a:pt x="13180" y="127845"/>
                  </a:lnTo>
                  <a:lnTo>
                    <a:pt x="6318" y="123221"/>
                  </a:lnTo>
                  <a:lnTo>
                    <a:pt x="1694" y="116359"/>
                  </a:lnTo>
                  <a:lnTo>
                    <a:pt x="0" y="107950"/>
                  </a:lnTo>
                  <a:lnTo>
                    <a:pt x="0" y="21590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6340333" y="3158109"/>
            <a:ext cx="78740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129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Emulation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6337300" y="2642552"/>
            <a:ext cx="1022350" cy="528955"/>
            <a:chOff x="6337300" y="2642552"/>
            <a:chExt cx="1022350" cy="528955"/>
          </a:xfrm>
        </p:grpSpPr>
        <p:sp>
          <p:nvSpPr>
            <p:cNvPr id="60" name="object 60" descr=""/>
            <p:cNvSpPr/>
            <p:nvPr/>
          </p:nvSpPr>
          <p:spPr>
            <a:xfrm>
              <a:off x="6337300" y="2842005"/>
              <a:ext cx="395605" cy="329565"/>
            </a:xfrm>
            <a:custGeom>
              <a:avLst/>
              <a:gdLst/>
              <a:ahLst/>
              <a:cxnLst/>
              <a:rect l="l" t="t" r="r" b="b"/>
              <a:pathLst>
                <a:path w="395604" h="329564">
                  <a:moveTo>
                    <a:pt x="296036" y="299847"/>
                  </a:moveTo>
                  <a:lnTo>
                    <a:pt x="292861" y="302260"/>
                  </a:lnTo>
                  <a:lnTo>
                    <a:pt x="292226" y="305689"/>
                  </a:lnTo>
                  <a:lnTo>
                    <a:pt x="291719" y="309118"/>
                  </a:lnTo>
                  <a:lnTo>
                    <a:pt x="294004" y="312420"/>
                  </a:lnTo>
                  <a:lnTo>
                    <a:pt x="297433" y="312928"/>
                  </a:lnTo>
                  <a:lnTo>
                    <a:pt x="395224" y="329184"/>
                  </a:lnTo>
                  <a:lnTo>
                    <a:pt x="394063" y="326009"/>
                  </a:lnTo>
                  <a:lnTo>
                    <a:pt x="381507" y="326009"/>
                  </a:lnTo>
                  <a:lnTo>
                    <a:pt x="363421" y="311011"/>
                  </a:lnTo>
                  <a:lnTo>
                    <a:pt x="299593" y="300482"/>
                  </a:lnTo>
                  <a:lnTo>
                    <a:pt x="296036" y="299847"/>
                  </a:lnTo>
                  <a:close/>
                </a:path>
                <a:path w="395604" h="329564">
                  <a:moveTo>
                    <a:pt x="363421" y="311011"/>
                  </a:moveTo>
                  <a:lnTo>
                    <a:pt x="381507" y="326009"/>
                  </a:lnTo>
                  <a:lnTo>
                    <a:pt x="383724" y="323342"/>
                  </a:lnTo>
                  <a:lnTo>
                    <a:pt x="379602" y="323342"/>
                  </a:lnTo>
                  <a:lnTo>
                    <a:pt x="375839" y="313059"/>
                  </a:lnTo>
                  <a:lnTo>
                    <a:pt x="363421" y="311011"/>
                  </a:lnTo>
                  <a:close/>
                </a:path>
                <a:path w="395604" h="329564">
                  <a:moveTo>
                    <a:pt x="356361" y="231140"/>
                  </a:moveTo>
                  <a:lnTo>
                    <a:pt x="353059" y="232283"/>
                  </a:lnTo>
                  <a:lnTo>
                    <a:pt x="349757" y="233553"/>
                  </a:lnTo>
                  <a:lnTo>
                    <a:pt x="348106" y="237109"/>
                  </a:lnTo>
                  <a:lnTo>
                    <a:pt x="349250" y="240411"/>
                  </a:lnTo>
                  <a:lnTo>
                    <a:pt x="371497" y="301194"/>
                  </a:lnTo>
                  <a:lnTo>
                    <a:pt x="389635" y="316230"/>
                  </a:lnTo>
                  <a:lnTo>
                    <a:pt x="381507" y="326009"/>
                  </a:lnTo>
                  <a:lnTo>
                    <a:pt x="394063" y="326009"/>
                  </a:lnTo>
                  <a:lnTo>
                    <a:pt x="361188" y="236093"/>
                  </a:lnTo>
                  <a:lnTo>
                    <a:pt x="360045" y="232791"/>
                  </a:lnTo>
                  <a:lnTo>
                    <a:pt x="356361" y="231140"/>
                  </a:lnTo>
                  <a:close/>
                </a:path>
                <a:path w="395604" h="329564">
                  <a:moveTo>
                    <a:pt x="375839" y="313059"/>
                  </a:moveTo>
                  <a:lnTo>
                    <a:pt x="379602" y="323342"/>
                  </a:lnTo>
                  <a:lnTo>
                    <a:pt x="386588" y="314833"/>
                  </a:lnTo>
                  <a:lnTo>
                    <a:pt x="375839" y="313059"/>
                  </a:lnTo>
                  <a:close/>
                </a:path>
                <a:path w="395604" h="329564">
                  <a:moveTo>
                    <a:pt x="371497" y="301194"/>
                  </a:moveTo>
                  <a:lnTo>
                    <a:pt x="375791" y="312928"/>
                  </a:lnTo>
                  <a:lnTo>
                    <a:pt x="375839" y="313059"/>
                  </a:lnTo>
                  <a:lnTo>
                    <a:pt x="386588" y="314833"/>
                  </a:lnTo>
                  <a:lnTo>
                    <a:pt x="379602" y="323342"/>
                  </a:lnTo>
                  <a:lnTo>
                    <a:pt x="383724" y="323342"/>
                  </a:lnTo>
                  <a:lnTo>
                    <a:pt x="389635" y="316230"/>
                  </a:lnTo>
                  <a:lnTo>
                    <a:pt x="371497" y="301194"/>
                  </a:lnTo>
                  <a:close/>
                </a:path>
                <a:path w="395604" h="329564">
                  <a:moveTo>
                    <a:pt x="8127" y="0"/>
                  </a:moveTo>
                  <a:lnTo>
                    <a:pt x="0" y="9652"/>
                  </a:lnTo>
                  <a:lnTo>
                    <a:pt x="363421" y="311011"/>
                  </a:lnTo>
                  <a:lnTo>
                    <a:pt x="375839" y="313059"/>
                  </a:lnTo>
                  <a:lnTo>
                    <a:pt x="371497" y="301194"/>
                  </a:lnTo>
                  <a:lnTo>
                    <a:pt x="8127" y="0"/>
                  </a:lnTo>
                  <a:close/>
                </a:path>
              </a:pathLst>
            </a:custGeom>
            <a:solidFill>
              <a:srgbClr val="D44E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805422" y="2655569"/>
              <a:ext cx="541020" cy="192405"/>
            </a:xfrm>
            <a:custGeom>
              <a:avLst/>
              <a:gdLst/>
              <a:ahLst/>
              <a:cxnLst/>
              <a:rect l="l" t="t" r="r" b="b"/>
              <a:pathLst>
                <a:path w="541020" h="192405">
                  <a:moveTo>
                    <a:pt x="509016" y="0"/>
                  </a:moveTo>
                  <a:lnTo>
                    <a:pt x="32003" y="0"/>
                  </a:lnTo>
                  <a:lnTo>
                    <a:pt x="19556" y="2518"/>
                  </a:lnTo>
                  <a:lnTo>
                    <a:pt x="9382" y="9382"/>
                  </a:lnTo>
                  <a:lnTo>
                    <a:pt x="2518" y="19556"/>
                  </a:lnTo>
                  <a:lnTo>
                    <a:pt x="0" y="32003"/>
                  </a:lnTo>
                  <a:lnTo>
                    <a:pt x="0" y="160019"/>
                  </a:lnTo>
                  <a:lnTo>
                    <a:pt x="2518" y="172467"/>
                  </a:lnTo>
                  <a:lnTo>
                    <a:pt x="9382" y="182641"/>
                  </a:lnTo>
                  <a:lnTo>
                    <a:pt x="19556" y="189505"/>
                  </a:lnTo>
                  <a:lnTo>
                    <a:pt x="32003" y="192024"/>
                  </a:lnTo>
                  <a:lnTo>
                    <a:pt x="509016" y="192024"/>
                  </a:lnTo>
                  <a:lnTo>
                    <a:pt x="521463" y="189505"/>
                  </a:lnTo>
                  <a:lnTo>
                    <a:pt x="531637" y="182641"/>
                  </a:lnTo>
                  <a:lnTo>
                    <a:pt x="538501" y="172467"/>
                  </a:lnTo>
                  <a:lnTo>
                    <a:pt x="541020" y="160019"/>
                  </a:lnTo>
                  <a:lnTo>
                    <a:pt x="541020" y="32003"/>
                  </a:lnTo>
                  <a:lnTo>
                    <a:pt x="538501" y="19556"/>
                  </a:lnTo>
                  <a:lnTo>
                    <a:pt x="531637" y="9382"/>
                  </a:lnTo>
                  <a:lnTo>
                    <a:pt x="521463" y="2518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F7FF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805422" y="2655569"/>
              <a:ext cx="541020" cy="192405"/>
            </a:xfrm>
            <a:custGeom>
              <a:avLst/>
              <a:gdLst/>
              <a:ahLst/>
              <a:cxnLst/>
              <a:rect l="l" t="t" r="r" b="b"/>
              <a:pathLst>
                <a:path w="541020" h="192405">
                  <a:moveTo>
                    <a:pt x="0" y="32003"/>
                  </a:moveTo>
                  <a:lnTo>
                    <a:pt x="2518" y="19556"/>
                  </a:lnTo>
                  <a:lnTo>
                    <a:pt x="9382" y="9382"/>
                  </a:lnTo>
                  <a:lnTo>
                    <a:pt x="19556" y="2518"/>
                  </a:lnTo>
                  <a:lnTo>
                    <a:pt x="32003" y="0"/>
                  </a:lnTo>
                  <a:lnTo>
                    <a:pt x="509016" y="0"/>
                  </a:lnTo>
                  <a:lnTo>
                    <a:pt x="521463" y="2518"/>
                  </a:lnTo>
                  <a:lnTo>
                    <a:pt x="531637" y="9382"/>
                  </a:lnTo>
                  <a:lnTo>
                    <a:pt x="538501" y="19556"/>
                  </a:lnTo>
                  <a:lnTo>
                    <a:pt x="541020" y="32003"/>
                  </a:lnTo>
                  <a:lnTo>
                    <a:pt x="541020" y="160019"/>
                  </a:lnTo>
                  <a:lnTo>
                    <a:pt x="538501" y="172467"/>
                  </a:lnTo>
                  <a:lnTo>
                    <a:pt x="531637" y="182641"/>
                  </a:lnTo>
                  <a:lnTo>
                    <a:pt x="521463" y="189505"/>
                  </a:lnTo>
                  <a:lnTo>
                    <a:pt x="509016" y="192024"/>
                  </a:lnTo>
                  <a:lnTo>
                    <a:pt x="32003" y="192024"/>
                  </a:lnTo>
                  <a:lnTo>
                    <a:pt x="19556" y="189505"/>
                  </a:lnTo>
                  <a:lnTo>
                    <a:pt x="9382" y="182641"/>
                  </a:lnTo>
                  <a:lnTo>
                    <a:pt x="2518" y="172467"/>
                  </a:lnTo>
                  <a:lnTo>
                    <a:pt x="0" y="160019"/>
                  </a:lnTo>
                  <a:lnTo>
                    <a:pt x="0" y="32003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6923658" y="2388574"/>
            <a:ext cx="306070" cy="43624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650"/>
              </a:spcBef>
            </a:pPr>
            <a:r>
              <a:rPr dirty="0" sz="1050" spc="-25">
                <a:latin typeface="Arial"/>
                <a:cs typeface="Arial"/>
              </a:rPr>
              <a:t>OS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800" spc="-10">
                <a:latin typeface="Arial"/>
                <a:cs typeface="Arial"/>
              </a:rPr>
              <a:t>Driver</a:t>
            </a:r>
            <a:endParaRPr sz="800">
              <a:latin typeface="Arial"/>
              <a:cs typeface="Arial"/>
            </a:endParaRPr>
          </a:p>
        </p:txBody>
      </p:sp>
      <p:sp>
        <p:nvSpPr>
          <p:cNvPr id="64" name="object 64" descr=""/>
          <p:cNvSpPr/>
          <p:nvPr/>
        </p:nvSpPr>
        <p:spPr>
          <a:xfrm>
            <a:off x="6733031" y="2842260"/>
            <a:ext cx="347345" cy="328930"/>
          </a:xfrm>
          <a:custGeom>
            <a:avLst/>
            <a:gdLst/>
            <a:ahLst/>
            <a:cxnLst/>
            <a:rect l="l" t="t" r="r" b="b"/>
            <a:pathLst>
              <a:path w="347345" h="328930">
                <a:moveTo>
                  <a:pt x="32385" y="228473"/>
                </a:moveTo>
                <a:lnTo>
                  <a:pt x="28828" y="230504"/>
                </a:lnTo>
                <a:lnTo>
                  <a:pt x="27813" y="233806"/>
                </a:lnTo>
                <a:lnTo>
                  <a:pt x="0" y="328929"/>
                </a:lnTo>
                <a:lnTo>
                  <a:pt x="17351" y="324865"/>
                </a:lnTo>
                <a:lnTo>
                  <a:pt x="13462" y="324865"/>
                </a:lnTo>
                <a:lnTo>
                  <a:pt x="4825" y="315594"/>
                </a:lnTo>
                <a:lnTo>
                  <a:pt x="21833" y="299519"/>
                </a:lnTo>
                <a:lnTo>
                  <a:pt x="40004" y="237362"/>
                </a:lnTo>
                <a:lnTo>
                  <a:pt x="41021" y="234061"/>
                </a:lnTo>
                <a:lnTo>
                  <a:pt x="39116" y="230504"/>
                </a:lnTo>
                <a:lnTo>
                  <a:pt x="35814" y="229488"/>
                </a:lnTo>
                <a:lnTo>
                  <a:pt x="32385" y="228473"/>
                </a:lnTo>
                <a:close/>
              </a:path>
              <a:path w="347345" h="328930">
                <a:moveTo>
                  <a:pt x="21833" y="299519"/>
                </a:moveTo>
                <a:lnTo>
                  <a:pt x="4825" y="315594"/>
                </a:lnTo>
                <a:lnTo>
                  <a:pt x="13462" y="324865"/>
                </a:lnTo>
                <a:lnTo>
                  <a:pt x="16416" y="322072"/>
                </a:lnTo>
                <a:lnTo>
                  <a:pt x="15240" y="322072"/>
                </a:lnTo>
                <a:lnTo>
                  <a:pt x="7747" y="314070"/>
                </a:lnTo>
                <a:lnTo>
                  <a:pt x="18300" y="311604"/>
                </a:lnTo>
                <a:lnTo>
                  <a:pt x="21833" y="299519"/>
                </a:lnTo>
                <a:close/>
              </a:path>
              <a:path w="347345" h="328930">
                <a:moveTo>
                  <a:pt x="97027" y="293242"/>
                </a:moveTo>
                <a:lnTo>
                  <a:pt x="93599" y="294004"/>
                </a:lnTo>
                <a:lnTo>
                  <a:pt x="30502" y="308752"/>
                </a:lnTo>
                <a:lnTo>
                  <a:pt x="13462" y="324865"/>
                </a:lnTo>
                <a:lnTo>
                  <a:pt x="17351" y="324865"/>
                </a:lnTo>
                <a:lnTo>
                  <a:pt x="96520" y="306324"/>
                </a:lnTo>
                <a:lnTo>
                  <a:pt x="99949" y="305562"/>
                </a:lnTo>
                <a:lnTo>
                  <a:pt x="101981" y="302132"/>
                </a:lnTo>
                <a:lnTo>
                  <a:pt x="100457" y="295275"/>
                </a:lnTo>
                <a:lnTo>
                  <a:pt x="97027" y="293242"/>
                </a:lnTo>
                <a:close/>
              </a:path>
              <a:path w="347345" h="328930">
                <a:moveTo>
                  <a:pt x="18300" y="311604"/>
                </a:moveTo>
                <a:lnTo>
                  <a:pt x="7747" y="314070"/>
                </a:lnTo>
                <a:lnTo>
                  <a:pt x="15240" y="322072"/>
                </a:lnTo>
                <a:lnTo>
                  <a:pt x="18300" y="311604"/>
                </a:lnTo>
                <a:close/>
              </a:path>
              <a:path w="347345" h="328930">
                <a:moveTo>
                  <a:pt x="30502" y="308752"/>
                </a:moveTo>
                <a:lnTo>
                  <a:pt x="18300" y="311604"/>
                </a:lnTo>
                <a:lnTo>
                  <a:pt x="15240" y="322072"/>
                </a:lnTo>
                <a:lnTo>
                  <a:pt x="16416" y="322072"/>
                </a:lnTo>
                <a:lnTo>
                  <a:pt x="30502" y="308752"/>
                </a:lnTo>
                <a:close/>
              </a:path>
              <a:path w="347345" h="328930">
                <a:moveTo>
                  <a:pt x="338709" y="0"/>
                </a:moveTo>
                <a:lnTo>
                  <a:pt x="21833" y="299519"/>
                </a:lnTo>
                <a:lnTo>
                  <a:pt x="18300" y="311604"/>
                </a:lnTo>
                <a:lnTo>
                  <a:pt x="30502" y="308752"/>
                </a:lnTo>
                <a:lnTo>
                  <a:pt x="347345" y="9143"/>
                </a:lnTo>
                <a:lnTo>
                  <a:pt x="338709" y="0"/>
                </a:lnTo>
                <a:close/>
              </a:path>
            </a:pathLst>
          </a:custGeom>
          <a:solidFill>
            <a:srgbClr val="D44E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7816595" y="1400555"/>
            <a:ext cx="1850389" cy="2893060"/>
          </a:xfrm>
          <a:custGeom>
            <a:avLst/>
            <a:gdLst/>
            <a:ahLst/>
            <a:cxnLst/>
            <a:rect l="l" t="t" r="r" b="b"/>
            <a:pathLst>
              <a:path w="1850390" h="2893060">
                <a:moveTo>
                  <a:pt x="1850136" y="0"/>
                </a:moveTo>
                <a:lnTo>
                  <a:pt x="0" y="0"/>
                </a:lnTo>
                <a:lnTo>
                  <a:pt x="0" y="2892552"/>
                </a:lnTo>
                <a:lnTo>
                  <a:pt x="1850136" y="2892552"/>
                </a:lnTo>
                <a:lnTo>
                  <a:pt x="1850136" y="0"/>
                </a:lnTo>
                <a:close/>
              </a:path>
            </a:pathLst>
          </a:custGeom>
          <a:solidFill>
            <a:srgbClr val="FBFF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7896606" y="1427480"/>
            <a:ext cx="1530350" cy="7442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7B5B00"/>
                </a:solidFill>
                <a:latin typeface="Arial"/>
                <a:cs typeface="Arial"/>
              </a:rPr>
              <a:t>Para-</a:t>
            </a:r>
            <a:r>
              <a:rPr dirty="0" sz="1400" spc="-10" b="1">
                <a:solidFill>
                  <a:srgbClr val="7B5B00"/>
                </a:solidFill>
                <a:latin typeface="Arial"/>
                <a:cs typeface="Arial"/>
              </a:rPr>
              <a:t>Virtualized</a:t>
            </a:r>
            <a:endParaRPr sz="1400">
              <a:latin typeface="Arial"/>
              <a:cs typeface="Arial"/>
            </a:endParaRPr>
          </a:p>
          <a:p>
            <a:pPr marL="126364" indent="-113664">
              <a:lnSpc>
                <a:spcPct val="100000"/>
              </a:lnSpc>
              <a:spcBef>
                <a:spcPts val="10"/>
              </a:spcBef>
              <a:buChar char="•"/>
              <a:tabLst>
                <a:tab pos="126364" algn="l"/>
              </a:tabLst>
            </a:pPr>
            <a:r>
              <a:rPr dirty="0" sz="1100">
                <a:latin typeface="Arial"/>
                <a:cs typeface="Arial"/>
              </a:rPr>
              <a:t>Driver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Hypervisor</a:t>
            </a:r>
            <a:endParaRPr sz="1100">
              <a:latin typeface="Arial"/>
              <a:cs typeface="Arial"/>
            </a:endParaRPr>
          </a:p>
          <a:p>
            <a:pPr marL="125730" marR="238760" indent="-113664">
              <a:lnSpc>
                <a:spcPct val="100000"/>
              </a:lnSpc>
              <a:buChar char="•"/>
              <a:tabLst>
                <a:tab pos="128270" algn="l"/>
              </a:tabLst>
            </a:pPr>
            <a:r>
              <a:rPr dirty="0" sz="1100">
                <a:latin typeface="Arial"/>
                <a:cs typeface="Arial"/>
              </a:rPr>
              <a:t>Modified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Drivers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in </a:t>
            </a:r>
            <a:r>
              <a:rPr dirty="0" sz="1100" spc="-25">
                <a:latin typeface="Arial"/>
                <a:cs typeface="Arial"/>
              </a:rPr>
              <a:t>	</a:t>
            </a:r>
            <a:r>
              <a:rPr dirty="0" sz="1100" spc="-10">
                <a:latin typeface="Arial"/>
                <a:cs typeface="Arial"/>
              </a:rPr>
              <a:t>Guest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7909559" y="2292032"/>
            <a:ext cx="1750060" cy="1890395"/>
            <a:chOff x="7909559" y="2292032"/>
            <a:chExt cx="1750060" cy="1890395"/>
          </a:xfrm>
        </p:grpSpPr>
        <p:pic>
          <p:nvPicPr>
            <p:cNvPr id="68" name="object 6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09559" y="3543300"/>
              <a:ext cx="1749552" cy="638556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09559" y="3221736"/>
              <a:ext cx="1749552" cy="381000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7954517" y="2305050"/>
              <a:ext cx="736600" cy="600710"/>
            </a:xfrm>
            <a:custGeom>
              <a:avLst/>
              <a:gdLst/>
              <a:ahLst/>
              <a:cxnLst/>
              <a:rect l="l" t="t" r="r" b="b"/>
              <a:pathLst>
                <a:path w="736600" h="600710">
                  <a:moveTo>
                    <a:pt x="636015" y="0"/>
                  </a:moveTo>
                  <a:lnTo>
                    <a:pt x="100075" y="0"/>
                  </a:lnTo>
                  <a:lnTo>
                    <a:pt x="61132" y="7868"/>
                  </a:lnTo>
                  <a:lnTo>
                    <a:pt x="29321" y="29321"/>
                  </a:lnTo>
                  <a:lnTo>
                    <a:pt x="7868" y="61132"/>
                  </a:lnTo>
                  <a:lnTo>
                    <a:pt x="0" y="100075"/>
                  </a:lnTo>
                  <a:lnTo>
                    <a:pt x="0" y="500379"/>
                  </a:lnTo>
                  <a:lnTo>
                    <a:pt x="7868" y="539323"/>
                  </a:lnTo>
                  <a:lnTo>
                    <a:pt x="29321" y="571134"/>
                  </a:lnTo>
                  <a:lnTo>
                    <a:pt x="61132" y="592587"/>
                  </a:lnTo>
                  <a:lnTo>
                    <a:pt x="100075" y="600455"/>
                  </a:lnTo>
                  <a:lnTo>
                    <a:pt x="636015" y="600455"/>
                  </a:lnTo>
                  <a:lnTo>
                    <a:pt x="674959" y="592587"/>
                  </a:lnTo>
                  <a:lnTo>
                    <a:pt x="706770" y="571134"/>
                  </a:lnTo>
                  <a:lnTo>
                    <a:pt x="728223" y="539323"/>
                  </a:lnTo>
                  <a:lnTo>
                    <a:pt x="736091" y="500379"/>
                  </a:lnTo>
                  <a:lnTo>
                    <a:pt x="736091" y="100075"/>
                  </a:lnTo>
                  <a:lnTo>
                    <a:pt x="728223" y="61132"/>
                  </a:lnTo>
                  <a:lnTo>
                    <a:pt x="706770" y="29321"/>
                  </a:lnTo>
                  <a:lnTo>
                    <a:pt x="674959" y="7868"/>
                  </a:lnTo>
                  <a:lnTo>
                    <a:pt x="636015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954517" y="2305050"/>
              <a:ext cx="736600" cy="600710"/>
            </a:xfrm>
            <a:custGeom>
              <a:avLst/>
              <a:gdLst/>
              <a:ahLst/>
              <a:cxnLst/>
              <a:rect l="l" t="t" r="r" b="b"/>
              <a:pathLst>
                <a:path w="736600" h="600710">
                  <a:moveTo>
                    <a:pt x="0" y="100075"/>
                  </a:moveTo>
                  <a:lnTo>
                    <a:pt x="7868" y="61132"/>
                  </a:lnTo>
                  <a:lnTo>
                    <a:pt x="29321" y="29321"/>
                  </a:lnTo>
                  <a:lnTo>
                    <a:pt x="61132" y="7868"/>
                  </a:lnTo>
                  <a:lnTo>
                    <a:pt x="100075" y="0"/>
                  </a:lnTo>
                  <a:lnTo>
                    <a:pt x="636015" y="0"/>
                  </a:lnTo>
                  <a:lnTo>
                    <a:pt x="674959" y="7868"/>
                  </a:lnTo>
                  <a:lnTo>
                    <a:pt x="706770" y="29321"/>
                  </a:lnTo>
                  <a:lnTo>
                    <a:pt x="728223" y="61132"/>
                  </a:lnTo>
                  <a:lnTo>
                    <a:pt x="736091" y="100075"/>
                  </a:lnTo>
                  <a:lnTo>
                    <a:pt x="736091" y="500379"/>
                  </a:lnTo>
                  <a:lnTo>
                    <a:pt x="728223" y="539323"/>
                  </a:lnTo>
                  <a:lnTo>
                    <a:pt x="706770" y="571134"/>
                  </a:lnTo>
                  <a:lnTo>
                    <a:pt x="674959" y="592587"/>
                  </a:lnTo>
                  <a:lnTo>
                    <a:pt x="636015" y="600455"/>
                  </a:lnTo>
                  <a:lnTo>
                    <a:pt x="100075" y="600455"/>
                  </a:lnTo>
                  <a:lnTo>
                    <a:pt x="61132" y="592587"/>
                  </a:lnTo>
                  <a:lnTo>
                    <a:pt x="29321" y="571134"/>
                  </a:lnTo>
                  <a:lnTo>
                    <a:pt x="7868" y="539323"/>
                  </a:lnTo>
                  <a:lnTo>
                    <a:pt x="0" y="500379"/>
                  </a:lnTo>
                  <a:lnTo>
                    <a:pt x="0" y="100075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88501" y="3471545"/>
              <a:ext cx="103377" cy="238378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8438387" y="3709416"/>
              <a:ext cx="407034" cy="266700"/>
            </a:xfrm>
            <a:custGeom>
              <a:avLst/>
              <a:gdLst/>
              <a:ahLst/>
              <a:cxnLst/>
              <a:rect l="l" t="t" r="r" b="b"/>
              <a:pathLst>
                <a:path w="407034" h="266700">
                  <a:moveTo>
                    <a:pt x="362457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49"/>
                  </a:lnTo>
                  <a:lnTo>
                    <a:pt x="0" y="222249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699"/>
                  </a:lnTo>
                  <a:lnTo>
                    <a:pt x="362457" y="266699"/>
                  </a:lnTo>
                  <a:lnTo>
                    <a:pt x="379743" y="263201"/>
                  </a:lnTo>
                  <a:lnTo>
                    <a:pt x="393874" y="253666"/>
                  </a:lnTo>
                  <a:lnTo>
                    <a:pt x="403409" y="239535"/>
                  </a:lnTo>
                  <a:lnTo>
                    <a:pt x="406907" y="222249"/>
                  </a:lnTo>
                  <a:lnTo>
                    <a:pt x="406907" y="44449"/>
                  </a:lnTo>
                  <a:lnTo>
                    <a:pt x="403409" y="27164"/>
                  </a:lnTo>
                  <a:lnTo>
                    <a:pt x="393874" y="13033"/>
                  </a:lnTo>
                  <a:lnTo>
                    <a:pt x="379743" y="3498"/>
                  </a:lnTo>
                  <a:lnTo>
                    <a:pt x="362457" y="0"/>
                  </a:lnTo>
                  <a:close/>
                </a:path>
              </a:pathLst>
            </a:custGeom>
            <a:solidFill>
              <a:srgbClr val="CED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8438387" y="3709416"/>
              <a:ext cx="407034" cy="266700"/>
            </a:xfrm>
            <a:custGeom>
              <a:avLst/>
              <a:gdLst/>
              <a:ahLst/>
              <a:cxnLst/>
              <a:rect l="l" t="t" r="r" b="b"/>
              <a:pathLst>
                <a:path w="407034" h="266700">
                  <a:moveTo>
                    <a:pt x="0" y="44449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362457" y="0"/>
                  </a:lnTo>
                  <a:lnTo>
                    <a:pt x="379743" y="3498"/>
                  </a:lnTo>
                  <a:lnTo>
                    <a:pt x="393874" y="13033"/>
                  </a:lnTo>
                  <a:lnTo>
                    <a:pt x="403409" y="27164"/>
                  </a:lnTo>
                  <a:lnTo>
                    <a:pt x="406907" y="44449"/>
                  </a:lnTo>
                  <a:lnTo>
                    <a:pt x="406907" y="222249"/>
                  </a:lnTo>
                  <a:lnTo>
                    <a:pt x="403409" y="239535"/>
                  </a:lnTo>
                  <a:lnTo>
                    <a:pt x="393874" y="253666"/>
                  </a:lnTo>
                  <a:lnTo>
                    <a:pt x="379743" y="263201"/>
                  </a:lnTo>
                  <a:lnTo>
                    <a:pt x="362457" y="266699"/>
                  </a:lnTo>
                  <a:lnTo>
                    <a:pt x="44450" y="266699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49"/>
                  </a:lnTo>
                  <a:lnTo>
                    <a:pt x="0" y="4444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8545448" y="3751834"/>
            <a:ext cx="1943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I/O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8013128" y="2520632"/>
            <a:ext cx="611505" cy="334010"/>
            <a:chOff x="8013128" y="2520632"/>
            <a:chExt cx="611505" cy="334010"/>
          </a:xfrm>
        </p:grpSpPr>
        <p:sp>
          <p:nvSpPr>
            <p:cNvPr id="77" name="object 77" descr=""/>
            <p:cNvSpPr/>
            <p:nvPr/>
          </p:nvSpPr>
          <p:spPr>
            <a:xfrm>
              <a:off x="8026146" y="2533650"/>
              <a:ext cx="585470" cy="307975"/>
            </a:xfrm>
            <a:custGeom>
              <a:avLst/>
              <a:gdLst/>
              <a:ahLst/>
              <a:cxnLst/>
              <a:rect l="l" t="t" r="r" b="b"/>
              <a:pathLst>
                <a:path w="585470" h="307975">
                  <a:moveTo>
                    <a:pt x="533907" y="0"/>
                  </a:moveTo>
                  <a:lnTo>
                    <a:pt x="51307" y="0"/>
                  </a:lnTo>
                  <a:lnTo>
                    <a:pt x="31343" y="4034"/>
                  </a:lnTo>
                  <a:lnTo>
                    <a:pt x="15033" y="15033"/>
                  </a:lnTo>
                  <a:lnTo>
                    <a:pt x="4034" y="31343"/>
                  </a:lnTo>
                  <a:lnTo>
                    <a:pt x="0" y="51308"/>
                  </a:lnTo>
                  <a:lnTo>
                    <a:pt x="0" y="256539"/>
                  </a:lnTo>
                  <a:lnTo>
                    <a:pt x="4034" y="276504"/>
                  </a:lnTo>
                  <a:lnTo>
                    <a:pt x="15033" y="292814"/>
                  </a:lnTo>
                  <a:lnTo>
                    <a:pt x="31343" y="303813"/>
                  </a:lnTo>
                  <a:lnTo>
                    <a:pt x="51307" y="307848"/>
                  </a:lnTo>
                  <a:lnTo>
                    <a:pt x="533907" y="307848"/>
                  </a:lnTo>
                  <a:lnTo>
                    <a:pt x="553872" y="303813"/>
                  </a:lnTo>
                  <a:lnTo>
                    <a:pt x="570182" y="292814"/>
                  </a:lnTo>
                  <a:lnTo>
                    <a:pt x="581181" y="276504"/>
                  </a:lnTo>
                  <a:lnTo>
                    <a:pt x="585215" y="256539"/>
                  </a:lnTo>
                  <a:lnTo>
                    <a:pt x="585215" y="51308"/>
                  </a:lnTo>
                  <a:lnTo>
                    <a:pt x="581181" y="31343"/>
                  </a:lnTo>
                  <a:lnTo>
                    <a:pt x="570182" y="15033"/>
                  </a:lnTo>
                  <a:lnTo>
                    <a:pt x="553872" y="4034"/>
                  </a:lnTo>
                  <a:lnTo>
                    <a:pt x="533907" y="0"/>
                  </a:lnTo>
                  <a:close/>
                </a:path>
              </a:pathLst>
            </a:custGeom>
            <a:solidFill>
              <a:srgbClr val="FBFF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8026146" y="2533650"/>
              <a:ext cx="585470" cy="307975"/>
            </a:xfrm>
            <a:custGeom>
              <a:avLst/>
              <a:gdLst/>
              <a:ahLst/>
              <a:cxnLst/>
              <a:rect l="l" t="t" r="r" b="b"/>
              <a:pathLst>
                <a:path w="585470" h="307975">
                  <a:moveTo>
                    <a:pt x="0" y="51308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7" y="0"/>
                  </a:lnTo>
                  <a:lnTo>
                    <a:pt x="533907" y="0"/>
                  </a:lnTo>
                  <a:lnTo>
                    <a:pt x="553872" y="4034"/>
                  </a:lnTo>
                  <a:lnTo>
                    <a:pt x="570182" y="15033"/>
                  </a:lnTo>
                  <a:lnTo>
                    <a:pt x="581181" y="31343"/>
                  </a:lnTo>
                  <a:lnTo>
                    <a:pt x="585215" y="51308"/>
                  </a:lnTo>
                  <a:lnTo>
                    <a:pt x="585215" y="256539"/>
                  </a:lnTo>
                  <a:lnTo>
                    <a:pt x="581181" y="276504"/>
                  </a:lnTo>
                  <a:lnTo>
                    <a:pt x="570182" y="292814"/>
                  </a:lnTo>
                  <a:lnTo>
                    <a:pt x="553872" y="303813"/>
                  </a:lnTo>
                  <a:lnTo>
                    <a:pt x="533907" y="307848"/>
                  </a:lnTo>
                  <a:lnTo>
                    <a:pt x="51307" y="307848"/>
                  </a:lnTo>
                  <a:lnTo>
                    <a:pt x="31343" y="303813"/>
                  </a:lnTo>
                  <a:lnTo>
                    <a:pt x="15033" y="292814"/>
                  </a:lnTo>
                  <a:lnTo>
                    <a:pt x="4034" y="276504"/>
                  </a:lnTo>
                  <a:lnTo>
                    <a:pt x="0" y="256539"/>
                  </a:lnTo>
                  <a:lnTo>
                    <a:pt x="0" y="51308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8159242" y="2364485"/>
            <a:ext cx="319405" cy="436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889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OS</a:t>
            </a:r>
            <a:endParaRPr sz="800">
              <a:latin typeface="Arial"/>
              <a:cs typeface="Arial"/>
            </a:endParaRPr>
          </a:p>
          <a:p>
            <a:pPr algn="ctr" marL="12700" marR="5080">
              <a:lnSpc>
                <a:spcPct val="103099"/>
              </a:lnSpc>
              <a:spcBef>
                <a:spcPts val="630"/>
              </a:spcBef>
            </a:pPr>
            <a:r>
              <a:rPr dirty="0" sz="650" spc="-10">
                <a:latin typeface="Arial"/>
                <a:cs typeface="Arial"/>
              </a:rPr>
              <a:t>Custom</a:t>
            </a:r>
            <a:r>
              <a:rPr dirty="0" sz="650" spc="500">
                <a:latin typeface="Arial"/>
                <a:cs typeface="Arial"/>
              </a:rPr>
              <a:t> </a:t>
            </a:r>
            <a:r>
              <a:rPr dirty="0" sz="650" spc="-10">
                <a:latin typeface="Arial"/>
                <a:cs typeface="Arial"/>
              </a:rPr>
              <a:t>Driver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80" name="object 80" descr=""/>
          <p:cNvGrpSpPr/>
          <p:nvPr/>
        </p:nvGrpSpPr>
        <p:grpSpPr>
          <a:xfrm>
            <a:off x="8346884" y="2292032"/>
            <a:ext cx="1160145" cy="1193800"/>
            <a:chOff x="8346884" y="2292032"/>
            <a:chExt cx="1160145" cy="1193800"/>
          </a:xfrm>
        </p:grpSpPr>
        <p:sp>
          <p:nvSpPr>
            <p:cNvPr id="81" name="object 81" descr=""/>
            <p:cNvSpPr/>
            <p:nvPr/>
          </p:nvSpPr>
          <p:spPr>
            <a:xfrm>
              <a:off x="8757665" y="2305050"/>
              <a:ext cx="736600" cy="600710"/>
            </a:xfrm>
            <a:custGeom>
              <a:avLst/>
              <a:gdLst/>
              <a:ahLst/>
              <a:cxnLst/>
              <a:rect l="l" t="t" r="r" b="b"/>
              <a:pathLst>
                <a:path w="736600" h="600710">
                  <a:moveTo>
                    <a:pt x="636015" y="0"/>
                  </a:moveTo>
                  <a:lnTo>
                    <a:pt x="100075" y="0"/>
                  </a:lnTo>
                  <a:lnTo>
                    <a:pt x="61132" y="7868"/>
                  </a:lnTo>
                  <a:lnTo>
                    <a:pt x="29321" y="29321"/>
                  </a:lnTo>
                  <a:lnTo>
                    <a:pt x="7868" y="61132"/>
                  </a:lnTo>
                  <a:lnTo>
                    <a:pt x="0" y="100075"/>
                  </a:lnTo>
                  <a:lnTo>
                    <a:pt x="0" y="500379"/>
                  </a:lnTo>
                  <a:lnTo>
                    <a:pt x="7868" y="539323"/>
                  </a:lnTo>
                  <a:lnTo>
                    <a:pt x="29321" y="571134"/>
                  </a:lnTo>
                  <a:lnTo>
                    <a:pt x="61132" y="592587"/>
                  </a:lnTo>
                  <a:lnTo>
                    <a:pt x="100075" y="600455"/>
                  </a:lnTo>
                  <a:lnTo>
                    <a:pt x="636015" y="600455"/>
                  </a:lnTo>
                  <a:lnTo>
                    <a:pt x="674959" y="592587"/>
                  </a:lnTo>
                  <a:lnTo>
                    <a:pt x="706770" y="571134"/>
                  </a:lnTo>
                  <a:lnTo>
                    <a:pt x="728223" y="539323"/>
                  </a:lnTo>
                  <a:lnTo>
                    <a:pt x="736091" y="500379"/>
                  </a:lnTo>
                  <a:lnTo>
                    <a:pt x="736091" y="100075"/>
                  </a:lnTo>
                  <a:lnTo>
                    <a:pt x="728223" y="61132"/>
                  </a:lnTo>
                  <a:lnTo>
                    <a:pt x="706770" y="29321"/>
                  </a:lnTo>
                  <a:lnTo>
                    <a:pt x="674959" y="7868"/>
                  </a:lnTo>
                  <a:lnTo>
                    <a:pt x="636015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8757665" y="2305050"/>
              <a:ext cx="736600" cy="600710"/>
            </a:xfrm>
            <a:custGeom>
              <a:avLst/>
              <a:gdLst/>
              <a:ahLst/>
              <a:cxnLst/>
              <a:rect l="l" t="t" r="r" b="b"/>
              <a:pathLst>
                <a:path w="736600" h="600710">
                  <a:moveTo>
                    <a:pt x="0" y="100075"/>
                  </a:moveTo>
                  <a:lnTo>
                    <a:pt x="7868" y="61132"/>
                  </a:lnTo>
                  <a:lnTo>
                    <a:pt x="29321" y="29321"/>
                  </a:lnTo>
                  <a:lnTo>
                    <a:pt x="61132" y="7868"/>
                  </a:lnTo>
                  <a:lnTo>
                    <a:pt x="100075" y="0"/>
                  </a:lnTo>
                  <a:lnTo>
                    <a:pt x="636015" y="0"/>
                  </a:lnTo>
                  <a:lnTo>
                    <a:pt x="674959" y="7868"/>
                  </a:lnTo>
                  <a:lnTo>
                    <a:pt x="706770" y="29321"/>
                  </a:lnTo>
                  <a:lnTo>
                    <a:pt x="728223" y="61132"/>
                  </a:lnTo>
                  <a:lnTo>
                    <a:pt x="736091" y="100075"/>
                  </a:lnTo>
                  <a:lnTo>
                    <a:pt x="736091" y="500379"/>
                  </a:lnTo>
                  <a:lnTo>
                    <a:pt x="728223" y="539323"/>
                  </a:lnTo>
                  <a:lnTo>
                    <a:pt x="706770" y="571134"/>
                  </a:lnTo>
                  <a:lnTo>
                    <a:pt x="674959" y="592587"/>
                  </a:lnTo>
                  <a:lnTo>
                    <a:pt x="636015" y="600455"/>
                  </a:lnTo>
                  <a:lnTo>
                    <a:pt x="100075" y="600455"/>
                  </a:lnTo>
                  <a:lnTo>
                    <a:pt x="61132" y="592587"/>
                  </a:lnTo>
                  <a:lnTo>
                    <a:pt x="29321" y="571134"/>
                  </a:lnTo>
                  <a:lnTo>
                    <a:pt x="7868" y="539323"/>
                  </a:lnTo>
                  <a:lnTo>
                    <a:pt x="0" y="500379"/>
                  </a:lnTo>
                  <a:lnTo>
                    <a:pt x="0" y="100075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8359901" y="3323082"/>
              <a:ext cx="559435" cy="149860"/>
            </a:xfrm>
            <a:custGeom>
              <a:avLst/>
              <a:gdLst/>
              <a:ahLst/>
              <a:cxnLst/>
              <a:rect l="l" t="t" r="r" b="b"/>
              <a:pathLst>
                <a:path w="559434" h="149860">
                  <a:moveTo>
                    <a:pt x="534416" y="0"/>
                  </a:moveTo>
                  <a:lnTo>
                    <a:pt x="24892" y="0"/>
                  </a:lnTo>
                  <a:lnTo>
                    <a:pt x="15216" y="1960"/>
                  </a:lnTo>
                  <a:lnTo>
                    <a:pt x="7302" y="7302"/>
                  </a:lnTo>
                  <a:lnTo>
                    <a:pt x="1960" y="15216"/>
                  </a:lnTo>
                  <a:lnTo>
                    <a:pt x="0" y="24891"/>
                  </a:lnTo>
                  <a:lnTo>
                    <a:pt x="0" y="124459"/>
                  </a:lnTo>
                  <a:lnTo>
                    <a:pt x="1960" y="134135"/>
                  </a:lnTo>
                  <a:lnTo>
                    <a:pt x="7302" y="142049"/>
                  </a:lnTo>
                  <a:lnTo>
                    <a:pt x="15216" y="147391"/>
                  </a:lnTo>
                  <a:lnTo>
                    <a:pt x="24892" y="149351"/>
                  </a:lnTo>
                  <a:lnTo>
                    <a:pt x="534416" y="149351"/>
                  </a:lnTo>
                  <a:lnTo>
                    <a:pt x="544091" y="147391"/>
                  </a:lnTo>
                  <a:lnTo>
                    <a:pt x="552005" y="142049"/>
                  </a:lnTo>
                  <a:lnTo>
                    <a:pt x="557347" y="134135"/>
                  </a:lnTo>
                  <a:lnTo>
                    <a:pt x="559307" y="124459"/>
                  </a:lnTo>
                  <a:lnTo>
                    <a:pt x="559307" y="24891"/>
                  </a:lnTo>
                  <a:lnTo>
                    <a:pt x="557347" y="15216"/>
                  </a:lnTo>
                  <a:lnTo>
                    <a:pt x="552005" y="7302"/>
                  </a:lnTo>
                  <a:lnTo>
                    <a:pt x="544091" y="1960"/>
                  </a:lnTo>
                  <a:lnTo>
                    <a:pt x="534416" y="0"/>
                  </a:lnTo>
                  <a:close/>
                </a:path>
              </a:pathLst>
            </a:custGeom>
            <a:solidFill>
              <a:srgbClr val="F7FF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8359901" y="3323082"/>
              <a:ext cx="559435" cy="149860"/>
            </a:xfrm>
            <a:custGeom>
              <a:avLst/>
              <a:gdLst/>
              <a:ahLst/>
              <a:cxnLst/>
              <a:rect l="l" t="t" r="r" b="b"/>
              <a:pathLst>
                <a:path w="559434" h="149860">
                  <a:moveTo>
                    <a:pt x="0" y="24891"/>
                  </a:moveTo>
                  <a:lnTo>
                    <a:pt x="1960" y="15216"/>
                  </a:lnTo>
                  <a:lnTo>
                    <a:pt x="7302" y="7302"/>
                  </a:lnTo>
                  <a:lnTo>
                    <a:pt x="15216" y="1960"/>
                  </a:lnTo>
                  <a:lnTo>
                    <a:pt x="24892" y="0"/>
                  </a:lnTo>
                  <a:lnTo>
                    <a:pt x="534416" y="0"/>
                  </a:lnTo>
                  <a:lnTo>
                    <a:pt x="544091" y="1960"/>
                  </a:lnTo>
                  <a:lnTo>
                    <a:pt x="552005" y="7302"/>
                  </a:lnTo>
                  <a:lnTo>
                    <a:pt x="557347" y="15216"/>
                  </a:lnTo>
                  <a:lnTo>
                    <a:pt x="559307" y="24891"/>
                  </a:lnTo>
                  <a:lnTo>
                    <a:pt x="559307" y="124459"/>
                  </a:lnTo>
                  <a:lnTo>
                    <a:pt x="557347" y="134135"/>
                  </a:lnTo>
                  <a:lnTo>
                    <a:pt x="552005" y="142049"/>
                  </a:lnTo>
                  <a:lnTo>
                    <a:pt x="544091" y="147391"/>
                  </a:lnTo>
                  <a:lnTo>
                    <a:pt x="534416" y="149351"/>
                  </a:lnTo>
                  <a:lnTo>
                    <a:pt x="24892" y="149351"/>
                  </a:lnTo>
                  <a:lnTo>
                    <a:pt x="15216" y="147391"/>
                  </a:lnTo>
                  <a:lnTo>
                    <a:pt x="7302" y="142049"/>
                  </a:lnTo>
                  <a:lnTo>
                    <a:pt x="1960" y="134135"/>
                  </a:lnTo>
                  <a:lnTo>
                    <a:pt x="0" y="124459"/>
                  </a:lnTo>
                  <a:lnTo>
                    <a:pt x="0" y="24891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 txBox="1"/>
          <p:nvPr/>
        </p:nvSpPr>
        <p:spPr>
          <a:xfrm>
            <a:off x="8380464" y="3319017"/>
            <a:ext cx="51879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1811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Driver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8312657" y="2529839"/>
            <a:ext cx="1127125" cy="792480"/>
            <a:chOff x="8312657" y="2529839"/>
            <a:chExt cx="1127125" cy="792480"/>
          </a:xfrm>
        </p:grpSpPr>
        <p:sp>
          <p:nvSpPr>
            <p:cNvPr id="87" name="object 87" descr=""/>
            <p:cNvSpPr/>
            <p:nvPr/>
          </p:nvSpPr>
          <p:spPr>
            <a:xfrm>
              <a:off x="8312658" y="2837179"/>
              <a:ext cx="824865" cy="485140"/>
            </a:xfrm>
            <a:custGeom>
              <a:avLst/>
              <a:gdLst/>
              <a:ahLst/>
              <a:cxnLst/>
              <a:rect l="l" t="t" r="r" b="b"/>
              <a:pathLst>
                <a:path w="824865" h="485139">
                  <a:moveTo>
                    <a:pt x="325120" y="485013"/>
                  </a:moveTo>
                  <a:lnTo>
                    <a:pt x="324713" y="478028"/>
                  </a:lnTo>
                  <a:lnTo>
                    <a:pt x="319443" y="386842"/>
                  </a:lnTo>
                  <a:lnTo>
                    <a:pt x="319201" y="383413"/>
                  </a:lnTo>
                  <a:lnTo>
                    <a:pt x="319151" y="382651"/>
                  </a:lnTo>
                  <a:lnTo>
                    <a:pt x="316242" y="380111"/>
                  </a:lnTo>
                  <a:lnTo>
                    <a:pt x="312674" y="380111"/>
                  </a:lnTo>
                  <a:lnTo>
                    <a:pt x="309118" y="380365"/>
                  </a:lnTo>
                  <a:lnTo>
                    <a:pt x="306451" y="383413"/>
                  </a:lnTo>
                  <a:lnTo>
                    <a:pt x="306641" y="386080"/>
                  </a:lnTo>
                  <a:lnTo>
                    <a:pt x="310413" y="451408"/>
                  </a:lnTo>
                  <a:lnTo>
                    <a:pt x="10668" y="0"/>
                  </a:lnTo>
                  <a:lnTo>
                    <a:pt x="0" y="7112"/>
                  </a:lnTo>
                  <a:lnTo>
                    <a:pt x="299847" y="458533"/>
                  </a:lnTo>
                  <a:lnTo>
                    <a:pt x="241808" y="430022"/>
                  </a:lnTo>
                  <a:lnTo>
                    <a:pt x="238633" y="428371"/>
                  </a:lnTo>
                  <a:lnTo>
                    <a:pt x="234823" y="429768"/>
                  </a:lnTo>
                  <a:lnTo>
                    <a:pt x="233299" y="432816"/>
                  </a:lnTo>
                  <a:lnTo>
                    <a:pt x="231775" y="435991"/>
                  </a:lnTo>
                  <a:lnTo>
                    <a:pt x="233045" y="439801"/>
                  </a:lnTo>
                  <a:lnTo>
                    <a:pt x="236220" y="441325"/>
                  </a:lnTo>
                  <a:lnTo>
                    <a:pt x="325120" y="485013"/>
                  </a:lnTo>
                  <a:close/>
                </a:path>
                <a:path w="824865" h="485139">
                  <a:moveTo>
                    <a:pt x="824484" y="17272"/>
                  </a:moveTo>
                  <a:lnTo>
                    <a:pt x="815721" y="8128"/>
                  </a:lnTo>
                  <a:lnTo>
                    <a:pt x="347103" y="455180"/>
                  </a:lnTo>
                  <a:lnTo>
                    <a:pt x="364998" y="392938"/>
                  </a:lnTo>
                  <a:lnTo>
                    <a:pt x="366014" y="389636"/>
                  </a:lnTo>
                  <a:lnTo>
                    <a:pt x="364109" y="386080"/>
                  </a:lnTo>
                  <a:lnTo>
                    <a:pt x="360680" y="385064"/>
                  </a:lnTo>
                  <a:lnTo>
                    <a:pt x="357251" y="384175"/>
                  </a:lnTo>
                  <a:lnTo>
                    <a:pt x="353822" y="386080"/>
                  </a:lnTo>
                  <a:lnTo>
                    <a:pt x="352767" y="389636"/>
                  </a:lnTo>
                  <a:lnTo>
                    <a:pt x="325374" y="484632"/>
                  </a:lnTo>
                  <a:lnTo>
                    <a:pt x="342506" y="480568"/>
                  </a:lnTo>
                  <a:lnTo>
                    <a:pt x="421767" y="461772"/>
                  </a:lnTo>
                  <a:lnTo>
                    <a:pt x="425196" y="460883"/>
                  </a:lnTo>
                  <a:lnTo>
                    <a:pt x="427228" y="457454"/>
                  </a:lnTo>
                  <a:lnTo>
                    <a:pt x="425704" y="450596"/>
                  </a:lnTo>
                  <a:lnTo>
                    <a:pt x="422275" y="448564"/>
                  </a:lnTo>
                  <a:lnTo>
                    <a:pt x="418846" y="449326"/>
                  </a:lnTo>
                  <a:lnTo>
                    <a:pt x="355854" y="464337"/>
                  </a:lnTo>
                  <a:lnTo>
                    <a:pt x="824484" y="17272"/>
                  </a:lnTo>
                  <a:close/>
                </a:path>
              </a:pathLst>
            </a:custGeom>
            <a:solidFill>
              <a:srgbClr val="5392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841485" y="2542793"/>
              <a:ext cx="585470" cy="307975"/>
            </a:xfrm>
            <a:custGeom>
              <a:avLst/>
              <a:gdLst/>
              <a:ahLst/>
              <a:cxnLst/>
              <a:rect l="l" t="t" r="r" b="b"/>
              <a:pathLst>
                <a:path w="585470" h="307975">
                  <a:moveTo>
                    <a:pt x="533908" y="0"/>
                  </a:moveTo>
                  <a:lnTo>
                    <a:pt x="51308" y="0"/>
                  </a:lnTo>
                  <a:lnTo>
                    <a:pt x="31343" y="4034"/>
                  </a:lnTo>
                  <a:lnTo>
                    <a:pt x="15033" y="15033"/>
                  </a:lnTo>
                  <a:lnTo>
                    <a:pt x="4034" y="31343"/>
                  </a:lnTo>
                  <a:lnTo>
                    <a:pt x="0" y="51307"/>
                  </a:lnTo>
                  <a:lnTo>
                    <a:pt x="0" y="256539"/>
                  </a:lnTo>
                  <a:lnTo>
                    <a:pt x="4034" y="276504"/>
                  </a:lnTo>
                  <a:lnTo>
                    <a:pt x="15033" y="292814"/>
                  </a:lnTo>
                  <a:lnTo>
                    <a:pt x="31343" y="303813"/>
                  </a:lnTo>
                  <a:lnTo>
                    <a:pt x="51308" y="307847"/>
                  </a:lnTo>
                  <a:lnTo>
                    <a:pt x="533908" y="307847"/>
                  </a:lnTo>
                  <a:lnTo>
                    <a:pt x="553872" y="303813"/>
                  </a:lnTo>
                  <a:lnTo>
                    <a:pt x="570182" y="292814"/>
                  </a:lnTo>
                  <a:lnTo>
                    <a:pt x="581181" y="276504"/>
                  </a:lnTo>
                  <a:lnTo>
                    <a:pt x="585216" y="256539"/>
                  </a:lnTo>
                  <a:lnTo>
                    <a:pt x="585216" y="51307"/>
                  </a:lnTo>
                  <a:lnTo>
                    <a:pt x="581181" y="31343"/>
                  </a:lnTo>
                  <a:lnTo>
                    <a:pt x="570182" y="15033"/>
                  </a:lnTo>
                  <a:lnTo>
                    <a:pt x="553872" y="4034"/>
                  </a:lnTo>
                  <a:lnTo>
                    <a:pt x="533908" y="0"/>
                  </a:lnTo>
                  <a:close/>
                </a:path>
              </a:pathLst>
            </a:custGeom>
            <a:solidFill>
              <a:srgbClr val="FBFF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8841485" y="2542793"/>
              <a:ext cx="585470" cy="307975"/>
            </a:xfrm>
            <a:custGeom>
              <a:avLst/>
              <a:gdLst/>
              <a:ahLst/>
              <a:cxnLst/>
              <a:rect l="l" t="t" r="r" b="b"/>
              <a:pathLst>
                <a:path w="585470" h="307975">
                  <a:moveTo>
                    <a:pt x="0" y="51307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8" y="0"/>
                  </a:lnTo>
                  <a:lnTo>
                    <a:pt x="533908" y="0"/>
                  </a:lnTo>
                  <a:lnTo>
                    <a:pt x="553872" y="4034"/>
                  </a:lnTo>
                  <a:lnTo>
                    <a:pt x="570182" y="15033"/>
                  </a:lnTo>
                  <a:lnTo>
                    <a:pt x="581181" y="31343"/>
                  </a:lnTo>
                  <a:lnTo>
                    <a:pt x="585216" y="51307"/>
                  </a:lnTo>
                  <a:lnTo>
                    <a:pt x="585216" y="256539"/>
                  </a:lnTo>
                  <a:lnTo>
                    <a:pt x="581181" y="276504"/>
                  </a:lnTo>
                  <a:lnTo>
                    <a:pt x="570182" y="292814"/>
                  </a:lnTo>
                  <a:lnTo>
                    <a:pt x="553872" y="303813"/>
                  </a:lnTo>
                  <a:lnTo>
                    <a:pt x="533908" y="307847"/>
                  </a:lnTo>
                  <a:lnTo>
                    <a:pt x="51308" y="307847"/>
                  </a:lnTo>
                  <a:lnTo>
                    <a:pt x="31343" y="303813"/>
                  </a:lnTo>
                  <a:lnTo>
                    <a:pt x="15033" y="292814"/>
                  </a:lnTo>
                  <a:lnTo>
                    <a:pt x="4034" y="276504"/>
                  </a:lnTo>
                  <a:lnTo>
                    <a:pt x="0" y="256539"/>
                  </a:lnTo>
                  <a:lnTo>
                    <a:pt x="0" y="51307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 txBox="1"/>
          <p:nvPr/>
        </p:nvSpPr>
        <p:spPr>
          <a:xfrm>
            <a:off x="8973693" y="2364485"/>
            <a:ext cx="319405" cy="44513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OS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dirty="0" sz="650" spc="-10">
                <a:latin typeface="Arial"/>
                <a:cs typeface="Arial"/>
              </a:rPr>
              <a:t>Custom</a:t>
            </a:r>
            <a:endParaRPr sz="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650" spc="-10">
                <a:latin typeface="Arial"/>
                <a:cs typeface="Arial"/>
              </a:rPr>
              <a:t>Driver</a:t>
            </a:r>
            <a:endParaRPr sz="650">
              <a:latin typeface="Arial"/>
              <a:cs typeface="Arial"/>
            </a:endParaRPr>
          </a:p>
        </p:txBody>
      </p:sp>
      <p:sp>
        <p:nvSpPr>
          <p:cNvPr id="91" name="object 91" descr=""/>
          <p:cNvSpPr/>
          <p:nvPr/>
        </p:nvSpPr>
        <p:spPr>
          <a:xfrm>
            <a:off x="3825240" y="1400555"/>
            <a:ext cx="1849120" cy="2893060"/>
          </a:xfrm>
          <a:custGeom>
            <a:avLst/>
            <a:gdLst/>
            <a:ahLst/>
            <a:cxnLst/>
            <a:rect l="l" t="t" r="r" b="b"/>
            <a:pathLst>
              <a:path w="1849120" h="2893060">
                <a:moveTo>
                  <a:pt x="1848612" y="0"/>
                </a:moveTo>
                <a:lnTo>
                  <a:pt x="0" y="0"/>
                </a:lnTo>
                <a:lnTo>
                  <a:pt x="0" y="2892552"/>
                </a:lnTo>
                <a:lnTo>
                  <a:pt x="1848612" y="2892552"/>
                </a:lnTo>
                <a:lnTo>
                  <a:pt x="1848612" y="0"/>
                </a:lnTo>
                <a:close/>
              </a:path>
            </a:pathLst>
          </a:custGeom>
          <a:solidFill>
            <a:srgbClr val="FBFF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 txBox="1"/>
          <p:nvPr/>
        </p:nvSpPr>
        <p:spPr>
          <a:xfrm>
            <a:off x="3903726" y="1427480"/>
            <a:ext cx="1622425" cy="576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7B5B00"/>
                </a:solidFill>
                <a:latin typeface="Arial"/>
                <a:cs typeface="Arial"/>
              </a:rPr>
              <a:t>Hardware</a:t>
            </a:r>
            <a:r>
              <a:rPr dirty="0" sz="1400" spc="-15" b="1">
                <a:solidFill>
                  <a:srgbClr val="7B5B00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7B5B00"/>
                </a:solidFill>
                <a:latin typeface="Arial"/>
                <a:cs typeface="Arial"/>
              </a:rPr>
              <a:t>support</a:t>
            </a:r>
            <a:endParaRPr sz="1400">
              <a:latin typeface="Arial"/>
              <a:cs typeface="Arial"/>
            </a:endParaRPr>
          </a:p>
          <a:p>
            <a:pPr marL="126364" indent="-113664">
              <a:lnSpc>
                <a:spcPct val="100000"/>
              </a:lnSpc>
              <a:spcBef>
                <a:spcPts val="10"/>
              </a:spcBef>
              <a:buChar char="•"/>
              <a:tabLst>
                <a:tab pos="126364" algn="l"/>
              </a:tabLst>
            </a:pPr>
            <a:r>
              <a:rPr dirty="0" sz="1100">
                <a:latin typeface="Arial"/>
                <a:cs typeface="Arial"/>
              </a:rPr>
              <a:t>Hardware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partitioned</a:t>
            </a:r>
            <a:endParaRPr sz="1100">
              <a:latin typeface="Arial"/>
              <a:cs typeface="Arial"/>
            </a:endParaRPr>
          </a:p>
          <a:p>
            <a:pPr marL="126364" indent="-113664">
              <a:lnSpc>
                <a:spcPct val="100000"/>
              </a:lnSpc>
              <a:buChar char="•"/>
              <a:tabLst>
                <a:tab pos="126364" algn="l"/>
              </a:tabLst>
            </a:pP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hardware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block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3918203" y="3297935"/>
            <a:ext cx="1757680" cy="883919"/>
            <a:chOff x="3918203" y="3297935"/>
            <a:chExt cx="1757680" cy="883919"/>
          </a:xfrm>
        </p:grpSpPr>
        <p:pic>
          <p:nvPicPr>
            <p:cNvPr id="94" name="object 9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27347" y="3543299"/>
              <a:ext cx="1748027" cy="638556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18203" y="3297935"/>
              <a:ext cx="1748027" cy="327659"/>
            </a:xfrm>
            <a:prstGeom prst="rect">
              <a:avLst/>
            </a:prstGeom>
          </p:spPr>
        </p:pic>
      </p:grpSp>
      <p:sp>
        <p:nvSpPr>
          <p:cNvPr id="96" name="object 96" descr=""/>
          <p:cNvSpPr txBox="1"/>
          <p:nvPr/>
        </p:nvSpPr>
        <p:spPr>
          <a:xfrm>
            <a:off x="4483989" y="3338321"/>
            <a:ext cx="6165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Hypervisor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3950144" y="2392616"/>
            <a:ext cx="1579245" cy="1651000"/>
            <a:chOff x="3950144" y="2392616"/>
            <a:chExt cx="1579245" cy="1651000"/>
          </a:xfrm>
        </p:grpSpPr>
        <p:sp>
          <p:nvSpPr>
            <p:cNvPr id="98" name="object 98" descr=""/>
            <p:cNvSpPr/>
            <p:nvPr/>
          </p:nvSpPr>
          <p:spPr>
            <a:xfrm>
              <a:off x="4780026" y="2405634"/>
              <a:ext cx="736600" cy="492759"/>
            </a:xfrm>
            <a:custGeom>
              <a:avLst/>
              <a:gdLst/>
              <a:ahLst/>
              <a:cxnLst/>
              <a:rect l="l" t="t" r="r" b="b"/>
              <a:pathLst>
                <a:path w="736600" h="492760">
                  <a:moveTo>
                    <a:pt x="654050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1"/>
                  </a:lnTo>
                  <a:lnTo>
                    <a:pt x="0" y="410210"/>
                  </a:lnTo>
                  <a:lnTo>
                    <a:pt x="6443" y="442156"/>
                  </a:lnTo>
                  <a:lnTo>
                    <a:pt x="24018" y="468233"/>
                  </a:lnTo>
                  <a:lnTo>
                    <a:pt x="50095" y="485808"/>
                  </a:lnTo>
                  <a:lnTo>
                    <a:pt x="82041" y="492251"/>
                  </a:lnTo>
                  <a:lnTo>
                    <a:pt x="654050" y="492251"/>
                  </a:lnTo>
                  <a:lnTo>
                    <a:pt x="685996" y="485808"/>
                  </a:lnTo>
                  <a:lnTo>
                    <a:pt x="712073" y="468233"/>
                  </a:lnTo>
                  <a:lnTo>
                    <a:pt x="729648" y="442156"/>
                  </a:lnTo>
                  <a:lnTo>
                    <a:pt x="736091" y="410210"/>
                  </a:lnTo>
                  <a:lnTo>
                    <a:pt x="736091" y="82041"/>
                  </a:lnTo>
                  <a:lnTo>
                    <a:pt x="729648" y="50095"/>
                  </a:lnTo>
                  <a:lnTo>
                    <a:pt x="712073" y="24018"/>
                  </a:lnTo>
                  <a:lnTo>
                    <a:pt x="685996" y="6443"/>
                  </a:lnTo>
                  <a:lnTo>
                    <a:pt x="654050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4780026" y="2405634"/>
              <a:ext cx="736600" cy="492759"/>
            </a:xfrm>
            <a:custGeom>
              <a:avLst/>
              <a:gdLst/>
              <a:ahLst/>
              <a:cxnLst/>
              <a:rect l="l" t="t" r="r" b="b"/>
              <a:pathLst>
                <a:path w="736600" h="492760">
                  <a:moveTo>
                    <a:pt x="0" y="82041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654050" y="0"/>
                  </a:lnTo>
                  <a:lnTo>
                    <a:pt x="685996" y="6443"/>
                  </a:lnTo>
                  <a:lnTo>
                    <a:pt x="712073" y="24018"/>
                  </a:lnTo>
                  <a:lnTo>
                    <a:pt x="729648" y="50095"/>
                  </a:lnTo>
                  <a:lnTo>
                    <a:pt x="736091" y="82041"/>
                  </a:lnTo>
                  <a:lnTo>
                    <a:pt x="736091" y="410210"/>
                  </a:lnTo>
                  <a:lnTo>
                    <a:pt x="729648" y="442156"/>
                  </a:lnTo>
                  <a:lnTo>
                    <a:pt x="712073" y="468233"/>
                  </a:lnTo>
                  <a:lnTo>
                    <a:pt x="685996" y="485808"/>
                  </a:lnTo>
                  <a:lnTo>
                    <a:pt x="654050" y="492251"/>
                  </a:lnTo>
                  <a:lnTo>
                    <a:pt x="82041" y="492251"/>
                  </a:lnTo>
                  <a:lnTo>
                    <a:pt x="50095" y="485808"/>
                  </a:lnTo>
                  <a:lnTo>
                    <a:pt x="24018" y="468233"/>
                  </a:lnTo>
                  <a:lnTo>
                    <a:pt x="6443" y="442156"/>
                  </a:lnTo>
                  <a:lnTo>
                    <a:pt x="0" y="410210"/>
                  </a:lnTo>
                  <a:lnTo>
                    <a:pt x="0" y="82041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3963162" y="2405634"/>
              <a:ext cx="736600" cy="500380"/>
            </a:xfrm>
            <a:custGeom>
              <a:avLst/>
              <a:gdLst/>
              <a:ahLst/>
              <a:cxnLst/>
              <a:rect l="l" t="t" r="r" b="b"/>
              <a:pathLst>
                <a:path w="736600" h="500380">
                  <a:moveTo>
                    <a:pt x="652779" y="0"/>
                  </a:moveTo>
                  <a:lnTo>
                    <a:pt x="83312" y="0"/>
                  </a:lnTo>
                  <a:lnTo>
                    <a:pt x="50899" y="6552"/>
                  </a:lnTo>
                  <a:lnTo>
                    <a:pt x="24415" y="24415"/>
                  </a:lnTo>
                  <a:lnTo>
                    <a:pt x="6552" y="50899"/>
                  </a:lnTo>
                  <a:lnTo>
                    <a:pt x="0" y="83312"/>
                  </a:lnTo>
                  <a:lnTo>
                    <a:pt x="0" y="416560"/>
                  </a:lnTo>
                  <a:lnTo>
                    <a:pt x="6552" y="448972"/>
                  </a:lnTo>
                  <a:lnTo>
                    <a:pt x="24415" y="475456"/>
                  </a:lnTo>
                  <a:lnTo>
                    <a:pt x="50899" y="493319"/>
                  </a:lnTo>
                  <a:lnTo>
                    <a:pt x="83312" y="499871"/>
                  </a:lnTo>
                  <a:lnTo>
                    <a:pt x="652779" y="499871"/>
                  </a:lnTo>
                  <a:lnTo>
                    <a:pt x="685192" y="493319"/>
                  </a:lnTo>
                  <a:lnTo>
                    <a:pt x="711676" y="475456"/>
                  </a:lnTo>
                  <a:lnTo>
                    <a:pt x="729539" y="448972"/>
                  </a:lnTo>
                  <a:lnTo>
                    <a:pt x="736091" y="416560"/>
                  </a:lnTo>
                  <a:lnTo>
                    <a:pt x="736091" y="83312"/>
                  </a:lnTo>
                  <a:lnTo>
                    <a:pt x="729539" y="50899"/>
                  </a:lnTo>
                  <a:lnTo>
                    <a:pt x="711676" y="24415"/>
                  </a:lnTo>
                  <a:lnTo>
                    <a:pt x="685192" y="6552"/>
                  </a:lnTo>
                  <a:lnTo>
                    <a:pt x="652779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3963162" y="2405634"/>
              <a:ext cx="736600" cy="500380"/>
            </a:xfrm>
            <a:custGeom>
              <a:avLst/>
              <a:gdLst/>
              <a:ahLst/>
              <a:cxnLst/>
              <a:rect l="l" t="t" r="r" b="b"/>
              <a:pathLst>
                <a:path w="736600" h="500380">
                  <a:moveTo>
                    <a:pt x="0" y="83312"/>
                  </a:moveTo>
                  <a:lnTo>
                    <a:pt x="6552" y="50899"/>
                  </a:lnTo>
                  <a:lnTo>
                    <a:pt x="24415" y="24415"/>
                  </a:lnTo>
                  <a:lnTo>
                    <a:pt x="50899" y="6552"/>
                  </a:lnTo>
                  <a:lnTo>
                    <a:pt x="83312" y="0"/>
                  </a:lnTo>
                  <a:lnTo>
                    <a:pt x="652779" y="0"/>
                  </a:lnTo>
                  <a:lnTo>
                    <a:pt x="685192" y="6552"/>
                  </a:lnTo>
                  <a:lnTo>
                    <a:pt x="711676" y="24415"/>
                  </a:lnTo>
                  <a:lnTo>
                    <a:pt x="729539" y="50899"/>
                  </a:lnTo>
                  <a:lnTo>
                    <a:pt x="736091" y="83312"/>
                  </a:lnTo>
                  <a:lnTo>
                    <a:pt x="736091" y="416560"/>
                  </a:lnTo>
                  <a:lnTo>
                    <a:pt x="729539" y="448972"/>
                  </a:lnTo>
                  <a:lnTo>
                    <a:pt x="711676" y="475456"/>
                  </a:lnTo>
                  <a:lnTo>
                    <a:pt x="685192" y="493319"/>
                  </a:lnTo>
                  <a:lnTo>
                    <a:pt x="652779" y="499871"/>
                  </a:lnTo>
                  <a:lnTo>
                    <a:pt x="83312" y="499871"/>
                  </a:lnTo>
                  <a:lnTo>
                    <a:pt x="50899" y="493319"/>
                  </a:lnTo>
                  <a:lnTo>
                    <a:pt x="24415" y="475456"/>
                  </a:lnTo>
                  <a:lnTo>
                    <a:pt x="6552" y="448972"/>
                  </a:lnTo>
                  <a:lnTo>
                    <a:pt x="0" y="416560"/>
                  </a:lnTo>
                  <a:lnTo>
                    <a:pt x="0" y="83312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4059936" y="3762756"/>
              <a:ext cx="914400" cy="276225"/>
            </a:xfrm>
            <a:custGeom>
              <a:avLst/>
              <a:gdLst/>
              <a:ahLst/>
              <a:cxnLst/>
              <a:rect l="l" t="t" r="r" b="b"/>
              <a:pathLst>
                <a:path w="914400" h="276225">
                  <a:moveTo>
                    <a:pt x="868426" y="0"/>
                  </a:moveTo>
                  <a:lnTo>
                    <a:pt x="45974" y="0"/>
                  </a:lnTo>
                  <a:lnTo>
                    <a:pt x="28074" y="3611"/>
                  </a:lnTo>
                  <a:lnTo>
                    <a:pt x="13462" y="13462"/>
                  </a:lnTo>
                  <a:lnTo>
                    <a:pt x="3611" y="28074"/>
                  </a:lnTo>
                  <a:lnTo>
                    <a:pt x="0" y="45974"/>
                  </a:lnTo>
                  <a:lnTo>
                    <a:pt x="0" y="229870"/>
                  </a:lnTo>
                  <a:lnTo>
                    <a:pt x="3611" y="247769"/>
                  </a:lnTo>
                  <a:lnTo>
                    <a:pt x="13462" y="262382"/>
                  </a:lnTo>
                  <a:lnTo>
                    <a:pt x="28074" y="272232"/>
                  </a:lnTo>
                  <a:lnTo>
                    <a:pt x="45974" y="275844"/>
                  </a:lnTo>
                  <a:lnTo>
                    <a:pt x="868426" y="275844"/>
                  </a:lnTo>
                  <a:lnTo>
                    <a:pt x="886325" y="272232"/>
                  </a:lnTo>
                  <a:lnTo>
                    <a:pt x="900938" y="262382"/>
                  </a:lnTo>
                  <a:lnTo>
                    <a:pt x="910788" y="247769"/>
                  </a:lnTo>
                  <a:lnTo>
                    <a:pt x="914400" y="229870"/>
                  </a:lnTo>
                  <a:lnTo>
                    <a:pt x="914400" y="45974"/>
                  </a:lnTo>
                  <a:lnTo>
                    <a:pt x="910788" y="28074"/>
                  </a:lnTo>
                  <a:lnTo>
                    <a:pt x="900938" y="13462"/>
                  </a:lnTo>
                  <a:lnTo>
                    <a:pt x="886325" y="3611"/>
                  </a:lnTo>
                  <a:lnTo>
                    <a:pt x="868426" y="0"/>
                  </a:lnTo>
                  <a:close/>
                </a:path>
              </a:pathLst>
            </a:custGeom>
            <a:solidFill>
              <a:srgbClr val="CED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4059936" y="3762756"/>
              <a:ext cx="914400" cy="276225"/>
            </a:xfrm>
            <a:custGeom>
              <a:avLst/>
              <a:gdLst/>
              <a:ahLst/>
              <a:cxnLst/>
              <a:rect l="l" t="t" r="r" b="b"/>
              <a:pathLst>
                <a:path w="914400" h="276225">
                  <a:moveTo>
                    <a:pt x="0" y="45974"/>
                  </a:moveTo>
                  <a:lnTo>
                    <a:pt x="3611" y="28074"/>
                  </a:lnTo>
                  <a:lnTo>
                    <a:pt x="13462" y="13462"/>
                  </a:lnTo>
                  <a:lnTo>
                    <a:pt x="28074" y="3611"/>
                  </a:lnTo>
                  <a:lnTo>
                    <a:pt x="45974" y="0"/>
                  </a:lnTo>
                  <a:lnTo>
                    <a:pt x="868426" y="0"/>
                  </a:lnTo>
                  <a:lnTo>
                    <a:pt x="886325" y="3611"/>
                  </a:lnTo>
                  <a:lnTo>
                    <a:pt x="900938" y="13462"/>
                  </a:lnTo>
                  <a:lnTo>
                    <a:pt x="910788" y="28074"/>
                  </a:lnTo>
                  <a:lnTo>
                    <a:pt x="914400" y="45974"/>
                  </a:lnTo>
                  <a:lnTo>
                    <a:pt x="914400" y="229870"/>
                  </a:lnTo>
                  <a:lnTo>
                    <a:pt x="910788" y="247769"/>
                  </a:lnTo>
                  <a:lnTo>
                    <a:pt x="900938" y="262382"/>
                  </a:lnTo>
                  <a:lnTo>
                    <a:pt x="886325" y="272232"/>
                  </a:lnTo>
                  <a:lnTo>
                    <a:pt x="868426" y="275844"/>
                  </a:lnTo>
                  <a:lnTo>
                    <a:pt x="45974" y="275844"/>
                  </a:lnTo>
                  <a:lnTo>
                    <a:pt x="28074" y="272232"/>
                  </a:lnTo>
                  <a:lnTo>
                    <a:pt x="13462" y="262382"/>
                  </a:lnTo>
                  <a:lnTo>
                    <a:pt x="3611" y="247769"/>
                  </a:lnTo>
                  <a:lnTo>
                    <a:pt x="0" y="229870"/>
                  </a:lnTo>
                  <a:lnTo>
                    <a:pt x="0" y="459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4152138" y="3808933"/>
            <a:ext cx="1943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I/O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5" name="object 105" descr=""/>
          <p:cNvGrpSpPr/>
          <p:nvPr/>
        </p:nvGrpSpPr>
        <p:grpSpPr>
          <a:xfrm>
            <a:off x="4861496" y="2628836"/>
            <a:ext cx="585470" cy="218440"/>
            <a:chOff x="4861496" y="2628836"/>
            <a:chExt cx="585470" cy="218440"/>
          </a:xfrm>
        </p:grpSpPr>
        <p:sp>
          <p:nvSpPr>
            <p:cNvPr id="106" name="object 106" descr=""/>
            <p:cNvSpPr/>
            <p:nvPr/>
          </p:nvSpPr>
          <p:spPr>
            <a:xfrm>
              <a:off x="4874514" y="2641853"/>
              <a:ext cx="559435" cy="192405"/>
            </a:xfrm>
            <a:custGeom>
              <a:avLst/>
              <a:gdLst/>
              <a:ahLst/>
              <a:cxnLst/>
              <a:rect l="l" t="t" r="r" b="b"/>
              <a:pathLst>
                <a:path w="559435" h="192405">
                  <a:moveTo>
                    <a:pt x="527303" y="0"/>
                  </a:moveTo>
                  <a:lnTo>
                    <a:pt x="32003" y="0"/>
                  </a:lnTo>
                  <a:lnTo>
                    <a:pt x="19556" y="2518"/>
                  </a:lnTo>
                  <a:lnTo>
                    <a:pt x="9382" y="9382"/>
                  </a:lnTo>
                  <a:lnTo>
                    <a:pt x="2518" y="19556"/>
                  </a:lnTo>
                  <a:lnTo>
                    <a:pt x="0" y="32004"/>
                  </a:lnTo>
                  <a:lnTo>
                    <a:pt x="0" y="160020"/>
                  </a:lnTo>
                  <a:lnTo>
                    <a:pt x="2518" y="172467"/>
                  </a:lnTo>
                  <a:lnTo>
                    <a:pt x="9382" y="182641"/>
                  </a:lnTo>
                  <a:lnTo>
                    <a:pt x="19556" y="189505"/>
                  </a:lnTo>
                  <a:lnTo>
                    <a:pt x="32003" y="192024"/>
                  </a:lnTo>
                  <a:lnTo>
                    <a:pt x="527303" y="192024"/>
                  </a:lnTo>
                  <a:lnTo>
                    <a:pt x="539751" y="189505"/>
                  </a:lnTo>
                  <a:lnTo>
                    <a:pt x="549925" y="182641"/>
                  </a:lnTo>
                  <a:lnTo>
                    <a:pt x="556789" y="172467"/>
                  </a:lnTo>
                  <a:lnTo>
                    <a:pt x="559308" y="160020"/>
                  </a:lnTo>
                  <a:lnTo>
                    <a:pt x="559308" y="32004"/>
                  </a:lnTo>
                  <a:lnTo>
                    <a:pt x="556789" y="19556"/>
                  </a:lnTo>
                  <a:lnTo>
                    <a:pt x="549925" y="9382"/>
                  </a:lnTo>
                  <a:lnTo>
                    <a:pt x="539751" y="2518"/>
                  </a:lnTo>
                  <a:lnTo>
                    <a:pt x="527303" y="0"/>
                  </a:lnTo>
                  <a:close/>
                </a:path>
              </a:pathLst>
            </a:custGeom>
            <a:solidFill>
              <a:srgbClr val="F7FF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4874514" y="2641853"/>
              <a:ext cx="559435" cy="192405"/>
            </a:xfrm>
            <a:custGeom>
              <a:avLst/>
              <a:gdLst/>
              <a:ahLst/>
              <a:cxnLst/>
              <a:rect l="l" t="t" r="r" b="b"/>
              <a:pathLst>
                <a:path w="559435" h="192405">
                  <a:moveTo>
                    <a:pt x="0" y="32004"/>
                  </a:moveTo>
                  <a:lnTo>
                    <a:pt x="2518" y="19556"/>
                  </a:lnTo>
                  <a:lnTo>
                    <a:pt x="9382" y="9382"/>
                  </a:lnTo>
                  <a:lnTo>
                    <a:pt x="19556" y="2518"/>
                  </a:lnTo>
                  <a:lnTo>
                    <a:pt x="32003" y="0"/>
                  </a:lnTo>
                  <a:lnTo>
                    <a:pt x="527303" y="0"/>
                  </a:lnTo>
                  <a:lnTo>
                    <a:pt x="539751" y="2518"/>
                  </a:lnTo>
                  <a:lnTo>
                    <a:pt x="549925" y="9382"/>
                  </a:lnTo>
                  <a:lnTo>
                    <a:pt x="556789" y="19556"/>
                  </a:lnTo>
                  <a:lnTo>
                    <a:pt x="559308" y="32004"/>
                  </a:lnTo>
                  <a:lnTo>
                    <a:pt x="559308" y="160020"/>
                  </a:lnTo>
                  <a:lnTo>
                    <a:pt x="556789" y="172467"/>
                  </a:lnTo>
                  <a:lnTo>
                    <a:pt x="549925" y="182641"/>
                  </a:lnTo>
                  <a:lnTo>
                    <a:pt x="539751" y="189505"/>
                  </a:lnTo>
                  <a:lnTo>
                    <a:pt x="527303" y="192024"/>
                  </a:lnTo>
                  <a:lnTo>
                    <a:pt x="32003" y="192024"/>
                  </a:lnTo>
                  <a:lnTo>
                    <a:pt x="19556" y="189505"/>
                  </a:lnTo>
                  <a:lnTo>
                    <a:pt x="9382" y="182641"/>
                  </a:lnTo>
                  <a:lnTo>
                    <a:pt x="2518" y="172467"/>
                  </a:lnTo>
                  <a:lnTo>
                    <a:pt x="0" y="160020"/>
                  </a:lnTo>
                  <a:lnTo>
                    <a:pt x="0" y="32004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 descr=""/>
          <p:cNvSpPr txBox="1"/>
          <p:nvPr/>
        </p:nvSpPr>
        <p:spPr>
          <a:xfrm>
            <a:off x="5001259" y="2406390"/>
            <a:ext cx="306070" cy="40449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509"/>
              </a:spcBef>
            </a:pPr>
            <a:r>
              <a:rPr dirty="0" sz="1050" spc="-25">
                <a:latin typeface="Arial"/>
                <a:cs typeface="Arial"/>
              </a:rPr>
              <a:t>OS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800" spc="-10">
                <a:latin typeface="Arial"/>
                <a:cs typeface="Arial"/>
              </a:rPr>
              <a:t>Driver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9" name="object 109" descr=""/>
          <p:cNvGrpSpPr/>
          <p:nvPr/>
        </p:nvGrpSpPr>
        <p:grpSpPr>
          <a:xfrm>
            <a:off x="4047680" y="2628836"/>
            <a:ext cx="1113155" cy="1139825"/>
            <a:chOff x="4047680" y="2628836"/>
            <a:chExt cx="1113155" cy="1139825"/>
          </a:xfrm>
        </p:grpSpPr>
        <p:sp>
          <p:nvSpPr>
            <p:cNvPr id="110" name="object 110" descr=""/>
            <p:cNvSpPr/>
            <p:nvPr/>
          </p:nvSpPr>
          <p:spPr>
            <a:xfrm>
              <a:off x="4746243" y="2830702"/>
              <a:ext cx="414020" cy="937894"/>
            </a:xfrm>
            <a:custGeom>
              <a:avLst/>
              <a:gdLst/>
              <a:ahLst/>
              <a:cxnLst/>
              <a:rect l="l" t="t" r="r" b="b"/>
              <a:pathLst>
                <a:path w="414020" h="937895">
                  <a:moveTo>
                    <a:pt x="9525" y="831723"/>
                  </a:moveTo>
                  <a:lnTo>
                    <a:pt x="5968" y="832104"/>
                  </a:lnTo>
                  <a:lnTo>
                    <a:pt x="2539" y="832612"/>
                  </a:lnTo>
                  <a:lnTo>
                    <a:pt x="0" y="835787"/>
                  </a:lnTo>
                  <a:lnTo>
                    <a:pt x="507" y="839216"/>
                  </a:lnTo>
                  <a:lnTo>
                    <a:pt x="13207" y="937514"/>
                  </a:lnTo>
                  <a:lnTo>
                    <a:pt x="25399" y="928370"/>
                  </a:lnTo>
                  <a:lnTo>
                    <a:pt x="24002" y="928370"/>
                  </a:lnTo>
                  <a:lnTo>
                    <a:pt x="12191" y="923417"/>
                  </a:lnTo>
                  <a:lnTo>
                    <a:pt x="21365" y="901703"/>
                  </a:lnTo>
                  <a:lnTo>
                    <a:pt x="13080" y="837565"/>
                  </a:lnTo>
                  <a:lnTo>
                    <a:pt x="12700" y="834136"/>
                  </a:lnTo>
                  <a:lnTo>
                    <a:pt x="9525" y="831723"/>
                  </a:lnTo>
                  <a:close/>
                </a:path>
                <a:path w="414020" h="937895">
                  <a:moveTo>
                    <a:pt x="21365" y="901703"/>
                  </a:moveTo>
                  <a:lnTo>
                    <a:pt x="12191" y="923417"/>
                  </a:lnTo>
                  <a:lnTo>
                    <a:pt x="24002" y="928370"/>
                  </a:lnTo>
                  <a:lnTo>
                    <a:pt x="25397" y="925068"/>
                  </a:lnTo>
                  <a:lnTo>
                    <a:pt x="24383" y="925068"/>
                  </a:lnTo>
                  <a:lnTo>
                    <a:pt x="14350" y="920877"/>
                  </a:lnTo>
                  <a:lnTo>
                    <a:pt x="23002" y="914376"/>
                  </a:lnTo>
                  <a:lnTo>
                    <a:pt x="21365" y="901703"/>
                  </a:lnTo>
                  <a:close/>
                </a:path>
                <a:path w="414020" h="937895">
                  <a:moveTo>
                    <a:pt x="87756" y="865886"/>
                  </a:moveTo>
                  <a:lnTo>
                    <a:pt x="84835" y="867918"/>
                  </a:lnTo>
                  <a:lnTo>
                    <a:pt x="33123" y="906771"/>
                  </a:lnTo>
                  <a:lnTo>
                    <a:pt x="24002" y="928370"/>
                  </a:lnTo>
                  <a:lnTo>
                    <a:pt x="25399" y="928370"/>
                  </a:lnTo>
                  <a:lnTo>
                    <a:pt x="92455" y="878078"/>
                  </a:lnTo>
                  <a:lnTo>
                    <a:pt x="95250" y="876046"/>
                  </a:lnTo>
                  <a:lnTo>
                    <a:pt x="95884" y="871982"/>
                  </a:lnTo>
                  <a:lnTo>
                    <a:pt x="93725" y="869188"/>
                  </a:lnTo>
                  <a:lnTo>
                    <a:pt x="91693" y="866394"/>
                  </a:lnTo>
                  <a:lnTo>
                    <a:pt x="87756" y="865886"/>
                  </a:lnTo>
                  <a:close/>
                </a:path>
                <a:path w="414020" h="937895">
                  <a:moveTo>
                    <a:pt x="23002" y="914376"/>
                  </a:moveTo>
                  <a:lnTo>
                    <a:pt x="14350" y="920877"/>
                  </a:lnTo>
                  <a:lnTo>
                    <a:pt x="24383" y="925068"/>
                  </a:lnTo>
                  <a:lnTo>
                    <a:pt x="23002" y="914376"/>
                  </a:lnTo>
                  <a:close/>
                </a:path>
                <a:path w="414020" h="937895">
                  <a:moveTo>
                    <a:pt x="33123" y="906771"/>
                  </a:moveTo>
                  <a:lnTo>
                    <a:pt x="23002" y="914376"/>
                  </a:lnTo>
                  <a:lnTo>
                    <a:pt x="24383" y="925068"/>
                  </a:lnTo>
                  <a:lnTo>
                    <a:pt x="25397" y="925068"/>
                  </a:lnTo>
                  <a:lnTo>
                    <a:pt x="33123" y="906771"/>
                  </a:lnTo>
                  <a:close/>
                </a:path>
                <a:path w="414020" h="937895">
                  <a:moveTo>
                    <a:pt x="402335" y="0"/>
                  </a:moveTo>
                  <a:lnTo>
                    <a:pt x="21365" y="901703"/>
                  </a:lnTo>
                  <a:lnTo>
                    <a:pt x="23002" y="914376"/>
                  </a:lnTo>
                  <a:lnTo>
                    <a:pt x="33123" y="906771"/>
                  </a:lnTo>
                  <a:lnTo>
                    <a:pt x="414019" y="4825"/>
                  </a:lnTo>
                  <a:lnTo>
                    <a:pt x="40233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4060697" y="2641853"/>
              <a:ext cx="559435" cy="192405"/>
            </a:xfrm>
            <a:custGeom>
              <a:avLst/>
              <a:gdLst/>
              <a:ahLst/>
              <a:cxnLst/>
              <a:rect l="l" t="t" r="r" b="b"/>
              <a:pathLst>
                <a:path w="559435" h="192405">
                  <a:moveTo>
                    <a:pt x="527303" y="0"/>
                  </a:moveTo>
                  <a:lnTo>
                    <a:pt x="32003" y="0"/>
                  </a:lnTo>
                  <a:lnTo>
                    <a:pt x="19556" y="2518"/>
                  </a:lnTo>
                  <a:lnTo>
                    <a:pt x="9382" y="9382"/>
                  </a:lnTo>
                  <a:lnTo>
                    <a:pt x="2518" y="19556"/>
                  </a:lnTo>
                  <a:lnTo>
                    <a:pt x="0" y="32004"/>
                  </a:lnTo>
                  <a:lnTo>
                    <a:pt x="0" y="160020"/>
                  </a:lnTo>
                  <a:lnTo>
                    <a:pt x="2518" y="172467"/>
                  </a:lnTo>
                  <a:lnTo>
                    <a:pt x="9382" y="182641"/>
                  </a:lnTo>
                  <a:lnTo>
                    <a:pt x="19556" y="189505"/>
                  </a:lnTo>
                  <a:lnTo>
                    <a:pt x="32003" y="192024"/>
                  </a:lnTo>
                  <a:lnTo>
                    <a:pt x="527303" y="192024"/>
                  </a:lnTo>
                  <a:lnTo>
                    <a:pt x="539751" y="189505"/>
                  </a:lnTo>
                  <a:lnTo>
                    <a:pt x="549925" y="182641"/>
                  </a:lnTo>
                  <a:lnTo>
                    <a:pt x="556789" y="172467"/>
                  </a:lnTo>
                  <a:lnTo>
                    <a:pt x="559307" y="160020"/>
                  </a:lnTo>
                  <a:lnTo>
                    <a:pt x="559307" y="32004"/>
                  </a:lnTo>
                  <a:lnTo>
                    <a:pt x="556789" y="19556"/>
                  </a:lnTo>
                  <a:lnTo>
                    <a:pt x="549925" y="9382"/>
                  </a:lnTo>
                  <a:lnTo>
                    <a:pt x="539751" y="2518"/>
                  </a:lnTo>
                  <a:lnTo>
                    <a:pt x="527303" y="0"/>
                  </a:lnTo>
                  <a:close/>
                </a:path>
              </a:pathLst>
            </a:custGeom>
            <a:solidFill>
              <a:srgbClr val="F7FF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4060697" y="2641853"/>
              <a:ext cx="559435" cy="192405"/>
            </a:xfrm>
            <a:custGeom>
              <a:avLst/>
              <a:gdLst/>
              <a:ahLst/>
              <a:cxnLst/>
              <a:rect l="l" t="t" r="r" b="b"/>
              <a:pathLst>
                <a:path w="559435" h="192405">
                  <a:moveTo>
                    <a:pt x="0" y="32004"/>
                  </a:moveTo>
                  <a:lnTo>
                    <a:pt x="2518" y="19556"/>
                  </a:lnTo>
                  <a:lnTo>
                    <a:pt x="9382" y="9382"/>
                  </a:lnTo>
                  <a:lnTo>
                    <a:pt x="19556" y="2518"/>
                  </a:lnTo>
                  <a:lnTo>
                    <a:pt x="32003" y="0"/>
                  </a:lnTo>
                  <a:lnTo>
                    <a:pt x="527303" y="0"/>
                  </a:lnTo>
                  <a:lnTo>
                    <a:pt x="539751" y="2518"/>
                  </a:lnTo>
                  <a:lnTo>
                    <a:pt x="549925" y="9382"/>
                  </a:lnTo>
                  <a:lnTo>
                    <a:pt x="556789" y="19556"/>
                  </a:lnTo>
                  <a:lnTo>
                    <a:pt x="559307" y="32004"/>
                  </a:lnTo>
                  <a:lnTo>
                    <a:pt x="559307" y="160020"/>
                  </a:lnTo>
                  <a:lnTo>
                    <a:pt x="556789" y="172467"/>
                  </a:lnTo>
                  <a:lnTo>
                    <a:pt x="549925" y="182641"/>
                  </a:lnTo>
                  <a:lnTo>
                    <a:pt x="539751" y="189505"/>
                  </a:lnTo>
                  <a:lnTo>
                    <a:pt x="527303" y="192024"/>
                  </a:lnTo>
                  <a:lnTo>
                    <a:pt x="32003" y="192024"/>
                  </a:lnTo>
                  <a:lnTo>
                    <a:pt x="19556" y="189505"/>
                  </a:lnTo>
                  <a:lnTo>
                    <a:pt x="9382" y="182641"/>
                  </a:lnTo>
                  <a:lnTo>
                    <a:pt x="2518" y="172467"/>
                  </a:lnTo>
                  <a:lnTo>
                    <a:pt x="0" y="160020"/>
                  </a:lnTo>
                  <a:lnTo>
                    <a:pt x="0" y="32004"/>
                  </a:lnTo>
                  <a:close/>
                </a:path>
              </a:pathLst>
            </a:custGeom>
            <a:ln w="25908">
              <a:solidFill>
                <a:srgbClr val="B78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 descr=""/>
          <p:cNvSpPr txBox="1"/>
          <p:nvPr/>
        </p:nvSpPr>
        <p:spPr>
          <a:xfrm>
            <a:off x="4186809" y="2408414"/>
            <a:ext cx="306070" cy="40259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500"/>
              </a:spcBef>
            </a:pPr>
            <a:r>
              <a:rPr dirty="0" sz="1050" spc="-25">
                <a:latin typeface="Arial"/>
                <a:cs typeface="Arial"/>
              </a:rPr>
              <a:t>OS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800" spc="-10">
                <a:latin typeface="Arial"/>
                <a:cs typeface="Arial"/>
              </a:rPr>
              <a:t>Driver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4" name="object 114" descr=""/>
          <p:cNvGrpSpPr/>
          <p:nvPr/>
        </p:nvGrpSpPr>
        <p:grpSpPr>
          <a:xfrm>
            <a:off x="4281678" y="2833116"/>
            <a:ext cx="240029" cy="1196975"/>
            <a:chOff x="4281678" y="2833116"/>
            <a:chExt cx="240029" cy="1196975"/>
          </a:xfrm>
        </p:grpSpPr>
        <p:sp>
          <p:nvSpPr>
            <p:cNvPr id="115" name="object 115" descr=""/>
            <p:cNvSpPr/>
            <p:nvPr/>
          </p:nvSpPr>
          <p:spPr>
            <a:xfrm>
              <a:off x="4281678" y="2833116"/>
              <a:ext cx="103505" cy="920115"/>
            </a:xfrm>
            <a:custGeom>
              <a:avLst/>
              <a:gdLst/>
              <a:ahLst/>
              <a:cxnLst/>
              <a:rect l="l" t="t" r="r" b="b"/>
              <a:pathLst>
                <a:path w="103504" h="920114">
                  <a:moveTo>
                    <a:pt x="7238" y="823214"/>
                  </a:moveTo>
                  <a:lnTo>
                    <a:pt x="1143" y="826770"/>
                  </a:lnTo>
                  <a:lnTo>
                    <a:pt x="0" y="830580"/>
                  </a:lnTo>
                  <a:lnTo>
                    <a:pt x="1777" y="833628"/>
                  </a:lnTo>
                  <a:lnTo>
                    <a:pt x="51054" y="919607"/>
                  </a:lnTo>
                  <a:lnTo>
                    <a:pt x="58436" y="907161"/>
                  </a:lnTo>
                  <a:lnTo>
                    <a:pt x="44830" y="907161"/>
                  </a:lnTo>
                  <a:lnTo>
                    <a:pt x="44927" y="894484"/>
                  </a:lnTo>
                  <a:lnTo>
                    <a:pt x="45011" y="883600"/>
                  </a:lnTo>
                  <a:lnTo>
                    <a:pt x="12899" y="827532"/>
                  </a:lnTo>
                  <a:lnTo>
                    <a:pt x="11049" y="824357"/>
                  </a:lnTo>
                  <a:lnTo>
                    <a:pt x="7238" y="823214"/>
                  </a:lnTo>
                  <a:close/>
                </a:path>
                <a:path w="103504" h="920114">
                  <a:moveTo>
                    <a:pt x="45032" y="883600"/>
                  </a:moveTo>
                  <a:lnTo>
                    <a:pt x="44927" y="894484"/>
                  </a:lnTo>
                  <a:lnTo>
                    <a:pt x="44830" y="907161"/>
                  </a:lnTo>
                  <a:lnTo>
                    <a:pt x="57531" y="907161"/>
                  </a:lnTo>
                  <a:lnTo>
                    <a:pt x="57556" y="903859"/>
                  </a:lnTo>
                  <a:lnTo>
                    <a:pt x="45720" y="903859"/>
                  </a:lnTo>
                  <a:lnTo>
                    <a:pt x="51269" y="894484"/>
                  </a:lnTo>
                  <a:lnTo>
                    <a:pt x="45032" y="883600"/>
                  </a:lnTo>
                  <a:close/>
                </a:path>
                <a:path w="103504" h="920114">
                  <a:moveTo>
                    <a:pt x="96393" y="823976"/>
                  </a:moveTo>
                  <a:lnTo>
                    <a:pt x="57712" y="883600"/>
                  </a:lnTo>
                  <a:lnTo>
                    <a:pt x="57531" y="907161"/>
                  </a:lnTo>
                  <a:lnTo>
                    <a:pt x="58436" y="907161"/>
                  </a:lnTo>
                  <a:lnTo>
                    <a:pt x="101600" y="834390"/>
                  </a:lnTo>
                  <a:lnTo>
                    <a:pt x="103505" y="831469"/>
                  </a:lnTo>
                  <a:lnTo>
                    <a:pt x="102587" y="827913"/>
                  </a:lnTo>
                  <a:lnTo>
                    <a:pt x="102488" y="827532"/>
                  </a:lnTo>
                  <a:lnTo>
                    <a:pt x="96393" y="823976"/>
                  </a:lnTo>
                  <a:close/>
                </a:path>
                <a:path w="103504" h="920114">
                  <a:moveTo>
                    <a:pt x="51269" y="894484"/>
                  </a:moveTo>
                  <a:lnTo>
                    <a:pt x="45720" y="903859"/>
                  </a:lnTo>
                  <a:lnTo>
                    <a:pt x="56642" y="903859"/>
                  </a:lnTo>
                  <a:lnTo>
                    <a:pt x="51269" y="894484"/>
                  </a:lnTo>
                  <a:close/>
                </a:path>
                <a:path w="103504" h="920114">
                  <a:moveTo>
                    <a:pt x="57712" y="883600"/>
                  </a:moveTo>
                  <a:lnTo>
                    <a:pt x="51269" y="894484"/>
                  </a:lnTo>
                  <a:lnTo>
                    <a:pt x="56642" y="903859"/>
                  </a:lnTo>
                  <a:lnTo>
                    <a:pt x="57556" y="903859"/>
                  </a:lnTo>
                  <a:lnTo>
                    <a:pt x="57628" y="894484"/>
                  </a:lnTo>
                  <a:lnTo>
                    <a:pt x="57712" y="883600"/>
                  </a:lnTo>
                  <a:close/>
                </a:path>
                <a:path w="103504" h="920114">
                  <a:moveTo>
                    <a:pt x="64516" y="0"/>
                  </a:moveTo>
                  <a:lnTo>
                    <a:pt x="51816" y="0"/>
                  </a:lnTo>
                  <a:lnTo>
                    <a:pt x="45476" y="823214"/>
                  </a:lnTo>
                  <a:lnTo>
                    <a:pt x="45032" y="883600"/>
                  </a:lnTo>
                  <a:lnTo>
                    <a:pt x="51269" y="894484"/>
                  </a:lnTo>
                  <a:lnTo>
                    <a:pt x="57712" y="883600"/>
                  </a:lnTo>
                  <a:lnTo>
                    <a:pt x="6451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4517136" y="3753612"/>
              <a:ext cx="0" cy="276225"/>
            </a:xfrm>
            <a:custGeom>
              <a:avLst/>
              <a:gdLst/>
              <a:ahLst/>
              <a:cxnLst/>
              <a:rect l="l" t="t" r="r" b="b"/>
              <a:pathLst>
                <a:path w="0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ln w="9144">
              <a:solidFill>
                <a:srgbClr val="F9B4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118" name="object 1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9</a:t>
            </a:r>
          </a:p>
        </p:txBody>
      </p:sp>
      <p:sp>
        <p:nvSpPr>
          <p:cNvPr id="119" name="object 1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424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dirty="0"/>
              <a:t>Device</a:t>
            </a:r>
            <a:r>
              <a:rPr dirty="0" spc="-35"/>
              <a:t> </a:t>
            </a:r>
            <a:r>
              <a:rPr dirty="0"/>
              <a:t>Usage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10"/>
              <a:t>KVM/Linux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677909" y="1781511"/>
            <a:ext cx="2792095" cy="1498600"/>
            <a:chOff x="1677909" y="1781511"/>
            <a:chExt cx="2792095" cy="14986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7909" y="1781511"/>
              <a:ext cx="2756946" cy="92820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3784" y="1786127"/>
              <a:ext cx="426719" cy="35204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6024" y="1799843"/>
              <a:ext cx="2680716" cy="85191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716024" y="1799843"/>
              <a:ext cx="2680970" cy="852169"/>
            </a:xfrm>
            <a:custGeom>
              <a:avLst/>
              <a:gdLst/>
              <a:ahLst/>
              <a:cxnLst/>
              <a:rect l="l" t="t" r="r" b="b"/>
              <a:pathLst>
                <a:path w="2680970" h="852169">
                  <a:moveTo>
                    <a:pt x="0" y="851915"/>
                  </a:moveTo>
                  <a:lnTo>
                    <a:pt x="2680716" y="851915"/>
                  </a:lnTo>
                  <a:lnTo>
                    <a:pt x="2680716" y="0"/>
                  </a:lnTo>
                  <a:lnTo>
                    <a:pt x="0" y="0"/>
                  </a:lnTo>
                  <a:lnTo>
                    <a:pt x="0" y="85191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694688" y="2787395"/>
              <a:ext cx="2775585" cy="492759"/>
            </a:xfrm>
            <a:custGeom>
              <a:avLst/>
              <a:gdLst/>
              <a:ahLst/>
              <a:cxnLst/>
              <a:rect l="l" t="t" r="r" b="b"/>
              <a:pathLst>
                <a:path w="2775585" h="492760">
                  <a:moveTo>
                    <a:pt x="2693162" y="0"/>
                  </a:moveTo>
                  <a:lnTo>
                    <a:pt x="82042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43" y="442156"/>
                  </a:lnTo>
                  <a:lnTo>
                    <a:pt x="24018" y="468233"/>
                  </a:lnTo>
                  <a:lnTo>
                    <a:pt x="50095" y="485808"/>
                  </a:lnTo>
                  <a:lnTo>
                    <a:pt x="82042" y="492251"/>
                  </a:lnTo>
                  <a:lnTo>
                    <a:pt x="2693162" y="492251"/>
                  </a:lnTo>
                  <a:lnTo>
                    <a:pt x="2725108" y="485808"/>
                  </a:lnTo>
                  <a:lnTo>
                    <a:pt x="2751185" y="468233"/>
                  </a:lnTo>
                  <a:lnTo>
                    <a:pt x="2768760" y="442156"/>
                  </a:lnTo>
                  <a:lnTo>
                    <a:pt x="2775204" y="410209"/>
                  </a:lnTo>
                  <a:lnTo>
                    <a:pt x="2775204" y="82041"/>
                  </a:lnTo>
                  <a:lnTo>
                    <a:pt x="2768760" y="50095"/>
                  </a:lnTo>
                  <a:lnTo>
                    <a:pt x="2751185" y="24018"/>
                  </a:lnTo>
                  <a:lnTo>
                    <a:pt x="2725108" y="6443"/>
                  </a:lnTo>
                  <a:lnTo>
                    <a:pt x="2693162" y="0"/>
                  </a:lnTo>
                  <a:close/>
                </a:path>
              </a:pathLst>
            </a:custGeom>
            <a:solidFill>
              <a:srgbClr val="7AB0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726817" y="2838958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Arial"/>
                <a:cs typeface="Arial"/>
              </a:rPr>
              <a:t>QEMU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307591" y="3499103"/>
            <a:ext cx="3223895" cy="1330960"/>
            <a:chOff x="1307591" y="3499103"/>
            <a:chExt cx="3223895" cy="1330960"/>
          </a:xfrm>
        </p:grpSpPr>
        <p:sp>
          <p:nvSpPr>
            <p:cNvPr id="11" name="object 11" descr=""/>
            <p:cNvSpPr/>
            <p:nvPr/>
          </p:nvSpPr>
          <p:spPr>
            <a:xfrm>
              <a:off x="1315211" y="3506723"/>
              <a:ext cx="3208655" cy="619125"/>
            </a:xfrm>
            <a:custGeom>
              <a:avLst/>
              <a:gdLst/>
              <a:ahLst/>
              <a:cxnLst/>
              <a:rect l="l" t="t" r="r" b="b"/>
              <a:pathLst>
                <a:path w="3208654" h="619125">
                  <a:moveTo>
                    <a:pt x="0" y="618744"/>
                  </a:moveTo>
                  <a:lnTo>
                    <a:pt x="3208654" y="618744"/>
                  </a:lnTo>
                </a:path>
                <a:path w="3208654" h="619125">
                  <a:moveTo>
                    <a:pt x="0" y="0"/>
                  </a:moveTo>
                  <a:lnTo>
                    <a:pt x="3208654" y="14986"/>
                  </a:lnTo>
                </a:path>
              </a:pathLst>
            </a:custGeom>
            <a:ln w="15240">
              <a:solidFill>
                <a:srgbClr val="F9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824990" y="4551425"/>
              <a:ext cx="2560320" cy="265430"/>
            </a:xfrm>
            <a:custGeom>
              <a:avLst/>
              <a:gdLst/>
              <a:ahLst/>
              <a:cxnLst/>
              <a:rect l="l" t="t" r="r" b="b"/>
              <a:pathLst>
                <a:path w="2560320" h="265429">
                  <a:moveTo>
                    <a:pt x="2560319" y="0"/>
                  </a:moveTo>
                  <a:lnTo>
                    <a:pt x="0" y="0"/>
                  </a:lnTo>
                  <a:lnTo>
                    <a:pt x="0" y="265175"/>
                  </a:lnTo>
                  <a:lnTo>
                    <a:pt x="2560319" y="265175"/>
                  </a:lnTo>
                  <a:lnTo>
                    <a:pt x="256031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824990" y="4551425"/>
              <a:ext cx="2560320" cy="265430"/>
            </a:xfrm>
            <a:custGeom>
              <a:avLst/>
              <a:gdLst/>
              <a:ahLst/>
              <a:cxnLst/>
              <a:rect l="l" t="t" r="r" b="b"/>
              <a:pathLst>
                <a:path w="2560320" h="265429">
                  <a:moveTo>
                    <a:pt x="0" y="265175"/>
                  </a:moveTo>
                  <a:lnTo>
                    <a:pt x="2560319" y="265175"/>
                  </a:lnTo>
                  <a:lnTo>
                    <a:pt x="2560319" y="0"/>
                  </a:lnTo>
                  <a:lnTo>
                    <a:pt x="0" y="0"/>
                  </a:lnTo>
                  <a:lnTo>
                    <a:pt x="0" y="26517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748533" y="4574870"/>
            <a:ext cx="7124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I/O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device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752600" y="2023872"/>
            <a:ext cx="2431415" cy="2458720"/>
            <a:chOff x="1752600" y="2023872"/>
            <a:chExt cx="2431415" cy="2458720"/>
          </a:xfrm>
        </p:grpSpPr>
        <p:sp>
          <p:nvSpPr>
            <p:cNvPr id="16" name="object 16" descr=""/>
            <p:cNvSpPr/>
            <p:nvPr/>
          </p:nvSpPr>
          <p:spPr>
            <a:xfrm>
              <a:off x="1752600" y="2023872"/>
              <a:ext cx="1889760" cy="586740"/>
            </a:xfrm>
            <a:custGeom>
              <a:avLst/>
              <a:gdLst/>
              <a:ahLst/>
              <a:cxnLst/>
              <a:rect l="l" t="t" r="r" b="b"/>
              <a:pathLst>
                <a:path w="1889760" h="586739">
                  <a:moveTo>
                    <a:pt x="1791970" y="0"/>
                  </a:moveTo>
                  <a:lnTo>
                    <a:pt x="97789" y="0"/>
                  </a:lnTo>
                  <a:lnTo>
                    <a:pt x="59739" y="7689"/>
                  </a:lnTo>
                  <a:lnTo>
                    <a:pt x="28654" y="28654"/>
                  </a:lnTo>
                  <a:lnTo>
                    <a:pt x="7689" y="59739"/>
                  </a:lnTo>
                  <a:lnTo>
                    <a:pt x="0" y="97789"/>
                  </a:lnTo>
                  <a:lnTo>
                    <a:pt x="0" y="488950"/>
                  </a:lnTo>
                  <a:lnTo>
                    <a:pt x="7689" y="527000"/>
                  </a:lnTo>
                  <a:lnTo>
                    <a:pt x="28654" y="558085"/>
                  </a:lnTo>
                  <a:lnTo>
                    <a:pt x="59739" y="579050"/>
                  </a:lnTo>
                  <a:lnTo>
                    <a:pt x="97789" y="586739"/>
                  </a:lnTo>
                  <a:lnTo>
                    <a:pt x="1791970" y="586739"/>
                  </a:lnTo>
                  <a:lnTo>
                    <a:pt x="1830020" y="579050"/>
                  </a:lnTo>
                  <a:lnTo>
                    <a:pt x="1861105" y="558085"/>
                  </a:lnTo>
                  <a:lnTo>
                    <a:pt x="1882070" y="527000"/>
                  </a:lnTo>
                  <a:lnTo>
                    <a:pt x="1889760" y="488950"/>
                  </a:lnTo>
                  <a:lnTo>
                    <a:pt x="1889760" y="97789"/>
                  </a:lnTo>
                  <a:lnTo>
                    <a:pt x="1882070" y="59739"/>
                  </a:lnTo>
                  <a:lnTo>
                    <a:pt x="1861105" y="28654"/>
                  </a:lnTo>
                  <a:lnTo>
                    <a:pt x="1830020" y="7689"/>
                  </a:lnTo>
                  <a:lnTo>
                    <a:pt x="1791970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306317" y="4243577"/>
              <a:ext cx="864235" cy="226060"/>
            </a:xfrm>
            <a:custGeom>
              <a:avLst/>
              <a:gdLst/>
              <a:ahLst/>
              <a:cxnLst/>
              <a:rect l="l" t="t" r="r" b="b"/>
              <a:pathLst>
                <a:path w="864235" h="226060">
                  <a:moveTo>
                    <a:pt x="864108" y="0"/>
                  </a:moveTo>
                  <a:lnTo>
                    <a:pt x="0" y="0"/>
                  </a:lnTo>
                  <a:lnTo>
                    <a:pt x="0" y="225552"/>
                  </a:lnTo>
                  <a:lnTo>
                    <a:pt x="864108" y="225552"/>
                  </a:lnTo>
                  <a:lnTo>
                    <a:pt x="864108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306317" y="4243577"/>
              <a:ext cx="864235" cy="226060"/>
            </a:xfrm>
            <a:custGeom>
              <a:avLst/>
              <a:gdLst/>
              <a:ahLst/>
              <a:cxnLst/>
              <a:rect l="l" t="t" r="r" b="b"/>
              <a:pathLst>
                <a:path w="864235" h="226060">
                  <a:moveTo>
                    <a:pt x="0" y="225552"/>
                  </a:moveTo>
                  <a:lnTo>
                    <a:pt x="864108" y="225552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225552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462654" y="4248404"/>
            <a:ext cx="549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IOMMU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77367" y="3227959"/>
            <a:ext cx="805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User-space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25830" y="3802760"/>
            <a:ext cx="4673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Kernel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89863" y="4495545"/>
            <a:ext cx="685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Hardware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2014727" y="2340864"/>
            <a:ext cx="1419225" cy="241300"/>
          </a:xfrm>
          <a:custGeom>
            <a:avLst/>
            <a:gdLst/>
            <a:ahLst/>
            <a:cxnLst/>
            <a:rect l="l" t="t" r="r" b="b"/>
            <a:pathLst>
              <a:path w="1419225" h="241300">
                <a:moveTo>
                  <a:pt x="1378712" y="0"/>
                </a:moveTo>
                <a:lnTo>
                  <a:pt x="40132" y="0"/>
                </a:lnTo>
                <a:lnTo>
                  <a:pt x="24485" y="3145"/>
                </a:lnTo>
                <a:lnTo>
                  <a:pt x="11731" y="11731"/>
                </a:lnTo>
                <a:lnTo>
                  <a:pt x="3145" y="24485"/>
                </a:lnTo>
                <a:lnTo>
                  <a:pt x="0" y="40132"/>
                </a:lnTo>
                <a:lnTo>
                  <a:pt x="0" y="200660"/>
                </a:lnTo>
                <a:lnTo>
                  <a:pt x="3145" y="216306"/>
                </a:lnTo>
                <a:lnTo>
                  <a:pt x="11731" y="229060"/>
                </a:lnTo>
                <a:lnTo>
                  <a:pt x="24485" y="237646"/>
                </a:lnTo>
                <a:lnTo>
                  <a:pt x="40132" y="240791"/>
                </a:lnTo>
                <a:lnTo>
                  <a:pt x="1378712" y="240791"/>
                </a:lnTo>
                <a:lnTo>
                  <a:pt x="1394358" y="237646"/>
                </a:lnTo>
                <a:lnTo>
                  <a:pt x="1407112" y="229060"/>
                </a:lnTo>
                <a:lnTo>
                  <a:pt x="1415698" y="216306"/>
                </a:lnTo>
                <a:lnTo>
                  <a:pt x="1418844" y="200660"/>
                </a:lnTo>
                <a:lnTo>
                  <a:pt x="1418844" y="40132"/>
                </a:lnTo>
                <a:lnTo>
                  <a:pt x="1415698" y="24485"/>
                </a:lnTo>
                <a:lnTo>
                  <a:pt x="1407112" y="11731"/>
                </a:lnTo>
                <a:lnTo>
                  <a:pt x="1394358" y="3145"/>
                </a:lnTo>
                <a:lnTo>
                  <a:pt x="1378712" y="0"/>
                </a:lnTo>
                <a:close/>
              </a:path>
            </a:pathLst>
          </a:custGeom>
          <a:solidFill>
            <a:srgbClr val="FFF9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182114" y="1776889"/>
            <a:ext cx="1072515" cy="79883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r" marR="95250">
              <a:lnSpc>
                <a:spcPct val="100000"/>
              </a:lnSpc>
              <a:spcBef>
                <a:spcPts val="520"/>
              </a:spcBef>
            </a:pPr>
            <a:r>
              <a:rPr dirty="0" sz="1000" spc="-25">
                <a:latin typeface="Arial"/>
                <a:cs typeface="Arial"/>
              </a:rPr>
              <a:t>VM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2090"/>
              </a:lnSpc>
              <a:spcBef>
                <a:spcPts val="765"/>
              </a:spcBef>
            </a:pPr>
            <a:r>
              <a:rPr dirty="0" sz="1800">
                <a:latin typeface="Arial"/>
                <a:cs typeface="Arial"/>
              </a:rPr>
              <a:t>Guest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OS</a:t>
            </a:r>
            <a:endParaRPr sz="1800">
              <a:latin typeface="Arial"/>
              <a:cs typeface="Arial"/>
            </a:endParaRPr>
          </a:p>
          <a:p>
            <a:pPr marL="22860">
              <a:lnSpc>
                <a:spcPts val="1610"/>
              </a:lnSpc>
            </a:pPr>
            <a:r>
              <a:rPr dirty="0" sz="1400">
                <a:latin typeface="Arial"/>
                <a:cs typeface="Arial"/>
              </a:rPr>
              <a:t>Device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driver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887982" y="3303270"/>
            <a:ext cx="3689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"/>
                <a:cs typeface="Arial"/>
              </a:rPr>
              <a:t>MMIO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636389" y="4161790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IRQ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763136" y="3305683"/>
            <a:ext cx="3073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DMA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278379" y="2494788"/>
            <a:ext cx="2383790" cy="2257425"/>
            <a:chOff x="2278379" y="2494788"/>
            <a:chExt cx="2383790" cy="2257425"/>
          </a:xfrm>
        </p:grpSpPr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76344" y="3663696"/>
              <a:ext cx="385572" cy="1088136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384547" y="3712591"/>
              <a:ext cx="234950" cy="976630"/>
            </a:xfrm>
            <a:custGeom>
              <a:avLst/>
              <a:gdLst/>
              <a:ahLst/>
              <a:cxnLst/>
              <a:rect l="l" t="t" r="r" b="b"/>
              <a:pathLst>
                <a:path w="234950" h="976629">
                  <a:moveTo>
                    <a:pt x="222250" y="963421"/>
                  </a:moveTo>
                  <a:lnTo>
                    <a:pt x="0" y="963421"/>
                  </a:lnTo>
                  <a:lnTo>
                    <a:pt x="0" y="976121"/>
                  </a:lnTo>
                  <a:lnTo>
                    <a:pt x="232155" y="976121"/>
                  </a:lnTo>
                  <a:lnTo>
                    <a:pt x="234950" y="973327"/>
                  </a:lnTo>
                  <a:lnTo>
                    <a:pt x="234950" y="969771"/>
                  </a:lnTo>
                  <a:lnTo>
                    <a:pt x="222250" y="969771"/>
                  </a:lnTo>
                  <a:lnTo>
                    <a:pt x="222250" y="963421"/>
                  </a:lnTo>
                  <a:close/>
                </a:path>
                <a:path w="234950" h="976629">
                  <a:moveTo>
                    <a:pt x="222250" y="51688"/>
                  </a:moveTo>
                  <a:lnTo>
                    <a:pt x="222250" y="969771"/>
                  </a:lnTo>
                  <a:lnTo>
                    <a:pt x="228600" y="963421"/>
                  </a:lnTo>
                  <a:lnTo>
                    <a:pt x="234950" y="963421"/>
                  </a:lnTo>
                  <a:lnTo>
                    <a:pt x="234950" y="58038"/>
                  </a:lnTo>
                  <a:lnTo>
                    <a:pt x="228600" y="58038"/>
                  </a:lnTo>
                  <a:lnTo>
                    <a:pt x="222250" y="51688"/>
                  </a:lnTo>
                  <a:close/>
                </a:path>
                <a:path w="234950" h="976629">
                  <a:moveTo>
                    <a:pt x="234950" y="963421"/>
                  </a:moveTo>
                  <a:lnTo>
                    <a:pt x="228600" y="963421"/>
                  </a:lnTo>
                  <a:lnTo>
                    <a:pt x="222250" y="969771"/>
                  </a:lnTo>
                  <a:lnTo>
                    <a:pt x="234950" y="969771"/>
                  </a:lnTo>
                  <a:lnTo>
                    <a:pt x="234950" y="963421"/>
                  </a:lnTo>
                  <a:close/>
                </a:path>
                <a:path w="234950" h="976629">
                  <a:moveTo>
                    <a:pt x="101346" y="0"/>
                  </a:moveTo>
                  <a:lnTo>
                    <a:pt x="12700" y="51688"/>
                  </a:lnTo>
                  <a:lnTo>
                    <a:pt x="101346" y="103377"/>
                  </a:lnTo>
                  <a:lnTo>
                    <a:pt x="105155" y="102361"/>
                  </a:lnTo>
                  <a:lnTo>
                    <a:pt x="108712" y="96265"/>
                  </a:lnTo>
                  <a:lnTo>
                    <a:pt x="107696" y="92455"/>
                  </a:lnTo>
                  <a:lnTo>
                    <a:pt x="48695" y="58038"/>
                  </a:lnTo>
                  <a:lnTo>
                    <a:pt x="25273" y="58038"/>
                  </a:lnTo>
                  <a:lnTo>
                    <a:pt x="25273" y="45338"/>
                  </a:lnTo>
                  <a:lnTo>
                    <a:pt x="48695" y="45338"/>
                  </a:lnTo>
                  <a:lnTo>
                    <a:pt x="107696" y="10921"/>
                  </a:lnTo>
                  <a:lnTo>
                    <a:pt x="108712" y="7111"/>
                  </a:lnTo>
                  <a:lnTo>
                    <a:pt x="105155" y="1015"/>
                  </a:lnTo>
                  <a:lnTo>
                    <a:pt x="101346" y="0"/>
                  </a:lnTo>
                  <a:close/>
                </a:path>
                <a:path w="234950" h="976629">
                  <a:moveTo>
                    <a:pt x="48695" y="45338"/>
                  </a:moveTo>
                  <a:lnTo>
                    <a:pt x="25273" y="45338"/>
                  </a:lnTo>
                  <a:lnTo>
                    <a:pt x="25273" y="58038"/>
                  </a:lnTo>
                  <a:lnTo>
                    <a:pt x="48695" y="58038"/>
                  </a:lnTo>
                  <a:lnTo>
                    <a:pt x="47171" y="57149"/>
                  </a:lnTo>
                  <a:lnTo>
                    <a:pt x="28448" y="57149"/>
                  </a:lnTo>
                  <a:lnTo>
                    <a:pt x="28448" y="46227"/>
                  </a:lnTo>
                  <a:lnTo>
                    <a:pt x="47171" y="46227"/>
                  </a:lnTo>
                  <a:lnTo>
                    <a:pt x="48695" y="45338"/>
                  </a:lnTo>
                  <a:close/>
                </a:path>
                <a:path w="234950" h="976629">
                  <a:moveTo>
                    <a:pt x="232155" y="45338"/>
                  </a:moveTo>
                  <a:lnTo>
                    <a:pt x="48695" y="45338"/>
                  </a:lnTo>
                  <a:lnTo>
                    <a:pt x="37809" y="51688"/>
                  </a:lnTo>
                  <a:lnTo>
                    <a:pt x="48695" y="58038"/>
                  </a:lnTo>
                  <a:lnTo>
                    <a:pt x="222250" y="58038"/>
                  </a:lnTo>
                  <a:lnTo>
                    <a:pt x="222250" y="51688"/>
                  </a:lnTo>
                  <a:lnTo>
                    <a:pt x="234950" y="51688"/>
                  </a:lnTo>
                  <a:lnTo>
                    <a:pt x="234950" y="48132"/>
                  </a:lnTo>
                  <a:lnTo>
                    <a:pt x="232155" y="45338"/>
                  </a:lnTo>
                  <a:close/>
                </a:path>
                <a:path w="234950" h="976629">
                  <a:moveTo>
                    <a:pt x="234950" y="51688"/>
                  </a:moveTo>
                  <a:lnTo>
                    <a:pt x="222250" y="51688"/>
                  </a:lnTo>
                  <a:lnTo>
                    <a:pt x="228600" y="58038"/>
                  </a:lnTo>
                  <a:lnTo>
                    <a:pt x="234950" y="58038"/>
                  </a:lnTo>
                  <a:lnTo>
                    <a:pt x="234950" y="51688"/>
                  </a:lnTo>
                  <a:close/>
                </a:path>
                <a:path w="234950" h="976629">
                  <a:moveTo>
                    <a:pt x="28448" y="46227"/>
                  </a:moveTo>
                  <a:lnTo>
                    <a:pt x="28448" y="57149"/>
                  </a:lnTo>
                  <a:lnTo>
                    <a:pt x="37809" y="51688"/>
                  </a:lnTo>
                  <a:lnTo>
                    <a:pt x="28448" y="46227"/>
                  </a:lnTo>
                  <a:close/>
                </a:path>
                <a:path w="234950" h="976629">
                  <a:moveTo>
                    <a:pt x="37809" y="51688"/>
                  </a:moveTo>
                  <a:lnTo>
                    <a:pt x="28448" y="57149"/>
                  </a:lnTo>
                  <a:lnTo>
                    <a:pt x="47171" y="57149"/>
                  </a:lnTo>
                  <a:lnTo>
                    <a:pt x="37809" y="51688"/>
                  </a:lnTo>
                  <a:close/>
                </a:path>
                <a:path w="234950" h="976629">
                  <a:moveTo>
                    <a:pt x="47171" y="46227"/>
                  </a:moveTo>
                  <a:lnTo>
                    <a:pt x="28448" y="46227"/>
                  </a:lnTo>
                  <a:lnTo>
                    <a:pt x="37809" y="51688"/>
                  </a:lnTo>
                  <a:lnTo>
                    <a:pt x="47171" y="4622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62655" y="3707045"/>
              <a:ext cx="374903" cy="152569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2983991" y="3711575"/>
              <a:ext cx="320675" cy="103505"/>
            </a:xfrm>
            <a:custGeom>
              <a:avLst/>
              <a:gdLst/>
              <a:ahLst/>
              <a:cxnLst/>
              <a:rect l="l" t="t" r="r" b="b"/>
              <a:pathLst>
                <a:path w="320675" h="103504">
                  <a:moveTo>
                    <a:pt x="88900" y="0"/>
                  </a:moveTo>
                  <a:lnTo>
                    <a:pt x="0" y="51181"/>
                  </a:lnTo>
                  <a:lnTo>
                    <a:pt x="88264" y="103377"/>
                  </a:lnTo>
                  <a:lnTo>
                    <a:pt x="92201" y="102488"/>
                  </a:lnTo>
                  <a:lnTo>
                    <a:pt x="95757" y="96393"/>
                  </a:lnTo>
                  <a:lnTo>
                    <a:pt x="94741" y="92456"/>
                  </a:lnTo>
                  <a:lnTo>
                    <a:pt x="36001" y="57802"/>
                  </a:lnTo>
                  <a:lnTo>
                    <a:pt x="12572" y="57657"/>
                  </a:lnTo>
                  <a:lnTo>
                    <a:pt x="12572" y="44957"/>
                  </a:lnTo>
                  <a:lnTo>
                    <a:pt x="36297" y="44957"/>
                  </a:lnTo>
                  <a:lnTo>
                    <a:pt x="95250" y="11049"/>
                  </a:lnTo>
                  <a:lnTo>
                    <a:pt x="96265" y="7112"/>
                  </a:lnTo>
                  <a:lnTo>
                    <a:pt x="94614" y="4063"/>
                  </a:lnTo>
                  <a:lnTo>
                    <a:pt x="92837" y="1143"/>
                  </a:lnTo>
                  <a:lnTo>
                    <a:pt x="88900" y="0"/>
                  </a:lnTo>
                  <a:close/>
                </a:path>
                <a:path w="320675" h="103504">
                  <a:moveTo>
                    <a:pt x="36045" y="45103"/>
                  </a:moveTo>
                  <a:lnTo>
                    <a:pt x="25122" y="51380"/>
                  </a:lnTo>
                  <a:lnTo>
                    <a:pt x="36001" y="57802"/>
                  </a:lnTo>
                  <a:lnTo>
                    <a:pt x="320547" y="59562"/>
                  </a:lnTo>
                  <a:lnTo>
                    <a:pt x="320547" y="46862"/>
                  </a:lnTo>
                  <a:lnTo>
                    <a:pt x="36045" y="45103"/>
                  </a:lnTo>
                  <a:close/>
                </a:path>
                <a:path w="320675" h="103504">
                  <a:moveTo>
                    <a:pt x="12572" y="44957"/>
                  </a:moveTo>
                  <a:lnTo>
                    <a:pt x="12572" y="57657"/>
                  </a:lnTo>
                  <a:lnTo>
                    <a:pt x="36001" y="57802"/>
                  </a:lnTo>
                  <a:lnTo>
                    <a:pt x="34250" y="56768"/>
                  </a:lnTo>
                  <a:lnTo>
                    <a:pt x="15747" y="56768"/>
                  </a:lnTo>
                  <a:lnTo>
                    <a:pt x="15747" y="45847"/>
                  </a:lnTo>
                  <a:lnTo>
                    <a:pt x="34751" y="45847"/>
                  </a:lnTo>
                  <a:lnTo>
                    <a:pt x="36045" y="45103"/>
                  </a:lnTo>
                  <a:lnTo>
                    <a:pt x="12572" y="44957"/>
                  </a:lnTo>
                  <a:close/>
                </a:path>
                <a:path w="320675" h="103504">
                  <a:moveTo>
                    <a:pt x="15747" y="45847"/>
                  </a:moveTo>
                  <a:lnTo>
                    <a:pt x="15747" y="56768"/>
                  </a:lnTo>
                  <a:lnTo>
                    <a:pt x="25122" y="51380"/>
                  </a:lnTo>
                  <a:lnTo>
                    <a:pt x="15747" y="45847"/>
                  </a:lnTo>
                  <a:close/>
                </a:path>
                <a:path w="320675" h="103504">
                  <a:moveTo>
                    <a:pt x="25122" y="51380"/>
                  </a:moveTo>
                  <a:lnTo>
                    <a:pt x="15747" y="56768"/>
                  </a:lnTo>
                  <a:lnTo>
                    <a:pt x="34250" y="56768"/>
                  </a:lnTo>
                  <a:lnTo>
                    <a:pt x="25122" y="51380"/>
                  </a:lnTo>
                  <a:close/>
                </a:path>
                <a:path w="320675" h="103504">
                  <a:moveTo>
                    <a:pt x="34751" y="45847"/>
                  </a:moveTo>
                  <a:lnTo>
                    <a:pt x="15747" y="45847"/>
                  </a:lnTo>
                  <a:lnTo>
                    <a:pt x="25122" y="51380"/>
                  </a:lnTo>
                  <a:lnTo>
                    <a:pt x="34751" y="45847"/>
                  </a:lnTo>
                  <a:close/>
                </a:path>
                <a:path w="320675" h="103504">
                  <a:moveTo>
                    <a:pt x="36297" y="44957"/>
                  </a:moveTo>
                  <a:lnTo>
                    <a:pt x="12572" y="44957"/>
                  </a:lnTo>
                  <a:lnTo>
                    <a:pt x="36045" y="45103"/>
                  </a:lnTo>
                  <a:lnTo>
                    <a:pt x="36297" y="4495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78379" y="2494788"/>
              <a:ext cx="243839" cy="1213104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2348991" y="2595372"/>
              <a:ext cx="103505" cy="1050290"/>
            </a:xfrm>
            <a:custGeom>
              <a:avLst/>
              <a:gdLst/>
              <a:ahLst/>
              <a:cxnLst/>
              <a:rect l="l" t="t" r="r" b="b"/>
              <a:pathLst>
                <a:path w="103505" h="1050289">
                  <a:moveTo>
                    <a:pt x="51419" y="25203"/>
                  </a:moveTo>
                  <a:lnTo>
                    <a:pt x="45059" y="36184"/>
                  </a:lnTo>
                  <a:lnTo>
                    <a:pt x="49402" y="1050035"/>
                  </a:lnTo>
                  <a:lnTo>
                    <a:pt x="62103" y="1050035"/>
                  </a:lnTo>
                  <a:lnTo>
                    <a:pt x="57759" y="36184"/>
                  </a:lnTo>
                  <a:lnTo>
                    <a:pt x="57758" y="35959"/>
                  </a:lnTo>
                  <a:lnTo>
                    <a:pt x="51419" y="25203"/>
                  </a:lnTo>
                  <a:close/>
                </a:path>
                <a:path w="103505" h="1050289">
                  <a:moveTo>
                    <a:pt x="51307" y="0"/>
                  </a:moveTo>
                  <a:lnTo>
                    <a:pt x="1777" y="85725"/>
                  </a:lnTo>
                  <a:lnTo>
                    <a:pt x="0" y="88773"/>
                  </a:lnTo>
                  <a:lnTo>
                    <a:pt x="917" y="92328"/>
                  </a:lnTo>
                  <a:lnTo>
                    <a:pt x="1015" y="92710"/>
                  </a:lnTo>
                  <a:lnTo>
                    <a:pt x="7112" y="96265"/>
                  </a:lnTo>
                  <a:lnTo>
                    <a:pt x="10921" y="95123"/>
                  </a:lnTo>
                  <a:lnTo>
                    <a:pt x="45059" y="36184"/>
                  </a:lnTo>
                  <a:lnTo>
                    <a:pt x="44957" y="12573"/>
                  </a:lnTo>
                  <a:lnTo>
                    <a:pt x="58717" y="12573"/>
                  </a:lnTo>
                  <a:lnTo>
                    <a:pt x="51307" y="0"/>
                  </a:lnTo>
                  <a:close/>
                </a:path>
                <a:path w="103505" h="1050289">
                  <a:moveTo>
                    <a:pt x="58717" y="12573"/>
                  </a:moveTo>
                  <a:lnTo>
                    <a:pt x="57657" y="12573"/>
                  </a:lnTo>
                  <a:lnTo>
                    <a:pt x="57758" y="35959"/>
                  </a:lnTo>
                  <a:lnTo>
                    <a:pt x="90677" y="91820"/>
                  </a:lnTo>
                  <a:lnTo>
                    <a:pt x="92456" y="94868"/>
                  </a:lnTo>
                  <a:lnTo>
                    <a:pt x="96265" y="95885"/>
                  </a:lnTo>
                  <a:lnTo>
                    <a:pt x="102362" y="92328"/>
                  </a:lnTo>
                  <a:lnTo>
                    <a:pt x="103279" y="88773"/>
                  </a:lnTo>
                  <a:lnTo>
                    <a:pt x="103377" y="88391"/>
                  </a:lnTo>
                  <a:lnTo>
                    <a:pt x="101600" y="85343"/>
                  </a:lnTo>
                  <a:lnTo>
                    <a:pt x="58717" y="12573"/>
                  </a:lnTo>
                  <a:close/>
                </a:path>
                <a:path w="103505" h="1050289">
                  <a:moveTo>
                    <a:pt x="57657" y="12573"/>
                  </a:moveTo>
                  <a:lnTo>
                    <a:pt x="44957" y="12573"/>
                  </a:lnTo>
                  <a:lnTo>
                    <a:pt x="45059" y="36184"/>
                  </a:lnTo>
                  <a:lnTo>
                    <a:pt x="51419" y="25203"/>
                  </a:lnTo>
                  <a:lnTo>
                    <a:pt x="45846" y="15748"/>
                  </a:lnTo>
                  <a:lnTo>
                    <a:pt x="57671" y="15748"/>
                  </a:lnTo>
                  <a:lnTo>
                    <a:pt x="57657" y="12573"/>
                  </a:lnTo>
                  <a:close/>
                </a:path>
                <a:path w="103505" h="1050289">
                  <a:moveTo>
                    <a:pt x="57671" y="15748"/>
                  </a:moveTo>
                  <a:lnTo>
                    <a:pt x="56895" y="15748"/>
                  </a:lnTo>
                  <a:lnTo>
                    <a:pt x="51419" y="25203"/>
                  </a:lnTo>
                  <a:lnTo>
                    <a:pt x="57758" y="35959"/>
                  </a:lnTo>
                  <a:lnTo>
                    <a:pt x="57671" y="15748"/>
                  </a:lnTo>
                  <a:close/>
                </a:path>
                <a:path w="103505" h="1050289">
                  <a:moveTo>
                    <a:pt x="56895" y="15748"/>
                  </a:moveTo>
                  <a:lnTo>
                    <a:pt x="45846" y="15748"/>
                  </a:lnTo>
                  <a:lnTo>
                    <a:pt x="51419" y="25203"/>
                  </a:lnTo>
                  <a:lnTo>
                    <a:pt x="56895" y="1574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1840229" y="4243578"/>
            <a:ext cx="864235" cy="226060"/>
          </a:xfrm>
          <a:prstGeom prst="rect">
            <a:avLst/>
          </a:prstGeom>
          <a:solidFill>
            <a:srgbClr val="D4D4D4"/>
          </a:solidFill>
          <a:ln w="25908">
            <a:solidFill>
              <a:srgbClr val="000000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 marL="24892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Arial"/>
                <a:cs typeface="Arial"/>
              </a:rPr>
              <a:t>MMU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2232405" y="2611247"/>
            <a:ext cx="76200" cy="1632585"/>
          </a:xfrm>
          <a:custGeom>
            <a:avLst/>
            <a:gdLst/>
            <a:ahLst/>
            <a:cxnLst/>
            <a:rect l="l" t="t" r="r" b="b"/>
            <a:pathLst>
              <a:path w="76200" h="1632585">
                <a:moveTo>
                  <a:pt x="0" y="1557020"/>
                </a:moveTo>
                <a:lnTo>
                  <a:pt x="39243" y="1632584"/>
                </a:lnTo>
                <a:lnTo>
                  <a:pt x="63595" y="1582039"/>
                </a:lnTo>
                <a:lnTo>
                  <a:pt x="28575" y="1582039"/>
                </a:lnTo>
                <a:lnTo>
                  <a:pt x="28474" y="1575345"/>
                </a:lnTo>
                <a:lnTo>
                  <a:pt x="0" y="1557020"/>
                </a:lnTo>
                <a:close/>
              </a:path>
              <a:path w="76200" h="1632585">
                <a:moveTo>
                  <a:pt x="28474" y="1575345"/>
                </a:moveTo>
                <a:lnTo>
                  <a:pt x="28575" y="1582039"/>
                </a:lnTo>
                <a:lnTo>
                  <a:pt x="38385" y="1581850"/>
                </a:lnTo>
                <a:lnTo>
                  <a:pt x="38582" y="1581850"/>
                </a:lnTo>
                <a:lnTo>
                  <a:pt x="28474" y="1575345"/>
                </a:lnTo>
                <a:close/>
              </a:path>
              <a:path w="76200" h="1632585">
                <a:moveTo>
                  <a:pt x="48287" y="1575049"/>
                </a:moveTo>
                <a:lnTo>
                  <a:pt x="38385" y="1581850"/>
                </a:lnTo>
                <a:lnTo>
                  <a:pt x="28575" y="1582039"/>
                </a:lnTo>
                <a:lnTo>
                  <a:pt x="63595" y="1582039"/>
                </a:lnTo>
                <a:lnTo>
                  <a:pt x="63686" y="1581850"/>
                </a:lnTo>
                <a:lnTo>
                  <a:pt x="48389" y="1581850"/>
                </a:lnTo>
                <a:lnTo>
                  <a:pt x="48287" y="1575049"/>
                </a:lnTo>
                <a:close/>
              </a:path>
              <a:path w="76200" h="1632585">
                <a:moveTo>
                  <a:pt x="24637" y="0"/>
                </a:moveTo>
                <a:lnTo>
                  <a:pt x="4825" y="253"/>
                </a:lnTo>
                <a:lnTo>
                  <a:pt x="28470" y="1575049"/>
                </a:lnTo>
                <a:lnTo>
                  <a:pt x="28474" y="1575345"/>
                </a:lnTo>
                <a:lnTo>
                  <a:pt x="38582" y="1581850"/>
                </a:lnTo>
                <a:lnTo>
                  <a:pt x="38385" y="1581850"/>
                </a:lnTo>
                <a:lnTo>
                  <a:pt x="48287" y="1575049"/>
                </a:lnTo>
                <a:lnTo>
                  <a:pt x="24641" y="253"/>
                </a:lnTo>
                <a:lnTo>
                  <a:pt x="24637" y="0"/>
                </a:lnTo>
                <a:close/>
              </a:path>
              <a:path w="76200" h="1632585">
                <a:moveTo>
                  <a:pt x="76200" y="1555877"/>
                </a:moveTo>
                <a:lnTo>
                  <a:pt x="48287" y="1575049"/>
                </a:lnTo>
                <a:lnTo>
                  <a:pt x="48389" y="1581850"/>
                </a:lnTo>
                <a:lnTo>
                  <a:pt x="63686" y="1581850"/>
                </a:lnTo>
                <a:lnTo>
                  <a:pt x="76200" y="1555877"/>
                </a:lnTo>
                <a:close/>
              </a:path>
            </a:pathLst>
          </a:custGeom>
          <a:solidFill>
            <a:srgbClr val="1FD7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1824989" y="3646170"/>
            <a:ext cx="1160145" cy="234950"/>
          </a:xfrm>
          <a:prstGeom prst="rect">
            <a:avLst/>
          </a:prstGeom>
          <a:solidFill>
            <a:srgbClr val="FFD361"/>
          </a:solidFill>
          <a:ln w="25908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65"/>
              </a:spcBef>
            </a:pPr>
            <a:r>
              <a:rPr dirty="0" sz="1200" spc="-25">
                <a:latin typeface="Arial"/>
                <a:cs typeface="Arial"/>
              </a:rPr>
              <a:t>KVM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2233041" y="2537460"/>
            <a:ext cx="1627505" cy="2074545"/>
            <a:chOff x="2233041" y="2537460"/>
            <a:chExt cx="1627505" cy="2074545"/>
          </a:xfrm>
        </p:grpSpPr>
        <p:pic>
          <p:nvPicPr>
            <p:cNvPr id="39" name="object 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33041" y="4459224"/>
              <a:ext cx="76072" cy="77977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16452" y="4367783"/>
              <a:ext cx="243839" cy="24383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89223" y="4468367"/>
              <a:ext cx="103377" cy="97281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90544" y="2537460"/>
              <a:ext cx="243839" cy="1769364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3662172" y="2638044"/>
              <a:ext cx="103505" cy="1605915"/>
            </a:xfrm>
            <a:custGeom>
              <a:avLst/>
              <a:gdLst/>
              <a:ahLst/>
              <a:cxnLst/>
              <a:rect l="l" t="t" r="r" b="b"/>
              <a:pathLst>
                <a:path w="103504" h="1605914">
                  <a:moveTo>
                    <a:pt x="50675" y="25124"/>
                  </a:moveTo>
                  <a:lnTo>
                    <a:pt x="44566" y="36036"/>
                  </a:lnTo>
                  <a:lnTo>
                    <a:pt x="69468" y="1605787"/>
                  </a:lnTo>
                  <a:lnTo>
                    <a:pt x="82171" y="1605787"/>
                  </a:lnTo>
                  <a:lnTo>
                    <a:pt x="57270" y="36036"/>
                  </a:lnTo>
                  <a:lnTo>
                    <a:pt x="50675" y="25124"/>
                  </a:lnTo>
                  <a:close/>
                </a:path>
                <a:path w="103504" h="1605914">
                  <a:moveTo>
                    <a:pt x="50291" y="0"/>
                  </a:moveTo>
                  <a:lnTo>
                    <a:pt x="1777" y="86359"/>
                  </a:lnTo>
                  <a:lnTo>
                    <a:pt x="0" y="89407"/>
                  </a:lnTo>
                  <a:lnTo>
                    <a:pt x="1142" y="93344"/>
                  </a:lnTo>
                  <a:lnTo>
                    <a:pt x="4190" y="94995"/>
                  </a:lnTo>
                  <a:lnTo>
                    <a:pt x="7238" y="96773"/>
                  </a:lnTo>
                  <a:lnTo>
                    <a:pt x="11049" y="95630"/>
                  </a:lnTo>
                  <a:lnTo>
                    <a:pt x="12826" y="92582"/>
                  </a:lnTo>
                  <a:lnTo>
                    <a:pt x="44552" y="36036"/>
                  </a:lnTo>
                  <a:lnTo>
                    <a:pt x="44246" y="15875"/>
                  </a:lnTo>
                  <a:lnTo>
                    <a:pt x="44195" y="12700"/>
                  </a:lnTo>
                  <a:lnTo>
                    <a:pt x="56895" y="12445"/>
                  </a:lnTo>
                  <a:lnTo>
                    <a:pt x="57830" y="12445"/>
                  </a:lnTo>
                  <a:lnTo>
                    <a:pt x="50291" y="0"/>
                  </a:lnTo>
                  <a:close/>
                </a:path>
                <a:path w="103504" h="1605914">
                  <a:moveTo>
                    <a:pt x="57830" y="12445"/>
                  </a:moveTo>
                  <a:lnTo>
                    <a:pt x="56895" y="12445"/>
                  </a:lnTo>
                  <a:lnTo>
                    <a:pt x="57270" y="36036"/>
                  </a:lnTo>
                  <a:lnTo>
                    <a:pt x="90677" y="91312"/>
                  </a:lnTo>
                  <a:lnTo>
                    <a:pt x="92582" y="94360"/>
                  </a:lnTo>
                  <a:lnTo>
                    <a:pt x="96392" y="95250"/>
                  </a:lnTo>
                  <a:lnTo>
                    <a:pt x="102488" y="91693"/>
                  </a:lnTo>
                  <a:lnTo>
                    <a:pt x="103377" y="87756"/>
                  </a:lnTo>
                  <a:lnTo>
                    <a:pt x="101600" y="84708"/>
                  </a:lnTo>
                  <a:lnTo>
                    <a:pt x="57830" y="12445"/>
                  </a:lnTo>
                  <a:close/>
                </a:path>
                <a:path w="103504" h="1605914">
                  <a:moveTo>
                    <a:pt x="56895" y="12445"/>
                  </a:moveTo>
                  <a:lnTo>
                    <a:pt x="44195" y="12700"/>
                  </a:lnTo>
                  <a:lnTo>
                    <a:pt x="44566" y="36036"/>
                  </a:lnTo>
                  <a:lnTo>
                    <a:pt x="50675" y="25124"/>
                  </a:lnTo>
                  <a:lnTo>
                    <a:pt x="45085" y="15875"/>
                  </a:lnTo>
                  <a:lnTo>
                    <a:pt x="56006" y="15620"/>
                  </a:lnTo>
                  <a:lnTo>
                    <a:pt x="56946" y="15620"/>
                  </a:lnTo>
                  <a:lnTo>
                    <a:pt x="56895" y="12445"/>
                  </a:lnTo>
                  <a:close/>
                </a:path>
                <a:path w="103504" h="1605914">
                  <a:moveTo>
                    <a:pt x="56946" y="15620"/>
                  </a:moveTo>
                  <a:lnTo>
                    <a:pt x="56006" y="15620"/>
                  </a:lnTo>
                  <a:lnTo>
                    <a:pt x="50675" y="25124"/>
                  </a:lnTo>
                  <a:lnTo>
                    <a:pt x="57270" y="36036"/>
                  </a:lnTo>
                  <a:lnTo>
                    <a:pt x="56950" y="15875"/>
                  </a:lnTo>
                  <a:lnTo>
                    <a:pt x="56946" y="15620"/>
                  </a:lnTo>
                  <a:close/>
                </a:path>
                <a:path w="103504" h="1605914">
                  <a:moveTo>
                    <a:pt x="56006" y="15620"/>
                  </a:moveTo>
                  <a:lnTo>
                    <a:pt x="45085" y="15875"/>
                  </a:lnTo>
                  <a:lnTo>
                    <a:pt x="50675" y="25124"/>
                  </a:lnTo>
                  <a:lnTo>
                    <a:pt x="56006" y="1562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3306317" y="3629405"/>
            <a:ext cx="1079500" cy="273050"/>
          </a:xfrm>
          <a:prstGeom prst="rect">
            <a:avLst/>
          </a:prstGeom>
          <a:solidFill>
            <a:srgbClr val="FADACC"/>
          </a:solidFill>
          <a:ln w="25907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1200" spc="-20">
                <a:latin typeface="Arial"/>
                <a:cs typeface="Arial"/>
              </a:rPr>
              <a:t>VFIO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809369" y="5148148"/>
            <a:ext cx="274256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Arial"/>
                <a:cs typeface="Arial"/>
              </a:rPr>
              <a:t>VFIO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(simplified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view)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7028433" y="4993894"/>
            <a:ext cx="27222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Arial"/>
                <a:cs typeface="Arial"/>
              </a:rPr>
              <a:t>Virtio</a:t>
            </a:r>
            <a:r>
              <a:rPr dirty="0" sz="2200" spc="-11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(simplified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view)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7245081" y="1766272"/>
            <a:ext cx="2757170" cy="928369"/>
            <a:chOff x="7245081" y="1766272"/>
            <a:chExt cx="2757170" cy="928369"/>
          </a:xfrm>
        </p:grpSpPr>
        <p:pic>
          <p:nvPicPr>
            <p:cNvPr id="48" name="object 4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5081" y="1766272"/>
              <a:ext cx="2756946" cy="928203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0956" y="1770887"/>
              <a:ext cx="426720" cy="352043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83196" y="1784603"/>
              <a:ext cx="2680716" cy="851915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7283196" y="1784603"/>
              <a:ext cx="2680970" cy="852169"/>
            </a:xfrm>
            <a:custGeom>
              <a:avLst/>
              <a:gdLst/>
              <a:ahLst/>
              <a:cxnLst/>
              <a:rect l="l" t="t" r="r" b="b"/>
              <a:pathLst>
                <a:path w="2680970" h="852169">
                  <a:moveTo>
                    <a:pt x="0" y="851915"/>
                  </a:moveTo>
                  <a:lnTo>
                    <a:pt x="2680716" y="851915"/>
                  </a:lnTo>
                  <a:lnTo>
                    <a:pt x="2680716" y="0"/>
                  </a:lnTo>
                  <a:lnTo>
                    <a:pt x="0" y="0"/>
                  </a:lnTo>
                  <a:lnTo>
                    <a:pt x="0" y="85191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319772" y="2008631"/>
              <a:ext cx="1889760" cy="586740"/>
            </a:xfrm>
            <a:custGeom>
              <a:avLst/>
              <a:gdLst/>
              <a:ahLst/>
              <a:cxnLst/>
              <a:rect l="l" t="t" r="r" b="b"/>
              <a:pathLst>
                <a:path w="1889759" h="586739">
                  <a:moveTo>
                    <a:pt x="1791970" y="0"/>
                  </a:moveTo>
                  <a:lnTo>
                    <a:pt x="97789" y="0"/>
                  </a:lnTo>
                  <a:lnTo>
                    <a:pt x="59739" y="7689"/>
                  </a:lnTo>
                  <a:lnTo>
                    <a:pt x="28654" y="28654"/>
                  </a:lnTo>
                  <a:lnTo>
                    <a:pt x="7689" y="59739"/>
                  </a:lnTo>
                  <a:lnTo>
                    <a:pt x="0" y="97789"/>
                  </a:lnTo>
                  <a:lnTo>
                    <a:pt x="0" y="488950"/>
                  </a:lnTo>
                  <a:lnTo>
                    <a:pt x="7689" y="527000"/>
                  </a:lnTo>
                  <a:lnTo>
                    <a:pt x="28654" y="558085"/>
                  </a:lnTo>
                  <a:lnTo>
                    <a:pt x="59739" y="579050"/>
                  </a:lnTo>
                  <a:lnTo>
                    <a:pt x="97789" y="586739"/>
                  </a:lnTo>
                  <a:lnTo>
                    <a:pt x="1791970" y="586739"/>
                  </a:lnTo>
                  <a:lnTo>
                    <a:pt x="1830020" y="579050"/>
                  </a:lnTo>
                  <a:lnTo>
                    <a:pt x="1861105" y="558085"/>
                  </a:lnTo>
                  <a:lnTo>
                    <a:pt x="1882070" y="527000"/>
                  </a:lnTo>
                  <a:lnTo>
                    <a:pt x="1889759" y="488950"/>
                  </a:lnTo>
                  <a:lnTo>
                    <a:pt x="1889759" y="97789"/>
                  </a:lnTo>
                  <a:lnTo>
                    <a:pt x="1882070" y="59739"/>
                  </a:lnTo>
                  <a:lnTo>
                    <a:pt x="1861105" y="28654"/>
                  </a:lnTo>
                  <a:lnTo>
                    <a:pt x="1830020" y="7689"/>
                  </a:lnTo>
                  <a:lnTo>
                    <a:pt x="1791970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581900" y="2325623"/>
              <a:ext cx="1419225" cy="241300"/>
            </a:xfrm>
            <a:custGeom>
              <a:avLst/>
              <a:gdLst/>
              <a:ahLst/>
              <a:cxnLst/>
              <a:rect l="l" t="t" r="r" b="b"/>
              <a:pathLst>
                <a:path w="1419225" h="241300">
                  <a:moveTo>
                    <a:pt x="1378711" y="0"/>
                  </a:moveTo>
                  <a:lnTo>
                    <a:pt x="40131" y="0"/>
                  </a:lnTo>
                  <a:lnTo>
                    <a:pt x="24485" y="3145"/>
                  </a:lnTo>
                  <a:lnTo>
                    <a:pt x="11731" y="11731"/>
                  </a:lnTo>
                  <a:lnTo>
                    <a:pt x="3145" y="24485"/>
                  </a:lnTo>
                  <a:lnTo>
                    <a:pt x="0" y="40131"/>
                  </a:lnTo>
                  <a:lnTo>
                    <a:pt x="0" y="200660"/>
                  </a:lnTo>
                  <a:lnTo>
                    <a:pt x="3145" y="216306"/>
                  </a:lnTo>
                  <a:lnTo>
                    <a:pt x="11731" y="229060"/>
                  </a:lnTo>
                  <a:lnTo>
                    <a:pt x="24485" y="237646"/>
                  </a:lnTo>
                  <a:lnTo>
                    <a:pt x="40131" y="240791"/>
                  </a:lnTo>
                  <a:lnTo>
                    <a:pt x="1378711" y="240791"/>
                  </a:lnTo>
                  <a:lnTo>
                    <a:pt x="1394358" y="237646"/>
                  </a:lnTo>
                  <a:lnTo>
                    <a:pt x="1407112" y="229060"/>
                  </a:lnTo>
                  <a:lnTo>
                    <a:pt x="1415698" y="216306"/>
                  </a:lnTo>
                  <a:lnTo>
                    <a:pt x="1418844" y="200660"/>
                  </a:lnTo>
                  <a:lnTo>
                    <a:pt x="1418844" y="40131"/>
                  </a:lnTo>
                  <a:lnTo>
                    <a:pt x="1415698" y="24485"/>
                  </a:lnTo>
                  <a:lnTo>
                    <a:pt x="1407112" y="11731"/>
                  </a:lnTo>
                  <a:lnTo>
                    <a:pt x="1394358" y="3145"/>
                  </a:lnTo>
                  <a:lnTo>
                    <a:pt x="1378711" y="0"/>
                  </a:lnTo>
                  <a:close/>
                </a:path>
              </a:pathLst>
            </a:custGeom>
            <a:solidFill>
              <a:srgbClr val="FFF96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7261859" y="2772155"/>
            <a:ext cx="2775585" cy="619125"/>
            <a:chOff x="7261859" y="2772155"/>
            <a:chExt cx="2775585" cy="619125"/>
          </a:xfrm>
        </p:grpSpPr>
        <p:sp>
          <p:nvSpPr>
            <p:cNvPr id="55" name="object 55" descr=""/>
            <p:cNvSpPr/>
            <p:nvPr/>
          </p:nvSpPr>
          <p:spPr>
            <a:xfrm>
              <a:off x="7261859" y="2772155"/>
              <a:ext cx="2775585" cy="619125"/>
            </a:xfrm>
            <a:custGeom>
              <a:avLst/>
              <a:gdLst/>
              <a:ahLst/>
              <a:cxnLst/>
              <a:rect l="l" t="t" r="r" b="b"/>
              <a:pathLst>
                <a:path w="2775584" h="619125">
                  <a:moveTo>
                    <a:pt x="2672080" y="0"/>
                  </a:moveTo>
                  <a:lnTo>
                    <a:pt x="103124" y="0"/>
                  </a:lnTo>
                  <a:lnTo>
                    <a:pt x="63007" y="8112"/>
                  </a:lnTo>
                  <a:lnTo>
                    <a:pt x="30225" y="30225"/>
                  </a:lnTo>
                  <a:lnTo>
                    <a:pt x="8112" y="63007"/>
                  </a:lnTo>
                  <a:lnTo>
                    <a:pt x="0" y="103124"/>
                  </a:lnTo>
                  <a:lnTo>
                    <a:pt x="0" y="515620"/>
                  </a:lnTo>
                  <a:lnTo>
                    <a:pt x="8112" y="555736"/>
                  </a:lnTo>
                  <a:lnTo>
                    <a:pt x="30226" y="588518"/>
                  </a:lnTo>
                  <a:lnTo>
                    <a:pt x="63007" y="610631"/>
                  </a:lnTo>
                  <a:lnTo>
                    <a:pt x="103124" y="618744"/>
                  </a:lnTo>
                  <a:lnTo>
                    <a:pt x="2672080" y="618744"/>
                  </a:lnTo>
                  <a:lnTo>
                    <a:pt x="2712196" y="610631"/>
                  </a:lnTo>
                  <a:lnTo>
                    <a:pt x="2744978" y="588518"/>
                  </a:lnTo>
                  <a:lnTo>
                    <a:pt x="2767091" y="555736"/>
                  </a:lnTo>
                  <a:lnTo>
                    <a:pt x="2775204" y="515620"/>
                  </a:lnTo>
                  <a:lnTo>
                    <a:pt x="2775204" y="103124"/>
                  </a:lnTo>
                  <a:lnTo>
                    <a:pt x="2767091" y="63007"/>
                  </a:lnTo>
                  <a:lnTo>
                    <a:pt x="2744978" y="30226"/>
                  </a:lnTo>
                  <a:lnTo>
                    <a:pt x="2712196" y="8112"/>
                  </a:lnTo>
                  <a:lnTo>
                    <a:pt x="2672080" y="0"/>
                  </a:lnTo>
                  <a:close/>
                </a:path>
              </a:pathLst>
            </a:custGeom>
            <a:solidFill>
              <a:srgbClr val="7AB0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613647" y="3119627"/>
              <a:ext cx="1419225" cy="242570"/>
            </a:xfrm>
            <a:custGeom>
              <a:avLst/>
              <a:gdLst/>
              <a:ahLst/>
              <a:cxnLst/>
              <a:rect l="l" t="t" r="r" b="b"/>
              <a:pathLst>
                <a:path w="1419225" h="242570">
                  <a:moveTo>
                    <a:pt x="1378457" y="0"/>
                  </a:moveTo>
                  <a:lnTo>
                    <a:pt x="40385" y="0"/>
                  </a:lnTo>
                  <a:lnTo>
                    <a:pt x="24645" y="3167"/>
                  </a:lnTo>
                  <a:lnTo>
                    <a:pt x="11810" y="11811"/>
                  </a:lnTo>
                  <a:lnTo>
                    <a:pt x="3167" y="24645"/>
                  </a:lnTo>
                  <a:lnTo>
                    <a:pt x="0" y="40386"/>
                  </a:lnTo>
                  <a:lnTo>
                    <a:pt x="0" y="201930"/>
                  </a:lnTo>
                  <a:lnTo>
                    <a:pt x="3167" y="217670"/>
                  </a:lnTo>
                  <a:lnTo>
                    <a:pt x="11810" y="230505"/>
                  </a:lnTo>
                  <a:lnTo>
                    <a:pt x="24645" y="239148"/>
                  </a:lnTo>
                  <a:lnTo>
                    <a:pt x="40385" y="242316"/>
                  </a:lnTo>
                  <a:lnTo>
                    <a:pt x="1378457" y="242316"/>
                  </a:lnTo>
                  <a:lnTo>
                    <a:pt x="1394198" y="239148"/>
                  </a:lnTo>
                  <a:lnTo>
                    <a:pt x="1407032" y="230505"/>
                  </a:lnTo>
                  <a:lnTo>
                    <a:pt x="1415676" y="217670"/>
                  </a:lnTo>
                  <a:lnTo>
                    <a:pt x="1418844" y="201930"/>
                  </a:lnTo>
                  <a:lnTo>
                    <a:pt x="1418844" y="40386"/>
                  </a:lnTo>
                  <a:lnTo>
                    <a:pt x="1415676" y="24645"/>
                  </a:lnTo>
                  <a:lnTo>
                    <a:pt x="1407032" y="11811"/>
                  </a:lnTo>
                  <a:lnTo>
                    <a:pt x="1394198" y="3167"/>
                  </a:lnTo>
                  <a:lnTo>
                    <a:pt x="1378457" y="0"/>
                  </a:lnTo>
                  <a:close/>
                </a:path>
              </a:pathLst>
            </a:custGeom>
            <a:solidFill>
              <a:srgbClr val="FFF9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7287768" y="1762481"/>
            <a:ext cx="2672080" cy="79819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515"/>
              </a:spcBef>
            </a:pPr>
            <a:r>
              <a:rPr dirty="0" sz="1000" spc="-25">
                <a:latin typeface="Arial"/>
                <a:cs typeface="Arial"/>
              </a:rPr>
              <a:t>VM</a:t>
            </a:r>
            <a:endParaRPr sz="1000">
              <a:latin typeface="Arial"/>
              <a:cs typeface="Arial"/>
            </a:endParaRPr>
          </a:p>
          <a:p>
            <a:pPr marL="474345">
              <a:lnSpc>
                <a:spcPts val="2095"/>
              </a:lnSpc>
              <a:spcBef>
                <a:spcPts val="760"/>
              </a:spcBef>
            </a:pPr>
            <a:r>
              <a:rPr dirty="0" sz="1800">
                <a:latin typeface="Arial"/>
                <a:cs typeface="Arial"/>
              </a:rPr>
              <a:t>Guest</a:t>
            </a:r>
            <a:r>
              <a:rPr dirty="0" sz="1800" spc="-25">
                <a:latin typeface="Arial"/>
                <a:cs typeface="Arial"/>
              </a:rPr>
              <a:t> OS</a:t>
            </a:r>
            <a:endParaRPr sz="1800">
              <a:latin typeface="Arial"/>
              <a:cs typeface="Arial"/>
            </a:endParaRPr>
          </a:p>
          <a:p>
            <a:pPr marL="451484">
              <a:lnSpc>
                <a:spcPts val="1614"/>
              </a:lnSpc>
            </a:pPr>
            <a:r>
              <a:rPr dirty="0" sz="1400">
                <a:latin typeface="Arial"/>
                <a:cs typeface="Arial"/>
              </a:rPr>
              <a:t>Virtio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frontend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8294369" y="2815704"/>
            <a:ext cx="1605280" cy="53975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800" spc="-20">
                <a:latin typeface="Arial"/>
                <a:cs typeface="Arial"/>
              </a:rPr>
              <a:t>QEMU</a:t>
            </a:r>
            <a:endParaRPr sz="1800">
              <a:latin typeface="Arial"/>
              <a:cs typeface="Arial"/>
            </a:endParaRPr>
          </a:p>
          <a:p>
            <a:pPr marL="46609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latin typeface="Arial"/>
                <a:cs typeface="Arial"/>
              </a:rPr>
              <a:t>Virtio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backend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6882383" y="4110228"/>
            <a:ext cx="3208655" cy="0"/>
          </a:xfrm>
          <a:custGeom>
            <a:avLst/>
            <a:gdLst/>
            <a:ahLst/>
            <a:cxnLst/>
            <a:rect l="l" t="t" r="r" b="b"/>
            <a:pathLst>
              <a:path w="3208654" h="0">
                <a:moveTo>
                  <a:pt x="0" y="0"/>
                </a:moveTo>
                <a:lnTo>
                  <a:pt x="3208655" y="0"/>
                </a:lnTo>
              </a:path>
            </a:pathLst>
          </a:custGeom>
          <a:ln w="15240">
            <a:solidFill>
              <a:srgbClr val="F9B4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6882383" y="3491484"/>
            <a:ext cx="3208655" cy="15240"/>
          </a:xfrm>
          <a:custGeom>
            <a:avLst/>
            <a:gdLst/>
            <a:ahLst/>
            <a:cxnLst/>
            <a:rect l="l" t="t" r="r" b="b"/>
            <a:pathLst>
              <a:path w="3208654" h="15239">
                <a:moveTo>
                  <a:pt x="0" y="0"/>
                </a:moveTo>
                <a:lnTo>
                  <a:pt x="3208655" y="14986"/>
                </a:lnTo>
              </a:path>
            </a:pathLst>
          </a:custGeom>
          <a:ln w="15240">
            <a:solidFill>
              <a:srgbClr val="F9B4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7351014" y="4243578"/>
            <a:ext cx="2560320" cy="264160"/>
          </a:xfrm>
          <a:prstGeom prst="rect">
            <a:avLst/>
          </a:prstGeom>
          <a:solidFill>
            <a:srgbClr val="D4D4D4"/>
          </a:solidFill>
          <a:ln w="25907">
            <a:solidFill>
              <a:srgbClr val="000000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200">
                <a:latin typeface="Arial"/>
                <a:cs typeface="Arial"/>
              </a:rPr>
              <a:t>I/O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device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6245097" y="3212972"/>
            <a:ext cx="805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User-space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293611" y="3787520"/>
            <a:ext cx="4673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Kernel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6257671" y="4480305"/>
            <a:ext cx="685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Hardware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7392161" y="3630929"/>
            <a:ext cx="1160145" cy="234950"/>
          </a:xfrm>
          <a:prstGeom prst="rect">
            <a:avLst/>
          </a:prstGeom>
          <a:solidFill>
            <a:srgbClr val="FFD361"/>
          </a:solidFill>
          <a:ln w="25907">
            <a:solidFill>
              <a:srgbClr val="000000"/>
            </a:solidFill>
          </a:ln>
        </p:spPr>
        <p:txBody>
          <a:bodyPr wrap="square" lIns="0" tIns="2159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70"/>
              </a:spcBef>
            </a:pPr>
            <a:r>
              <a:rPr dirty="0" sz="1200" spc="-25">
                <a:latin typeface="Arial"/>
                <a:cs typeface="Arial"/>
              </a:rPr>
              <a:t>KVM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8843771" y="2308860"/>
            <a:ext cx="1361440" cy="1111250"/>
            <a:chOff x="8843771" y="2308860"/>
            <a:chExt cx="1361440" cy="1111250"/>
          </a:xfrm>
        </p:grpSpPr>
        <p:sp>
          <p:nvSpPr>
            <p:cNvPr id="67" name="object 67" descr=""/>
            <p:cNvSpPr/>
            <p:nvPr/>
          </p:nvSpPr>
          <p:spPr>
            <a:xfrm>
              <a:off x="9614915" y="2359152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0" y="269748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3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29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09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19" y="269748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2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6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09" y="539496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8"/>
                  </a:lnTo>
                  <a:close/>
                </a:path>
                <a:path w="541020" h="539750">
                  <a:moveTo>
                    <a:pt x="138683" y="278130"/>
                  </a:moveTo>
                  <a:lnTo>
                    <a:pt x="148625" y="229177"/>
                  </a:lnTo>
                  <a:lnTo>
                    <a:pt x="175736" y="189214"/>
                  </a:lnTo>
                  <a:lnTo>
                    <a:pt x="215943" y="162276"/>
                  </a:lnTo>
                  <a:lnTo>
                    <a:pt x="265175" y="152400"/>
                  </a:lnTo>
                  <a:lnTo>
                    <a:pt x="314408" y="162276"/>
                  </a:lnTo>
                  <a:lnTo>
                    <a:pt x="354615" y="189214"/>
                  </a:lnTo>
                  <a:lnTo>
                    <a:pt x="381726" y="229177"/>
                  </a:lnTo>
                  <a:lnTo>
                    <a:pt x="391667" y="278130"/>
                  </a:lnTo>
                  <a:lnTo>
                    <a:pt x="381726" y="327082"/>
                  </a:lnTo>
                  <a:lnTo>
                    <a:pt x="354615" y="367045"/>
                  </a:lnTo>
                  <a:lnTo>
                    <a:pt x="314408" y="393983"/>
                  </a:lnTo>
                  <a:lnTo>
                    <a:pt x="265175" y="403860"/>
                  </a:lnTo>
                  <a:lnTo>
                    <a:pt x="215943" y="393983"/>
                  </a:lnTo>
                  <a:lnTo>
                    <a:pt x="175736" y="367045"/>
                  </a:lnTo>
                  <a:lnTo>
                    <a:pt x="148625" y="327082"/>
                  </a:lnTo>
                  <a:lnTo>
                    <a:pt x="138683" y="278130"/>
                  </a:lnTo>
                  <a:close/>
                </a:path>
              </a:pathLst>
            </a:custGeom>
            <a:ln w="1219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21239" y="2409444"/>
              <a:ext cx="202692" cy="205739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9968483" y="2438400"/>
              <a:ext cx="107950" cy="110489"/>
            </a:xfrm>
            <a:custGeom>
              <a:avLst/>
              <a:gdLst/>
              <a:ahLst/>
              <a:cxnLst/>
              <a:rect l="l" t="t" r="r" b="b"/>
              <a:pathLst>
                <a:path w="107950" h="110489">
                  <a:moveTo>
                    <a:pt x="0" y="110236"/>
                  </a:moveTo>
                  <a:lnTo>
                    <a:pt x="107442" y="0"/>
                  </a:lnTo>
                </a:path>
              </a:pathLst>
            </a:custGeom>
            <a:ln w="1219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21239" y="2699004"/>
              <a:ext cx="202692" cy="188975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9968483" y="2726436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80">
                  <a:moveTo>
                    <a:pt x="0" y="0"/>
                  </a:moveTo>
                  <a:lnTo>
                    <a:pt x="107442" y="93472"/>
                  </a:lnTo>
                </a:path>
              </a:pathLst>
            </a:custGeom>
            <a:ln w="1219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645395" y="2699004"/>
              <a:ext cx="192024" cy="188975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9694163" y="2726436"/>
              <a:ext cx="96520" cy="93980"/>
            </a:xfrm>
            <a:custGeom>
              <a:avLst/>
              <a:gdLst/>
              <a:ahLst/>
              <a:cxnLst/>
              <a:rect l="l" t="t" r="r" b="b"/>
              <a:pathLst>
                <a:path w="96520" h="93980">
                  <a:moveTo>
                    <a:pt x="96265" y="0"/>
                  </a:moveTo>
                  <a:lnTo>
                    <a:pt x="0" y="93472"/>
                  </a:lnTo>
                </a:path>
              </a:pathLst>
            </a:custGeom>
            <a:ln w="1219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66147" y="2599944"/>
              <a:ext cx="230124" cy="106679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9614915" y="2628900"/>
              <a:ext cx="138430" cy="8890"/>
            </a:xfrm>
            <a:custGeom>
              <a:avLst/>
              <a:gdLst/>
              <a:ahLst/>
              <a:cxnLst/>
              <a:rect l="l" t="t" r="r" b="b"/>
              <a:pathLst>
                <a:path w="138429" h="8889">
                  <a:moveTo>
                    <a:pt x="138429" y="8382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831323" y="2330196"/>
              <a:ext cx="103631" cy="243839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645395" y="2353056"/>
              <a:ext cx="246379" cy="262128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9694163" y="2438400"/>
              <a:ext cx="96520" cy="110489"/>
            </a:xfrm>
            <a:custGeom>
              <a:avLst/>
              <a:gdLst/>
              <a:ahLst/>
              <a:cxnLst/>
              <a:rect l="l" t="t" r="r" b="b"/>
              <a:pathLst>
                <a:path w="96520" h="110489">
                  <a:moveTo>
                    <a:pt x="96265" y="110236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963911" y="2599944"/>
              <a:ext cx="240792" cy="106679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10006583" y="2628900"/>
              <a:ext cx="149860" cy="8890"/>
            </a:xfrm>
            <a:custGeom>
              <a:avLst/>
              <a:gdLst/>
              <a:ahLst/>
              <a:cxnLst/>
              <a:rect l="l" t="t" r="r" b="b"/>
              <a:pathLst>
                <a:path w="149859" h="8889">
                  <a:moveTo>
                    <a:pt x="0" y="8382"/>
                  </a:moveTo>
                  <a:lnTo>
                    <a:pt x="149606" y="0"/>
                  </a:lnTo>
                </a:path>
              </a:pathLst>
            </a:custGeom>
            <a:ln w="1219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831323" y="2740152"/>
              <a:ext cx="103631" cy="227075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9880091" y="2763012"/>
              <a:ext cx="5715" cy="135890"/>
            </a:xfrm>
            <a:custGeom>
              <a:avLst/>
              <a:gdLst/>
              <a:ahLst/>
              <a:cxnLst/>
              <a:rect l="l" t="t" r="r" b="b"/>
              <a:pathLst>
                <a:path w="5715" h="135889">
                  <a:moveTo>
                    <a:pt x="0" y="0"/>
                  </a:moveTo>
                  <a:lnTo>
                    <a:pt x="5587" y="135636"/>
                  </a:lnTo>
                </a:path>
              </a:pathLst>
            </a:custGeom>
            <a:ln w="1219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43771" y="2308860"/>
              <a:ext cx="931164" cy="498348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9001505" y="2418461"/>
              <a:ext cx="615315" cy="239395"/>
            </a:xfrm>
            <a:custGeom>
              <a:avLst/>
              <a:gdLst/>
              <a:ahLst/>
              <a:cxnLst/>
              <a:rect l="l" t="t" r="r" b="b"/>
              <a:pathLst>
                <a:path w="615315" h="239394">
                  <a:moveTo>
                    <a:pt x="540915" y="202383"/>
                  </a:moveTo>
                  <a:lnTo>
                    <a:pt x="493141" y="213994"/>
                  </a:lnTo>
                  <a:lnTo>
                    <a:pt x="488823" y="221106"/>
                  </a:lnTo>
                  <a:lnTo>
                    <a:pt x="490600" y="227964"/>
                  </a:lnTo>
                  <a:lnTo>
                    <a:pt x="492251" y="234950"/>
                  </a:lnTo>
                  <a:lnTo>
                    <a:pt x="499237" y="239267"/>
                  </a:lnTo>
                  <a:lnTo>
                    <a:pt x="506222" y="237489"/>
                  </a:lnTo>
                  <a:lnTo>
                    <a:pt x="594333" y="216026"/>
                  </a:lnTo>
                  <a:lnTo>
                    <a:pt x="586867" y="216026"/>
                  </a:lnTo>
                  <a:lnTo>
                    <a:pt x="540915" y="202383"/>
                  </a:lnTo>
                  <a:close/>
                </a:path>
                <a:path w="615315" h="239394">
                  <a:moveTo>
                    <a:pt x="565929" y="196275"/>
                  </a:moveTo>
                  <a:lnTo>
                    <a:pt x="540915" y="202383"/>
                  </a:lnTo>
                  <a:lnTo>
                    <a:pt x="586867" y="216026"/>
                  </a:lnTo>
                  <a:lnTo>
                    <a:pt x="587919" y="212471"/>
                  </a:lnTo>
                  <a:lnTo>
                    <a:pt x="581151" y="212471"/>
                  </a:lnTo>
                  <a:lnTo>
                    <a:pt x="565929" y="196275"/>
                  </a:lnTo>
                  <a:close/>
                </a:path>
                <a:path w="615315" h="239394">
                  <a:moveTo>
                    <a:pt x="525272" y="123698"/>
                  </a:moveTo>
                  <a:lnTo>
                    <a:pt x="520065" y="128524"/>
                  </a:lnTo>
                  <a:lnTo>
                    <a:pt x="514858" y="133476"/>
                  </a:lnTo>
                  <a:lnTo>
                    <a:pt x="514603" y="141604"/>
                  </a:lnTo>
                  <a:lnTo>
                    <a:pt x="519557" y="146938"/>
                  </a:lnTo>
                  <a:lnTo>
                    <a:pt x="548284" y="177503"/>
                  </a:lnTo>
                  <a:lnTo>
                    <a:pt x="594233" y="191135"/>
                  </a:lnTo>
                  <a:lnTo>
                    <a:pt x="586867" y="216026"/>
                  </a:lnTo>
                  <a:lnTo>
                    <a:pt x="594333" y="216026"/>
                  </a:lnTo>
                  <a:lnTo>
                    <a:pt x="615188" y="210947"/>
                  </a:lnTo>
                  <a:lnTo>
                    <a:pt x="538352" y="129159"/>
                  </a:lnTo>
                  <a:lnTo>
                    <a:pt x="533526" y="123951"/>
                  </a:lnTo>
                  <a:lnTo>
                    <a:pt x="525272" y="123698"/>
                  </a:lnTo>
                  <a:close/>
                </a:path>
                <a:path w="615315" h="239394">
                  <a:moveTo>
                    <a:pt x="587464" y="191135"/>
                  </a:moveTo>
                  <a:lnTo>
                    <a:pt x="586981" y="191135"/>
                  </a:lnTo>
                  <a:lnTo>
                    <a:pt x="565929" y="196275"/>
                  </a:lnTo>
                  <a:lnTo>
                    <a:pt x="581032" y="212343"/>
                  </a:lnTo>
                  <a:lnTo>
                    <a:pt x="581151" y="212471"/>
                  </a:lnTo>
                  <a:lnTo>
                    <a:pt x="587464" y="191135"/>
                  </a:lnTo>
                  <a:close/>
                </a:path>
                <a:path w="615315" h="239394">
                  <a:moveTo>
                    <a:pt x="594233" y="191135"/>
                  </a:moveTo>
                  <a:lnTo>
                    <a:pt x="587464" y="191135"/>
                  </a:lnTo>
                  <a:lnTo>
                    <a:pt x="581189" y="212343"/>
                  </a:lnTo>
                  <a:lnTo>
                    <a:pt x="581151" y="212471"/>
                  </a:lnTo>
                  <a:lnTo>
                    <a:pt x="587919" y="212471"/>
                  </a:lnTo>
                  <a:lnTo>
                    <a:pt x="594233" y="191135"/>
                  </a:lnTo>
                  <a:close/>
                </a:path>
                <a:path w="615315" h="239394">
                  <a:moveTo>
                    <a:pt x="74166" y="36842"/>
                  </a:moveTo>
                  <a:lnTo>
                    <a:pt x="49234" y="42966"/>
                  </a:lnTo>
                  <a:lnTo>
                    <a:pt x="66750" y="61602"/>
                  </a:lnTo>
                  <a:lnTo>
                    <a:pt x="540915" y="202383"/>
                  </a:lnTo>
                  <a:lnTo>
                    <a:pt x="565929" y="196275"/>
                  </a:lnTo>
                  <a:lnTo>
                    <a:pt x="548284" y="177503"/>
                  </a:lnTo>
                  <a:lnTo>
                    <a:pt x="74166" y="36842"/>
                  </a:lnTo>
                  <a:close/>
                </a:path>
                <a:path w="615315" h="239394">
                  <a:moveTo>
                    <a:pt x="548284" y="177503"/>
                  </a:moveTo>
                  <a:lnTo>
                    <a:pt x="565929" y="196275"/>
                  </a:lnTo>
                  <a:lnTo>
                    <a:pt x="586981" y="191135"/>
                  </a:lnTo>
                  <a:lnTo>
                    <a:pt x="594233" y="191135"/>
                  </a:lnTo>
                  <a:lnTo>
                    <a:pt x="548284" y="177503"/>
                  </a:lnTo>
                  <a:close/>
                </a:path>
                <a:path w="615315" h="239394">
                  <a:moveTo>
                    <a:pt x="115824" y="0"/>
                  </a:moveTo>
                  <a:lnTo>
                    <a:pt x="0" y="28321"/>
                  </a:lnTo>
                  <a:lnTo>
                    <a:pt x="76708" y="110109"/>
                  </a:lnTo>
                  <a:lnTo>
                    <a:pt x="81661" y="115315"/>
                  </a:lnTo>
                  <a:lnTo>
                    <a:pt x="89916" y="115569"/>
                  </a:lnTo>
                  <a:lnTo>
                    <a:pt x="95123" y="110616"/>
                  </a:lnTo>
                  <a:lnTo>
                    <a:pt x="100329" y="105790"/>
                  </a:lnTo>
                  <a:lnTo>
                    <a:pt x="100584" y="97536"/>
                  </a:lnTo>
                  <a:lnTo>
                    <a:pt x="95630" y="92328"/>
                  </a:lnTo>
                  <a:lnTo>
                    <a:pt x="66750" y="61602"/>
                  </a:lnTo>
                  <a:lnTo>
                    <a:pt x="20954" y="48005"/>
                  </a:lnTo>
                  <a:lnTo>
                    <a:pt x="28321" y="23240"/>
                  </a:lnTo>
                  <a:lnTo>
                    <a:pt x="123190" y="23240"/>
                  </a:lnTo>
                  <a:lnTo>
                    <a:pt x="126238" y="18161"/>
                  </a:lnTo>
                  <a:lnTo>
                    <a:pt x="122936" y="4190"/>
                  </a:lnTo>
                  <a:lnTo>
                    <a:pt x="115824" y="0"/>
                  </a:lnTo>
                  <a:close/>
                </a:path>
                <a:path w="615315" h="239394">
                  <a:moveTo>
                    <a:pt x="28321" y="23240"/>
                  </a:moveTo>
                  <a:lnTo>
                    <a:pt x="20954" y="48005"/>
                  </a:lnTo>
                  <a:lnTo>
                    <a:pt x="66750" y="61602"/>
                  </a:lnTo>
                  <a:lnTo>
                    <a:pt x="54209" y="48260"/>
                  </a:lnTo>
                  <a:lnTo>
                    <a:pt x="27686" y="48260"/>
                  </a:lnTo>
                  <a:lnTo>
                    <a:pt x="34036" y="26797"/>
                  </a:lnTo>
                  <a:lnTo>
                    <a:pt x="40307" y="26797"/>
                  </a:lnTo>
                  <a:lnTo>
                    <a:pt x="28321" y="23240"/>
                  </a:lnTo>
                  <a:close/>
                </a:path>
                <a:path w="615315" h="239394">
                  <a:moveTo>
                    <a:pt x="34036" y="26797"/>
                  </a:moveTo>
                  <a:lnTo>
                    <a:pt x="27761" y="48005"/>
                  </a:lnTo>
                  <a:lnTo>
                    <a:pt x="27686" y="48260"/>
                  </a:lnTo>
                  <a:lnTo>
                    <a:pt x="49234" y="42966"/>
                  </a:lnTo>
                  <a:lnTo>
                    <a:pt x="34036" y="26797"/>
                  </a:lnTo>
                  <a:close/>
                </a:path>
                <a:path w="615315" h="239394">
                  <a:moveTo>
                    <a:pt x="49234" y="42966"/>
                  </a:moveTo>
                  <a:lnTo>
                    <a:pt x="27686" y="48260"/>
                  </a:lnTo>
                  <a:lnTo>
                    <a:pt x="54209" y="48260"/>
                  </a:lnTo>
                  <a:lnTo>
                    <a:pt x="49234" y="42966"/>
                  </a:lnTo>
                  <a:close/>
                </a:path>
                <a:path w="615315" h="239394">
                  <a:moveTo>
                    <a:pt x="40307" y="26797"/>
                  </a:moveTo>
                  <a:lnTo>
                    <a:pt x="34036" y="26797"/>
                  </a:lnTo>
                  <a:lnTo>
                    <a:pt x="49234" y="42966"/>
                  </a:lnTo>
                  <a:lnTo>
                    <a:pt x="74166" y="36842"/>
                  </a:lnTo>
                  <a:lnTo>
                    <a:pt x="40307" y="26797"/>
                  </a:lnTo>
                  <a:close/>
                </a:path>
                <a:path w="615315" h="239394">
                  <a:moveTo>
                    <a:pt x="123190" y="23240"/>
                  </a:moveTo>
                  <a:lnTo>
                    <a:pt x="28321" y="23240"/>
                  </a:lnTo>
                  <a:lnTo>
                    <a:pt x="74166" y="36842"/>
                  </a:lnTo>
                  <a:lnTo>
                    <a:pt x="122047" y="25146"/>
                  </a:lnTo>
                  <a:lnTo>
                    <a:pt x="123190" y="23240"/>
                  </a:lnTo>
                  <a:close/>
                </a:path>
              </a:pathLst>
            </a:custGeom>
            <a:solidFill>
              <a:srgbClr val="F8B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729215" y="2761488"/>
              <a:ext cx="461772" cy="658368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9872217" y="2899410"/>
              <a:ext cx="175895" cy="342265"/>
            </a:xfrm>
            <a:custGeom>
              <a:avLst/>
              <a:gdLst/>
              <a:ahLst/>
              <a:cxnLst/>
              <a:rect l="l" t="t" r="r" b="b"/>
              <a:pathLst>
                <a:path w="175895" h="342264">
                  <a:moveTo>
                    <a:pt x="80772" y="250062"/>
                  </a:moveTo>
                  <a:lnTo>
                    <a:pt x="72643" y="251205"/>
                  </a:lnTo>
                  <a:lnTo>
                    <a:pt x="68325" y="256920"/>
                  </a:lnTo>
                  <a:lnTo>
                    <a:pt x="64134" y="262763"/>
                  </a:lnTo>
                  <a:lnTo>
                    <a:pt x="65277" y="270763"/>
                  </a:lnTo>
                  <a:lnTo>
                    <a:pt x="161162" y="341884"/>
                  </a:lnTo>
                  <a:lnTo>
                    <a:pt x="163467" y="323341"/>
                  </a:lnTo>
                  <a:lnTo>
                    <a:pt x="139191" y="323341"/>
                  </a:lnTo>
                  <a:lnTo>
                    <a:pt x="120352" y="279370"/>
                  </a:lnTo>
                  <a:lnTo>
                    <a:pt x="80772" y="250062"/>
                  </a:lnTo>
                  <a:close/>
                </a:path>
                <a:path w="175895" h="342264">
                  <a:moveTo>
                    <a:pt x="120352" y="279370"/>
                  </a:moveTo>
                  <a:lnTo>
                    <a:pt x="139191" y="323341"/>
                  </a:lnTo>
                  <a:lnTo>
                    <a:pt x="154628" y="316738"/>
                  </a:lnTo>
                  <a:lnTo>
                    <a:pt x="138175" y="316738"/>
                  </a:lnTo>
                  <a:lnTo>
                    <a:pt x="140938" y="294638"/>
                  </a:lnTo>
                  <a:lnTo>
                    <a:pt x="120352" y="279370"/>
                  </a:lnTo>
                  <a:close/>
                </a:path>
                <a:path w="175895" h="342264">
                  <a:moveTo>
                    <a:pt x="156590" y="215264"/>
                  </a:moveTo>
                  <a:lnTo>
                    <a:pt x="150113" y="220217"/>
                  </a:lnTo>
                  <a:lnTo>
                    <a:pt x="149351" y="227329"/>
                  </a:lnTo>
                  <a:lnTo>
                    <a:pt x="144115" y="269223"/>
                  </a:lnTo>
                  <a:lnTo>
                    <a:pt x="162940" y="313181"/>
                  </a:lnTo>
                  <a:lnTo>
                    <a:pt x="139191" y="323341"/>
                  </a:lnTo>
                  <a:lnTo>
                    <a:pt x="163467" y="323341"/>
                  </a:lnTo>
                  <a:lnTo>
                    <a:pt x="175005" y="230504"/>
                  </a:lnTo>
                  <a:lnTo>
                    <a:pt x="175895" y="223519"/>
                  </a:lnTo>
                  <a:lnTo>
                    <a:pt x="170814" y="217042"/>
                  </a:lnTo>
                  <a:lnTo>
                    <a:pt x="156590" y="215264"/>
                  </a:lnTo>
                  <a:close/>
                </a:path>
                <a:path w="175895" h="342264">
                  <a:moveTo>
                    <a:pt x="140938" y="294638"/>
                  </a:moveTo>
                  <a:lnTo>
                    <a:pt x="138175" y="316738"/>
                  </a:lnTo>
                  <a:lnTo>
                    <a:pt x="158750" y="307848"/>
                  </a:lnTo>
                  <a:lnTo>
                    <a:pt x="140938" y="294638"/>
                  </a:lnTo>
                  <a:close/>
                </a:path>
                <a:path w="175895" h="342264">
                  <a:moveTo>
                    <a:pt x="144115" y="269223"/>
                  </a:moveTo>
                  <a:lnTo>
                    <a:pt x="140938" y="294638"/>
                  </a:lnTo>
                  <a:lnTo>
                    <a:pt x="158750" y="307848"/>
                  </a:lnTo>
                  <a:lnTo>
                    <a:pt x="138175" y="316738"/>
                  </a:lnTo>
                  <a:lnTo>
                    <a:pt x="154628" y="316738"/>
                  </a:lnTo>
                  <a:lnTo>
                    <a:pt x="162940" y="313181"/>
                  </a:lnTo>
                  <a:lnTo>
                    <a:pt x="144115" y="269223"/>
                  </a:lnTo>
                  <a:close/>
                </a:path>
                <a:path w="175895" h="342264">
                  <a:moveTo>
                    <a:pt x="34979" y="47263"/>
                  </a:moveTo>
                  <a:lnTo>
                    <a:pt x="31824" y="72744"/>
                  </a:lnTo>
                  <a:lnTo>
                    <a:pt x="120352" y="279370"/>
                  </a:lnTo>
                  <a:lnTo>
                    <a:pt x="140938" y="294638"/>
                  </a:lnTo>
                  <a:lnTo>
                    <a:pt x="144115" y="269223"/>
                  </a:lnTo>
                  <a:lnTo>
                    <a:pt x="55610" y="62563"/>
                  </a:lnTo>
                  <a:lnTo>
                    <a:pt x="34979" y="47263"/>
                  </a:lnTo>
                  <a:close/>
                </a:path>
                <a:path w="175895" h="342264">
                  <a:moveTo>
                    <a:pt x="14731" y="0"/>
                  </a:moveTo>
                  <a:lnTo>
                    <a:pt x="0" y="118363"/>
                  </a:lnTo>
                  <a:lnTo>
                    <a:pt x="5079" y="124840"/>
                  </a:lnTo>
                  <a:lnTo>
                    <a:pt x="19303" y="126618"/>
                  </a:lnTo>
                  <a:lnTo>
                    <a:pt x="25780" y="121538"/>
                  </a:lnTo>
                  <a:lnTo>
                    <a:pt x="31824" y="72744"/>
                  </a:lnTo>
                  <a:lnTo>
                    <a:pt x="12953" y="28701"/>
                  </a:lnTo>
                  <a:lnTo>
                    <a:pt x="36702" y="18414"/>
                  </a:lnTo>
                  <a:lnTo>
                    <a:pt x="39553" y="18414"/>
                  </a:lnTo>
                  <a:lnTo>
                    <a:pt x="14731" y="0"/>
                  </a:lnTo>
                  <a:close/>
                </a:path>
                <a:path w="175895" h="342264">
                  <a:moveTo>
                    <a:pt x="39553" y="18414"/>
                  </a:moveTo>
                  <a:lnTo>
                    <a:pt x="36702" y="18414"/>
                  </a:lnTo>
                  <a:lnTo>
                    <a:pt x="55610" y="62563"/>
                  </a:lnTo>
                  <a:lnTo>
                    <a:pt x="95123" y="91820"/>
                  </a:lnTo>
                  <a:lnTo>
                    <a:pt x="103250" y="90677"/>
                  </a:lnTo>
                  <a:lnTo>
                    <a:pt x="107568" y="84836"/>
                  </a:lnTo>
                  <a:lnTo>
                    <a:pt x="111759" y="79120"/>
                  </a:lnTo>
                  <a:lnTo>
                    <a:pt x="110616" y="70992"/>
                  </a:lnTo>
                  <a:lnTo>
                    <a:pt x="104775" y="66801"/>
                  </a:lnTo>
                  <a:lnTo>
                    <a:pt x="39553" y="18414"/>
                  </a:lnTo>
                  <a:close/>
                </a:path>
                <a:path w="175895" h="342264">
                  <a:moveTo>
                    <a:pt x="36702" y="18414"/>
                  </a:moveTo>
                  <a:lnTo>
                    <a:pt x="12953" y="28701"/>
                  </a:lnTo>
                  <a:lnTo>
                    <a:pt x="31824" y="72744"/>
                  </a:lnTo>
                  <a:lnTo>
                    <a:pt x="34979" y="47263"/>
                  </a:lnTo>
                  <a:lnTo>
                    <a:pt x="17145" y="34036"/>
                  </a:lnTo>
                  <a:lnTo>
                    <a:pt x="37718" y="25145"/>
                  </a:lnTo>
                  <a:lnTo>
                    <a:pt x="39585" y="25145"/>
                  </a:lnTo>
                  <a:lnTo>
                    <a:pt x="36702" y="18414"/>
                  </a:lnTo>
                  <a:close/>
                </a:path>
                <a:path w="175895" h="342264">
                  <a:moveTo>
                    <a:pt x="39585" y="25145"/>
                  </a:moveTo>
                  <a:lnTo>
                    <a:pt x="37718" y="25145"/>
                  </a:lnTo>
                  <a:lnTo>
                    <a:pt x="34979" y="47263"/>
                  </a:lnTo>
                  <a:lnTo>
                    <a:pt x="55610" y="62563"/>
                  </a:lnTo>
                  <a:lnTo>
                    <a:pt x="39585" y="25145"/>
                  </a:lnTo>
                  <a:close/>
                </a:path>
                <a:path w="175895" h="342264">
                  <a:moveTo>
                    <a:pt x="37718" y="25145"/>
                  </a:moveTo>
                  <a:lnTo>
                    <a:pt x="17145" y="34036"/>
                  </a:lnTo>
                  <a:lnTo>
                    <a:pt x="34979" y="47263"/>
                  </a:lnTo>
                  <a:lnTo>
                    <a:pt x="37718" y="25145"/>
                  </a:lnTo>
                  <a:close/>
                </a:path>
              </a:pathLst>
            </a:custGeom>
            <a:solidFill>
              <a:srgbClr val="F8B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88" name="object 8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10</a:t>
            </a:r>
          </a:p>
        </p:txBody>
      </p:sp>
      <p:sp>
        <p:nvSpPr>
          <p:cNvPr id="89" name="object 8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424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dirty="0"/>
              <a:t>Device</a:t>
            </a:r>
            <a:r>
              <a:rPr dirty="0" spc="-35"/>
              <a:t> </a:t>
            </a:r>
            <a:r>
              <a:rPr dirty="0"/>
              <a:t>Usage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10"/>
              <a:t>Containers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784" y="4479035"/>
            <a:ext cx="3691150" cy="86410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164460" y="4981447"/>
            <a:ext cx="6686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Arial"/>
                <a:cs typeface="Arial"/>
              </a:rPr>
              <a:t>Drivers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40473" y="4588573"/>
            <a:ext cx="1261110" cy="395605"/>
            <a:chOff x="740473" y="4588573"/>
            <a:chExt cx="1261110" cy="395605"/>
          </a:xfrm>
        </p:grpSpPr>
        <p:sp>
          <p:nvSpPr>
            <p:cNvPr id="6" name="object 6" descr=""/>
            <p:cNvSpPr/>
            <p:nvPr/>
          </p:nvSpPr>
          <p:spPr>
            <a:xfrm>
              <a:off x="745236" y="4593335"/>
              <a:ext cx="1251585" cy="386080"/>
            </a:xfrm>
            <a:custGeom>
              <a:avLst/>
              <a:gdLst/>
              <a:ahLst/>
              <a:cxnLst/>
              <a:rect l="l" t="t" r="r" b="b"/>
              <a:pathLst>
                <a:path w="1251585" h="386079">
                  <a:moveTo>
                    <a:pt x="1186941" y="0"/>
                  </a:moveTo>
                  <a:lnTo>
                    <a:pt x="64262" y="0"/>
                  </a:lnTo>
                  <a:lnTo>
                    <a:pt x="39245" y="5058"/>
                  </a:lnTo>
                  <a:lnTo>
                    <a:pt x="18819" y="18843"/>
                  </a:lnTo>
                  <a:lnTo>
                    <a:pt x="5049" y="39272"/>
                  </a:lnTo>
                  <a:lnTo>
                    <a:pt x="0" y="64262"/>
                  </a:lnTo>
                  <a:lnTo>
                    <a:pt x="0" y="321309"/>
                  </a:lnTo>
                  <a:lnTo>
                    <a:pt x="5049" y="346299"/>
                  </a:lnTo>
                  <a:lnTo>
                    <a:pt x="18819" y="366728"/>
                  </a:lnTo>
                  <a:lnTo>
                    <a:pt x="39245" y="380513"/>
                  </a:lnTo>
                  <a:lnTo>
                    <a:pt x="64262" y="385571"/>
                  </a:lnTo>
                  <a:lnTo>
                    <a:pt x="1186941" y="385571"/>
                  </a:lnTo>
                  <a:lnTo>
                    <a:pt x="1211931" y="380513"/>
                  </a:lnTo>
                  <a:lnTo>
                    <a:pt x="1232360" y="366728"/>
                  </a:lnTo>
                  <a:lnTo>
                    <a:pt x="1246145" y="346299"/>
                  </a:lnTo>
                  <a:lnTo>
                    <a:pt x="1251203" y="321309"/>
                  </a:lnTo>
                  <a:lnTo>
                    <a:pt x="1251203" y="64262"/>
                  </a:lnTo>
                  <a:lnTo>
                    <a:pt x="1246145" y="39272"/>
                  </a:lnTo>
                  <a:lnTo>
                    <a:pt x="1232360" y="18843"/>
                  </a:lnTo>
                  <a:lnTo>
                    <a:pt x="1211931" y="5058"/>
                  </a:lnTo>
                  <a:lnTo>
                    <a:pt x="1186941" y="0"/>
                  </a:lnTo>
                  <a:close/>
                </a:path>
              </a:pathLst>
            </a:custGeom>
            <a:solidFill>
              <a:srgbClr val="FFF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45236" y="4593335"/>
              <a:ext cx="1251585" cy="386080"/>
            </a:xfrm>
            <a:custGeom>
              <a:avLst/>
              <a:gdLst/>
              <a:ahLst/>
              <a:cxnLst/>
              <a:rect l="l" t="t" r="r" b="b"/>
              <a:pathLst>
                <a:path w="1251585" h="386079">
                  <a:moveTo>
                    <a:pt x="0" y="64262"/>
                  </a:moveTo>
                  <a:lnTo>
                    <a:pt x="5049" y="39272"/>
                  </a:lnTo>
                  <a:lnTo>
                    <a:pt x="18819" y="18843"/>
                  </a:lnTo>
                  <a:lnTo>
                    <a:pt x="39245" y="5058"/>
                  </a:lnTo>
                  <a:lnTo>
                    <a:pt x="64262" y="0"/>
                  </a:lnTo>
                  <a:lnTo>
                    <a:pt x="1186941" y="0"/>
                  </a:lnTo>
                  <a:lnTo>
                    <a:pt x="1211931" y="5058"/>
                  </a:lnTo>
                  <a:lnTo>
                    <a:pt x="1232360" y="18843"/>
                  </a:lnTo>
                  <a:lnTo>
                    <a:pt x="1246145" y="39272"/>
                  </a:lnTo>
                  <a:lnTo>
                    <a:pt x="1251203" y="64262"/>
                  </a:lnTo>
                  <a:lnTo>
                    <a:pt x="1251203" y="321309"/>
                  </a:lnTo>
                  <a:lnTo>
                    <a:pt x="1246145" y="346299"/>
                  </a:lnTo>
                  <a:lnTo>
                    <a:pt x="1232360" y="366728"/>
                  </a:lnTo>
                  <a:lnTo>
                    <a:pt x="1211931" y="380513"/>
                  </a:lnTo>
                  <a:lnTo>
                    <a:pt x="1186941" y="385571"/>
                  </a:lnTo>
                  <a:lnTo>
                    <a:pt x="64262" y="385571"/>
                  </a:lnTo>
                  <a:lnTo>
                    <a:pt x="39245" y="380513"/>
                  </a:lnTo>
                  <a:lnTo>
                    <a:pt x="18819" y="366728"/>
                  </a:lnTo>
                  <a:lnTo>
                    <a:pt x="5049" y="346299"/>
                  </a:lnTo>
                  <a:lnTo>
                    <a:pt x="0" y="321309"/>
                  </a:lnTo>
                  <a:lnTo>
                    <a:pt x="0" y="642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998626" y="4695190"/>
            <a:ext cx="7435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generic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iface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095309" y="4580953"/>
            <a:ext cx="647065" cy="395605"/>
            <a:chOff x="2095309" y="4580953"/>
            <a:chExt cx="647065" cy="395605"/>
          </a:xfrm>
        </p:grpSpPr>
        <p:sp>
          <p:nvSpPr>
            <p:cNvPr id="10" name="object 10" descr=""/>
            <p:cNvSpPr/>
            <p:nvPr/>
          </p:nvSpPr>
          <p:spPr>
            <a:xfrm>
              <a:off x="2100072" y="4585715"/>
              <a:ext cx="637540" cy="386080"/>
            </a:xfrm>
            <a:custGeom>
              <a:avLst/>
              <a:gdLst/>
              <a:ahLst/>
              <a:cxnLst/>
              <a:rect l="l" t="t" r="r" b="b"/>
              <a:pathLst>
                <a:path w="637539" h="386079">
                  <a:moveTo>
                    <a:pt x="572769" y="0"/>
                  </a:moveTo>
                  <a:lnTo>
                    <a:pt x="64261" y="0"/>
                  </a:lnTo>
                  <a:lnTo>
                    <a:pt x="39272" y="5058"/>
                  </a:lnTo>
                  <a:lnTo>
                    <a:pt x="18843" y="18843"/>
                  </a:lnTo>
                  <a:lnTo>
                    <a:pt x="5058" y="39272"/>
                  </a:lnTo>
                  <a:lnTo>
                    <a:pt x="0" y="64261"/>
                  </a:lnTo>
                  <a:lnTo>
                    <a:pt x="0" y="321309"/>
                  </a:lnTo>
                  <a:lnTo>
                    <a:pt x="5058" y="346299"/>
                  </a:lnTo>
                  <a:lnTo>
                    <a:pt x="18843" y="366728"/>
                  </a:lnTo>
                  <a:lnTo>
                    <a:pt x="39272" y="380513"/>
                  </a:lnTo>
                  <a:lnTo>
                    <a:pt x="64261" y="385571"/>
                  </a:lnTo>
                  <a:lnTo>
                    <a:pt x="572769" y="385571"/>
                  </a:lnTo>
                  <a:lnTo>
                    <a:pt x="597759" y="380513"/>
                  </a:lnTo>
                  <a:lnTo>
                    <a:pt x="618188" y="366728"/>
                  </a:lnTo>
                  <a:lnTo>
                    <a:pt x="631973" y="346299"/>
                  </a:lnTo>
                  <a:lnTo>
                    <a:pt x="637032" y="321309"/>
                  </a:lnTo>
                  <a:lnTo>
                    <a:pt x="637032" y="64261"/>
                  </a:lnTo>
                  <a:lnTo>
                    <a:pt x="631973" y="39272"/>
                  </a:lnTo>
                  <a:lnTo>
                    <a:pt x="618188" y="18843"/>
                  </a:lnTo>
                  <a:lnTo>
                    <a:pt x="597759" y="5058"/>
                  </a:lnTo>
                  <a:lnTo>
                    <a:pt x="572769" y="0"/>
                  </a:lnTo>
                  <a:close/>
                </a:path>
              </a:pathLst>
            </a:custGeom>
            <a:solidFill>
              <a:srgbClr val="FFF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100072" y="4585715"/>
              <a:ext cx="637540" cy="386080"/>
            </a:xfrm>
            <a:custGeom>
              <a:avLst/>
              <a:gdLst/>
              <a:ahLst/>
              <a:cxnLst/>
              <a:rect l="l" t="t" r="r" b="b"/>
              <a:pathLst>
                <a:path w="637539" h="386079">
                  <a:moveTo>
                    <a:pt x="0" y="64261"/>
                  </a:moveTo>
                  <a:lnTo>
                    <a:pt x="5058" y="39272"/>
                  </a:lnTo>
                  <a:lnTo>
                    <a:pt x="18843" y="18843"/>
                  </a:lnTo>
                  <a:lnTo>
                    <a:pt x="39272" y="5058"/>
                  </a:lnTo>
                  <a:lnTo>
                    <a:pt x="64261" y="0"/>
                  </a:lnTo>
                  <a:lnTo>
                    <a:pt x="572769" y="0"/>
                  </a:lnTo>
                  <a:lnTo>
                    <a:pt x="597759" y="5058"/>
                  </a:lnTo>
                  <a:lnTo>
                    <a:pt x="618188" y="18843"/>
                  </a:lnTo>
                  <a:lnTo>
                    <a:pt x="631973" y="39272"/>
                  </a:lnTo>
                  <a:lnTo>
                    <a:pt x="637032" y="64261"/>
                  </a:lnTo>
                  <a:lnTo>
                    <a:pt x="637032" y="321309"/>
                  </a:lnTo>
                  <a:lnTo>
                    <a:pt x="631973" y="346299"/>
                  </a:lnTo>
                  <a:lnTo>
                    <a:pt x="618188" y="366728"/>
                  </a:lnTo>
                  <a:lnTo>
                    <a:pt x="597759" y="380513"/>
                  </a:lnTo>
                  <a:lnTo>
                    <a:pt x="572769" y="385571"/>
                  </a:lnTo>
                  <a:lnTo>
                    <a:pt x="64261" y="385571"/>
                  </a:lnTo>
                  <a:lnTo>
                    <a:pt x="39272" y="380513"/>
                  </a:lnTo>
                  <a:lnTo>
                    <a:pt x="18843" y="366728"/>
                  </a:lnTo>
                  <a:lnTo>
                    <a:pt x="5058" y="346299"/>
                  </a:lnTo>
                  <a:lnTo>
                    <a:pt x="0" y="321309"/>
                  </a:lnTo>
                  <a:lnTo>
                    <a:pt x="0" y="6426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255011" y="4687570"/>
            <a:ext cx="3276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"/>
                <a:cs typeface="Arial"/>
              </a:rPr>
              <a:t>DPNI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761297" y="4573333"/>
            <a:ext cx="718185" cy="395605"/>
            <a:chOff x="2761297" y="4573333"/>
            <a:chExt cx="718185" cy="395605"/>
          </a:xfrm>
        </p:grpSpPr>
        <p:sp>
          <p:nvSpPr>
            <p:cNvPr id="14" name="object 14" descr=""/>
            <p:cNvSpPr/>
            <p:nvPr/>
          </p:nvSpPr>
          <p:spPr>
            <a:xfrm>
              <a:off x="2766060" y="4578096"/>
              <a:ext cx="708660" cy="386080"/>
            </a:xfrm>
            <a:custGeom>
              <a:avLst/>
              <a:gdLst/>
              <a:ahLst/>
              <a:cxnLst/>
              <a:rect l="l" t="t" r="r" b="b"/>
              <a:pathLst>
                <a:path w="708660" h="386079">
                  <a:moveTo>
                    <a:pt x="644398" y="0"/>
                  </a:moveTo>
                  <a:lnTo>
                    <a:pt x="64262" y="0"/>
                  </a:lnTo>
                  <a:lnTo>
                    <a:pt x="39272" y="5058"/>
                  </a:lnTo>
                  <a:lnTo>
                    <a:pt x="18843" y="18843"/>
                  </a:lnTo>
                  <a:lnTo>
                    <a:pt x="5058" y="39272"/>
                  </a:lnTo>
                  <a:lnTo>
                    <a:pt x="0" y="64261"/>
                  </a:lnTo>
                  <a:lnTo>
                    <a:pt x="0" y="321309"/>
                  </a:lnTo>
                  <a:lnTo>
                    <a:pt x="5058" y="346299"/>
                  </a:lnTo>
                  <a:lnTo>
                    <a:pt x="18843" y="366728"/>
                  </a:lnTo>
                  <a:lnTo>
                    <a:pt x="39272" y="380513"/>
                  </a:lnTo>
                  <a:lnTo>
                    <a:pt x="64262" y="385571"/>
                  </a:lnTo>
                  <a:lnTo>
                    <a:pt x="644398" y="385571"/>
                  </a:lnTo>
                  <a:lnTo>
                    <a:pt x="669387" y="380513"/>
                  </a:lnTo>
                  <a:lnTo>
                    <a:pt x="689816" y="366728"/>
                  </a:lnTo>
                  <a:lnTo>
                    <a:pt x="703601" y="346299"/>
                  </a:lnTo>
                  <a:lnTo>
                    <a:pt x="708660" y="321309"/>
                  </a:lnTo>
                  <a:lnTo>
                    <a:pt x="708660" y="64261"/>
                  </a:lnTo>
                  <a:lnTo>
                    <a:pt x="703601" y="39272"/>
                  </a:lnTo>
                  <a:lnTo>
                    <a:pt x="689816" y="18843"/>
                  </a:lnTo>
                  <a:lnTo>
                    <a:pt x="669387" y="5058"/>
                  </a:lnTo>
                  <a:lnTo>
                    <a:pt x="644398" y="0"/>
                  </a:lnTo>
                  <a:close/>
                </a:path>
              </a:pathLst>
            </a:custGeom>
            <a:solidFill>
              <a:srgbClr val="FFF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766060" y="4578096"/>
              <a:ext cx="708660" cy="386080"/>
            </a:xfrm>
            <a:custGeom>
              <a:avLst/>
              <a:gdLst/>
              <a:ahLst/>
              <a:cxnLst/>
              <a:rect l="l" t="t" r="r" b="b"/>
              <a:pathLst>
                <a:path w="708660" h="386079">
                  <a:moveTo>
                    <a:pt x="0" y="64261"/>
                  </a:moveTo>
                  <a:lnTo>
                    <a:pt x="5058" y="39272"/>
                  </a:lnTo>
                  <a:lnTo>
                    <a:pt x="18843" y="18843"/>
                  </a:lnTo>
                  <a:lnTo>
                    <a:pt x="39272" y="5058"/>
                  </a:lnTo>
                  <a:lnTo>
                    <a:pt x="64262" y="0"/>
                  </a:lnTo>
                  <a:lnTo>
                    <a:pt x="644398" y="0"/>
                  </a:lnTo>
                  <a:lnTo>
                    <a:pt x="669387" y="5058"/>
                  </a:lnTo>
                  <a:lnTo>
                    <a:pt x="689816" y="18843"/>
                  </a:lnTo>
                  <a:lnTo>
                    <a:pt x="703601" y="39272"/>
                  </a:lnTo>
                  <a:lnTo>
                    <a:pt x="708660" y="64261"/>
                  </a:lnTo>
                  <a:lnTo>
                    <a:pt x="708660" y="321309"/>
                  </a:lnTo>
                  <a:lnTo>
                    <a:pt x="703601" y="346299"/>
                  </a:lnTo>
                  <a:lnTo>
                    <a:pt x="689816" y="366728"/>
                  </a:lnTo>
                  <a:lnTo>
                    <a:pt x="669387" y="380513"/>
                  </a:lnTo>
                  <a:lnTo>
                    <a:pt x="644398" y="385571"/>
                  </a:lnTo>
                  <a:lnTo>
                    <a:pt x="64262" y="385571"/>
                  </a:lnTo>
                  <a:lnTo>
                    <a:pt x="39272" y="380513"/>
                  </a:lnTo>
                  <a:lnTo>
                    <a:pt x="18843" y="366728"/>
                  </a:lnTo>
                  <a:lnTo>
                    <a:pt x="5058" y="346299"/>
                  </a:lnTo>
                  <a:lnTo>
                    <a:pt x="0" y="321309"/>
                  </a:lnTo>
                  <a:lnTo>
                    <a:pt x="0" y="6426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880741" y="4679950"/>
            <a:ext cx="4813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DPMAC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498913" y="4573333"/>
            <a:ext cx="716915" cy="395605"/>
            <a:chOff x="3498913" y="4573333"/>
            <a:chExt cx="716915" cy="395605"/>
          </a:xfrm>
        </p:grpSpPr>
        <p:sp>
          <p:nvSpPr>
            <p:cNvPr id="18" name="object 18" descr=""/>
            <p:cNvSpPr/>
            <p:nvPr/>
          </p:nvSpPr>
          <p:spPr>
            <a:xfrm>
              <a:off x="3503676" y="4578096"/>
              <a:ext cx="707390" cy="386080"/>
            </a:xfrm>
            <a:custGeom>
              <a:avLst/>
              <a:gdLst/>
              <a:ahLst/>
              <a:cxnLst/>
              <a:rect l="l" t="t" r="r" b="b"/>
              <a:pathLst>
                <a:path w="707389" h="386079">
                  <a:moveTo>
                    <a:pt x="642874" y="0"/>
                  </a:moveTo>
                  <a:lnTo>
                    <a:pt x="64262" y="0"/>
                  </a:lnTo>
                  <a:lnTo>
                    <a:pt x="39272" y="5058"/>
                  </a:lnTo>
                  <a:lnTo>
                    <a:pt x="18843" y="18843"/>
                  </a:lnTo>
                  <a:lnTo>
                    <a:pt x="5058" y="39272"/>
                  </a:lnTo>
                  <a:lnTo>
                    <a:pt x="0" y="64261"/>
                  </a:lnTo>
                  <a:lnTo>
                    <a:pt x="0" y="321309"/>
                  </a:lnTo>
                  <a:lnTo>
                    <a:pt x="5058" y="346299"/>
                  </a:lnTo>
                  <a:lnTo>
                    <a:pt x="18843" y="366728"/>
                  </a:lnTo>
                  <a:lnTo>
                    <a:pt x="39272" y="380513"/>
                  </a:lnTo>
                  <a:lnTo>
                    <a:pt x="64262" y="385571"/>
                  </a:lnTo>
                  <a:lnTo>
                    <a:pt x="642874" y="385571"/>
                  </a:lnTo>
                  <a:lnTo>
                    <a:pt x="667863" y="380513"/>
                  </a:lnTo>
                  <a:lnTo>
                    <a:pt x="688292" y="366728"/>
                  </a:lnTo>
                  <a:lnTo>
                    <a:pt x="702077" y="346299"/>
                  </a:lnTo>
                  <a:lnTo>
                    <a:pt x="707136" y="321309"/>
                  </a:lnTo>
                  <a:lnTo>
                    <a:pt x="707136" y="64261"/>
                  </a:lnTo>
                  <a:lnTo>
                    <a:pt x="702077" y="39272"/>
                  </a:lnTo>
                  <a:lnTo>
                    <a:pt x="688292" y="18843"/>
                  </a:lnTo>
                  <a:lnTo>
                    <a:pt x="667863" y="5058"/>
                  </a:lnTo>
                  <a:lnTo>
                    <a:pt x="642874" y="0"/>
                  </a:lnTo>
                  <a:close/>
                </a:path>
              </a:pathLst>
            </a:custGeom>
            <a:solidFill>
              <a:srgbClr val="FFF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503676" y="4578096"/>
              <a:ext cx="707390" cy="386080"/>
            </a:xfrm>
            <a:custGeom>
              <a:avLst/>
              <a:gdLst/>
              <a:ahLst/>
              <a:cxnLst/>
              <a:rect l="l" t="t" r="r" b="b"/>
              <a:pathLst>
                <a:path w="707389" h="386079">
                  <a:moveTo>
                    <a:pt x="0" y="64261"/>
                  </a:moveTo>
                  <a:lnTo>
                    <a:pt x="5058" y="39272"/>
                  </a:lnTo>
                  <a:lnTo>
                    <a:pt x="18843" y="18843"/>
                  </a:lnTo>
                  <a:lnTo>
                    <a:pt x="39272" y="5058"/>
                  </a:lnTo>
                  <a:lnTo>
                    <a:pt x="64262" y="0"/>
                  </a:lnTo>
                  <a:lnTo>
                    <a:pt x="642874" y="0"/>
                  </a:lnTo>
                  <a:lnTo>
                    <a:pt x="667863" y="5058"/>
                  </a:lnTo>
                  <a:lnTo>
                    <a:pt x="688292" y="18843"/>
                  </a:lnTo>
                  <a:lnTo>
                    <a:pt x="702077" y="39272"/>
                  </a:lnTo>
                  <a:lnTo>
                    <a:pt x="707136" y="64261"/>
                  </a:lnTo>
                  <a:lnTo>
                    <a:pt x="707136" y="321309"/>
                  </a:lnTo>
                  <a:lnTo>
                    <a:pt x="702077" y="346299"/>
                  </a:lnTo>
                  <a:lnTo>
                    <a:pt x="688292" y="366728"/>
                  </a:lnTo>
                  <a:lnTo>
                    <a:pt x="667863" y="380513"/>
                  </a:lnTo>
                  <a:lnTo>
                    <a:pt x="642874" y="385571"/>
                  </a:lnTo>
                  <a:lnTo>
                    <a:pt x="64262" y="385571"/>
                  </a:lnTo>
                  <a:lnTo>
                    <a:pt x="39272" y="380513"/>
                  </a:lnTo>
                  <a:lnTo>
                    <a:pt x="18843" y="366728"/>
                  </a:lnTo>
                  <a:lnTo>
                    <a:pt x="5058" y="346299"/>
                  </a:lnTo>
                  <a:lnTo>
                    <a:pt x="0" y="321309"/>
                  </a:lnTo>
                  <a:lnTo>
                    <a:pt x="0" y="6426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3616197" y="4679950"/>
            <a:ext cx="481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DPMUX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" y="3537203"/>
            <a:ext cx="3718560" cy="100888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2114169" y="4096639"/>
            <a:ext cx="770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Arial"/>
                <a:cs typeface="Arial"/>
              </a:rPr>
              <a:t>Netdevs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40473" y="3649789"/>
            <a:ext cx="647065" cy="395605"/>
            <a:chOff x="740473" y="3649789"/>
            <a:chExt cx="647065" cy="395605"/>
          </a:xfrm>
        </p:grpSpPr>
        <p:sp>
          <p:nvSpPr>
            <p:cNvPr id="24" name="object 24" descr=""/>
            <p:cNvSpPr/>
            <p:nvPr/>
          </p:nvSpPr>
          <p:spPr>
            <a:xfrm>
              <a:off x="745236" y="3654552"/>
              <a:ext cx="637540" cy="386080"/>
            </a:xfrm>
            <a:custGeom>
              <a:avLst/>
              <a:gdLst/>
              <a:ahLst/>
              <a:cxnLst/>
              <a:rect l="l" t="t" r="r" b="b"/>
              <a:pathLst>
                <a:path w="637540" h="386079">
                  <a:moveTo>
                    <a:pt x="572770" y="0"/>
                  </a:moveTo>
                  <a:lnTo>
                    <a:pt x="64262" y="0"/>
                  </a:lnTo>
                  <a:lnTo>
                    <a:pt x="39245" y="5058"/>
                  </a:lnTo>
                  <a:lnTo>
                    <a:pt x="18819" y="18843"/>
                  </a:lnTo>
                  <a:lnTo>
                    <a:pt x="5049" y="39272"/>
                  </a:lnTo>
                  <a:lnTo>
                    <a:pt x="0" y="64262"/>
                  </a:lnTo>
                  <a:lnTo>
                    <a:pt x="0" y="321310"/>
                  </a:lnTo>
                  <a:lnTo>
                    <a:pt x="5049" y="346299"/>
                  </a:lnTo>
                  <a:lnTo>
                    <a:pt x="18819" y="366728"/>
                  </a:lnTo>
                  <a:lnTo>
                    <a:pt x="39245" y="380513"/>
                  </a:lnTo>
                  <a:lnTo>
                    <a:pt x="64262" y="385572"/>
                  </a:lnTo>
                  <a:lnTo>
                    <a:pt x="572770" y="385572"/>
                  </a:lnTo>
                  <a:lnTo>
                    <a:pt x="597759" y="380513"/>
                  </a:lnTo>
                  <a:lnTo>
                    <a:pt x="618188" y="366728"/>
                  </a:lnTo>
                  <a:lnTo>
                    <a:pt x="631973" y="346299"/>
                  </a:lnTo>
                  <a:lnTo>
                    <a:pt x="637032" y="321310"/>
                  </a:lnTo>
                  <a:lnTo>
                    <a:pt x="637032" y="64262"/>
                  </a:lnTo>
                  <a:lnTo>
                    <a:pt x="631973" y="39272"/>
                  </a:lnTo>
                  <a:lnTo>
                    <a:pt x="618188" y="18843"/>
                  </a:lnTo>
                  <a:lnTo>
                    <a:pt x="597759" y="5058"/>
                  </a:lnTo>
                  <a:lnTo>
                    <a:pt x="572770" y="0"/>
                  </a:lnTo>
                  <a:close/>
                </a:path>
              </a:pathLst>
            </a:custGeom>
            <a:solidFill>
              <a:srgbClr val="FFF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45236" y="3654552"/>
              <a:ext cx="637540" cy="386080"/>
            </a:xfrm>
            <a:custGeom>
              <a:avLst/>
              <a:gdLst/>
              <a:ahLst/>
              <a:cxnLst/>
              <a:rect l="l" t="t" r="r" b="b"/>
              <a:pathLst>
                <a:path w="637540" h="386079">
                  <a:moveTo>
                    <a:pt x="0" y="64262"/>
                  </a:moveTo>
                  <a:lnTo>
                    <a:pt x="5049" y="39272"/>
                  </a:lnTo>
                  <a:lnTo>
                    <a:pt x="18819" y="18843"/>
                  </a:lnTo>
                  <a:lnTo>
                    <a:pt x="39245" y="5058"/>
                  </a:lnTo>
                  <a:lnTo>
                    <a:pt x="64262" y="0"/>
                  </a:lnTo>
                  <a:lnTo>
                    <a:pt x="572770" y="0"/>
                  </a:lnTo>
                  <a:lnTo>
                    <a:pt x="597759" y="5058"/>
                  </a:lnTo>
                  <a:lnTo>
                    <a:pt x="618188" y="18843"/>
                  </a:lnTo>
                  <a:lnTo>
                    <a:pt x="631973" y="39272"/>
                  </a:lnTo>
                  <a:lnTo>
                    <a:pt x="637032" y="64262"/>
                  </a:lnTo>
                  <a:lnTo>
                    <a:pt x="637032" y="321310"/>
                  </a:lnTo>
                  <a:lnTo>
                    <a:pt x="631973" y="346299"/>
                  </a:lnTo>
                  <a:lnTo>
                    <a:pt x="618188" y="366728"/>
                  </a:lnTo>
                  <a:lnTo>
                    <a:pt x="597759" y="380513"/>
                  </a:lnTo>
                  <a:lnTo>
                    <a:pt x="572770" y="385572"/>
                  </a:lnTo>
                  <a:lnTo>
                    <a:pt x="64262" y="385572"/>
                  </a:lnTo>
                  <a:lnTo>
                    <a:pt x="39245" y="380513"/>
                  </a:lnTo>
                  <a:lnTo>
                    <a:pt x="18819" y="366728"/>
                  </a:lnTo>
                  <a:lnTo>
                    <a:pt x="5049" y="346299"/>
                  </a:lnTo>
                  <a:lnTo>
                    <a:pt x="0" y="321310"/>
                  </a:lnTo>
                  <a:lnTo>
                    <a:pt x="0" y="642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963574" y="3756152"/>
            <a:ext cx="2006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eth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423225" y="3649789"/>
            <a:ext cx="372745" cy="395605"/>
            <a:chOff x="1423225" y="3649789"/>
            <a:chExt cx="372745" cy="395605"/>
          </a:xfrm>
        </p:grpSpPr>
        <p:sp>
          <p:nvSpPr>
            <p:cNvPr id="28" name="object 28" descr=""/>
            <p:cNvSpPr/>
            <p:nvPr/>
          </p:nvSpPr>
          <p:spPr>
            <a:xfrm>
              <a:off x="1427988" y="3654552"/>
              <a:ext cx="363220" cy="386080"/>
            </a:xfrm>
            <a:custGeom>
              <a:avLst/>
              <a:gdLst/>
              <a:ahLst/>
              <a:cxnLst/>
              <a:rect l="l" t="t" r="r" b="b"/>
              <a:pathLst>
                <a:path w="363219" h="386079">
                  <a:moveTo>
                    <a:pt x="302260" y="0"/>
                  </a:moveTo>
                  <a:lnTo>
                    <a:pt x="60452" y="0"/>
                  </a:lnTo>
                  <a:lnTo>
                    <a:pt x="36915" y="4748"/>
                  </a:lnTo>
                  <a:lnTo>
                    <a:pt x="17700" y="17700"/>
                  </a:lnTo>
                  <a:lnTo>
                    <a:pt x="4748" y="36915"/>
                  </a:lnTo>
                  <a:lnTo>
                    <a:pt x="0" y="60452"/>
                  </a:lnTo>
                  <a:lnTo>
                    <a:pt x="0" y="325120"/>
                  </a:lnTo>
                  <a:lnTo>
                    <a:pt x="4748" y="348656"/>
                  </a:lnTo>
                  <a:lnTo>
                    <a:pt x="17700" y="367871"/>
                  </a:lnTo>
                  <a:lnTo>
                    <a:pt x="36915" y="380823"/>
                  </a:lnTo>
                  <a:lnTo>
                    <a:pt x="60452" y="385572"/>
                  </a:lnTo>
                  <a:lnTo>
                    <a:pt x="302260" y="385572"/>
                  </a:lnTo>
                  <a:lnTo>
                    <a:pt x="325796" y="380823"/>
                  </a:lnTo>
                  <a:lnTo>
                    <a:pt x="345011" y="367871"/>
                  </a:lnTo>
                  <a:lnTo>
                    <a:pt x="357963" y="348656"/>
                  </a:lnTo>
                  <a:lnTo>
                    <a:pt x="362712" y="325120"/>
                  </a:lnTo>
                  <a:lnTo>
                    <a:pt x="362712" y="60452"/>
                  </a:lnTo>
                  <a:lnTo>
                    <a:pt x="357963" y="36915"/>
                  </a:lnTo>
                  <a:lnTo>
                    <a:pt x="345011" y="17700"/>
                  </a:lnTo>
                  <a:lnTo>
                    <a:pt x="325796" y="4748"/>
                  </a:lnTo>
                  <a:lnTo>
                    <a:pt x="302260" y="0"/>
                  </a:lnTo>
                  <a:close/>
                </a:path>
              </a:pathLst>
            </a:custGeom>
            <a:solidFill>
              <a:srgbClr val="FFF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427988" y="3654552"/>
              <a:ext cx="363220" cy="386080"/>
            </a:xfrm>
            <a:custGeom>
              <a:avLst/>
              <a:gdLst/>
              <a:ahLst/>
              <a:cxnLst/>
              <a:rect l="l" t="t" r="r" b="b"/>
              <a:pathLst>
                <a:path w="363219" h="386079">
                  <a:moveTo>
                    <a:pt x="0" y="60452"/>
                  </a:moveTo>
                  <a:lnTo>
                    <a:pt x="4748" y="36915"/>
                  </a:lnTo>
                  <a:lnTo>
                    <a:pt x="17700" y="17700"/>
                  </a:lnTo>
                  <a:lnTo>
                    <a:pt x="36915" y="4748"/>
                  </a:lnTo>
                  <a:lnTo>
                    <a:pt x="60452" y="0"/>
                  </a:lnTo>
                  <a:lnTo>
                    <a:pt x="302260" y="0"/>
                  </a:lnTo>
                  <a:lnTo>
                    <a:pt x="325796" y="4748"/>
                  </a:lnTo>
                  <a:lnTo>
                    <a:pt x="345011" y="17700"/>
                  </a:lnTo>
                  <a:lnTo>
                    <a:pt x="357963" y="36915"/>
                  </a:lnTo>
                  <a:lnTo>
                    <a:pt x="362712" y="60452"/>
                  </a:lnTo>
                  <a:lnTo>
                    <a:pt x="362712" y="325120"/>
                  </a:lnTo>
                  <a:lnTo>
                    <a:pt x="357963" y="348656"/>
                  </a:lnTo>
                  <a:lnTo>
                    <a:pt x="345011" y="367871"/>
                  </a:lnTo>
                  <a:lnTo>
                    <a:pt x="325796" y="380823"/>
                  </a:lnTo>
                  <a:lnTo>
                    <a:pt x="302260" y="385572"/>
                  </a:lnTo>
                  <a:lnTo>
                    <a:pt x="60452" y="385572"/>
                  </a:lnTo>
                  <a:lnTo>
                    <a:pt x="36915" y="380823"/>
                  </a:lnTo>
                  <a:lnTo>
                    <a:pt x="17700" y="367871"/>
                  </a:lnTo>
                  <a:lnTo>
                    <a:pt x="4748" y="348656"/>
                  </a:lnTo>
                  <a:lnTo>
                    <a:pt x="0" y="325120"/>
                  </a:lnTo>
                  <a:lnTo>
                    <a:pt x="0" y="6045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548511" y="3756152"/>
            <a:ext cx="123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ni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828609" y="3649789"/>
            <a:ext cx="485140" cy="395605"/>
            <a:chOff x="1828609" y="3649789"/>
            <a:chExt cx="485140" cy="395605"/>
          </a:xfrm>
        </p:grpSpPr>
        <p:sp>
          <p:nvSpPr>
            <p:cNvPr id="32" name="object 32" descr=""/>
            <p:cNvSpPr/>
            <p:nvPr/>
          </p:nvSpPr>
          <p:spPr>
            <a:xfrm>
              <a:off x="1833372" y="3654552"/>
              <a:ext cx="475615" cy="386080"/>
            </a:xfrm>
            <a:custGeom>
              <a:avLst/>
              <a:gdLst/>
              <a:ahLst/>
              <a:cxnLst/>
              <a:rect l="l" t="t" r="r" b="b"/>
              <a:pathLst>
                <a:path w="475614" h="386079">
                  <a:moveTo>
                    <a:pt x="411225" y="0"/>
                  </a:moveTo>
                  <a:lnTo>
                    <a:pt x="64261" y="0"/>
                  </a:lnTo>
                  <a:lnTo>
                    <a:pt x="39272" y="5058"/>
                  </a:lnTo>
                  <a:lnTo>
                    <a:pt x="18843" y="18843"/>
                  </a:lnTo>
                  <a:lnTo>
                    <a:pt x="5058" y="39272"/>
                  </a:lnTo>
                  <a:lnTo>
                    <a:pt x="0" y="64262"/>
                  </a:lnTo>
                  <a:lnTo>
                    <a:pt x="0" y="321310"/>
                  </a:lnTo>
                  <a:lnTo>
                    <a:pt x="5058" y="346299"/>
                  </a:lnTo>
                  <a:lnTo>
                    <a:pt x="18843" y="366728"/>
                  </a:lnTo>
                  <a:lnTo>
                    <a:pt x="39272" y="380513"/>
                  </a:lnTo>
                  <a:lnTo>
                    <a:pt x="64261" y="385572"/>
                  </a:lnTo>
                  <a:lnTo>
                    <a:pt x="411225" y="385572"/>
                  </a:lnTo>
                  <a:lnTo>
                    <a:pt x="436215" y="380513"/>
                  </a:lnTo>
                  <a:lnTo>
                    <a:pt x="456644" y="366728"/>
                  </a:lnTo>
                  <a:lnTo>
                    <a:pt x="470429" y="346299"/>
                  </a:lnTo>
                  <a:lnTo>
                    <a:pt x="475488" y="321310"/>
                  </a:lnTo>
                  <a:lnTo>
                    <a:pt x="475488" y="64262"/>
                  </a:lnTo>
                  <a:lnTo>
                    <a:pt x="470429" y="39272"/>
                  </a:lnTo>
                  <a:lnTo>
                    <a:pt x="456644" y="18843"/>
                  </a:lnTo>
                  <a:lnTo>
                    <a:pt x="436215" y="5058"/>
                  </a:lnTo>
                  <a:lnTo>
                    <a:pt x="411225" y="0"/>
                  </a:lnTo>
                  <a:close/>
                </a:path>
              </a:pathLst>
            </a:custGeom>
            <a:solidFill>
              <a:srgbClr val="F6B5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833372" y="3654552"/>
              <a:ext cx="475615" cy="386080"/>
            </a:xfrm>
            <a:custGeom>
              <a:avLst/>
              <a:gdLst/>
              <a:ahLst/>
              <a:cxnLst/>
              <a:rect l="l" t="t" r="r" b="b"/>
              <a:pathLst>
                <a:path w="475614" h="386079">
                  <a:moveTo>
                    <a:pt x="0" y="64262"/>
                  </a:moveTo>
                  <a:lnTo>
                    <a:pt x="5058" y="39272"/>
                  </a:lnTo>
                  <a:lnTo>
                    <a:pt x="18843" y="18843"/>
                  </a:lnTo>
                  <a:lnTo>
                    <a:pt x="39272" y="5058"/>
                  </a:lnTo>
                  <a:lnTo>
                    <a:pt x="64261" y="0"/>
                  </a:lnTo>
                  <a:lnTo>
                    <a:pt x="411225" y="0"/>
                  </a:lnTo>
                  <a:lnTo>
                    <a:pt x="436215" y="5058"/>
                  </a:lnTo>
                  <a:lnTo>
                    <a:pt x="456644" y="18843"/>
                  </a:lnTo>
                  <a:lnTo>
                    <a:pt x="470429" y="39272"/>
                  </a:lnTo>
                  <a:lnTo>
                    <a:pt x="475488" y="64262"/>
                  </a:lnTo>
                  <a:lnTo>
                    <a:pt x="475488" y="321310"/>
                  </a:lnTo>
                  <a:lnTo>
                    <a:pt x="470429" y="346299"/>
                  </a:lnTo>
                  <a:lnTo>
                    <a:pt x="456644" y="366728"/>
                  </a:lnTo>
                  <a:lnTo>
                    <a:pt x="436215" y="380513"/>
                  </a:lnTo>
                  <a:lnTo>
                    <a:pt x="411225" y="385572"/>
                  </a:lnTo>
                  <a:lnTo>
                    <a:pt x="64261" y="385572"/>
                  </a:lnTo>
                  <a:lnTo>
                    <a:pt x="39272" y="380513"/>
                  </a:lnTo>
                  <a:lnTo>
                    <a:pt x="18843" y="366728"/>
                  </a:lnTo>
                  <a:lnTo>
                    <a:pt x="5058" y="346299"/>
                  </a:lnTo>
                  <a:lnTo>
                    <a:pt x="0" y="321310"/>
                  </a:lnTo>
                  <a:lnTo>
                    <a:pt x="0" y="642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939289" y="3756152"/>
            <a:ext cx="2641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"/>
                <a:cs typeface="Arial"/>
              </a:rPr>
              <a:t>veth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2343721" y="3649789"/>
            <a:ext cx="1219835" cy="395605"/>
            <a:chOff x="2343721" y="3649789"/>
            <a:chExt cx="1219835" cy="395605"/>
          </a:xfrm>
        </p:grpSpPr>
        <p:sp>
          <p:nvSpPr>
            <p:cNvPr id="36" name="object 36" descr=""/>
            <p:cNvSpPr/>
            <p:nvPr/>
          </p:nvSpPr>
          <p:spPr>
            <a:xfrm>
              <a:off x="2348483" y="3654552"/>
              <a:ext cx="474345" cy="386080"/>
            </a:xfrm>
            <a:custGeom>
              <a:avLst/>
              <a:gdLst/>
              <a:ahLst/>
              <a:cxnLst/>
              <a:rect l="l" t="t" r="r" b="b"/>
              <a:pathLst>
                <a:path w="474344" h="386079">
                  <a:moveTo>
                    <a:pt x="409702" y="0"/>
                  </a:moveTo>
                  <a:lnTo>
                    <a:pt x="64262" y="0"/>
                  </a:lnTo>
                  <a:lnTo>
                    <a:pt x="39272" y="5058"/>
                  </a:lnTo>
                  <a:lnTo>
                    <a:pt x="18843" y="18843"/>
                  </a:lnTo>
                  <a:lnTo>
                    <a:pt x="5058" y="39272"/>
                  </a:lnTo>
                  <a:lnTo>
                    <a:pt x="0" y="64262"/>
                  </a:lnTo>
                  <a:lnTo>
                    <a:pt x="0" y="321310"/>
                  </a:lnTo>
                  <a:lnTo>
                    <a:pt x="5058" y="346299"/>
                  </a:lnTo>
                  <a:lnTo>
                    <a:pt x="18843" y="366728"/>
                  </a:lnTo>
                  <a:lnTo>
                    <a:pt x="39272" y="380513"/>
                  </a:lnTo>
                  <a:lnTo>
                    <a:pt x="64262" y="385572"/>
                  </a:lnTo>
                  <a:lnTo>
                    <a:pt x="409702" y="385572"/>
                  </a:lnTo>
                  <a:lnTo>
                    <a:pt x="434691" y="380513"/>
                  </a:lnTo>
                  <a:lnTo>
                    <a:pt x="455120" y="366728"/>
                  </a:lnTo>
                  <a:lnTo>
                    <a:pt x="468905" y="346299"/>
                  </a:lnTo>
                  <a:lnTo>
                    <a:pt x="473964" y="321310"/>
                  </a:lnTo>
                  <a:lnTo>
                    <a:pt x="473964" y="64262"/>
                  </a:lnTo>
                  <a:lnTo>
                    <a:pt x="468905" y="39272"/>
                  </a:lnTo>
                  <a:lnTo>
                    <a:pt x="455120" y="18843"/>
                  </a:lnTo>
                  <a:lnTo>
                    <a:pt x="434691" y="5058"/>
                  </a:lnTo>
                  <a:lnTo>
                    <a:pt x="409702" y="0"/>
                  </a:lnTo>
                  <a:close/>
                </a:path>
              </a:pathLst>
            </a:custGeom>
            <a:solidFill>
              <a:srgbClr val="F6B5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348483" y="3654552"/>
              <a:ext cx="474345" cy="386080"/>
            </a:xfrm>
            <a:custGeom>
              <a:avLst/>
              <a:gdLst/>
              <a:ahLst/>
              <a:cxnLst/>
              <a:rect l="l" t="t" r="r" b="b"/>
              <a:pathLst>
                <a:path w="474344" h="386079">
                  <a:moveTo>
                    <a:pt x="0" y="64262"/>
                  </a:moveTo>
                  <a:lnTo>
                    <a:pt x="5058" y="39272"/>
                  </a:lnTo>
                  <a:lnTo>
                    <a:pt x="18843" y="18843"/>
                  </a:lnTo>
                  <a:lnTo>
                    <a:pt x="39272" y="5058"/>
                  </a:lnTo>
                  <a:lnTo>
                    <a:pt x="64262" y="0"/>
                  </a:lnTo>
                  <a:lnTo>
                    <a:pt x="409702" y="0"/>
                  </a:lnTo>
                  <a:lnTo>
                    <a:pt x="434691" y="5058"/>
                  </a:lnTo>
                  <a:lnTo>
                    <a:pt x="455120" y="18843"/>
                  </a:lnTo>
                  <a:lnTo>
                    <a:pt x="468905" y="39272"/>
                  </a:lnTo>
                  <a:lnTo>
                    <a:pt x="473964" y="64262"/>
                  </a:lnTo>
                  <a:lnTo>
                    <a:pt x="473964" y="321310"/>
                  </a:lnTo>
                  <a:lnTo>
                    <a:pt x="468905" y="346299"/>
                  </a:lnTo>
                  <a:lnTo>
                    <a:pt x="455120" y="366728"/>
                  </a:lnTo>
                  <a:lnTo>
                    <a:pt x="434691" y="380513"/>
                  </a:lnTo>
                  <a:lnTo>
                    <a:pt x="409702" y="385572"/>
                  </a:lnTo>
                  <a:lnTo>
                    <a:pt x="64262" y="385572"/>
                  </a:lnTo>
                  <a:lnTo>
                    <a:pt x="39272" y="380513"/>
                  </a:lnTo>
                  <a:lnTo>
                    <a:pt x="18843" y="366728"/>
                  </a:lnTo>
                  <a:lnTo>
                    <a:pt x="5058" y="346299"/>
                  </a:lnTo>
                  <a:lnTo>
                    <a:pt x="0" y="321310"/>
                  </a:lnTo>
                  <a:lnTo>
                    <a:pt x="0" y="642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862071" y="3654552"/>
              <a:ext cx="696595" cy="386080"/>
            </a:xfrm>
            <a:custGeom>
              <a:avLst/>
              <a:gdLst/>
              <a:ahLst/>
              <a:cxnLst/>
              <a:rect l="l" t="t" r="r" b="b"/>
              <a:pathLst>
                <a:path w="696595" h="386079">
                  <a:moveTo>
                    <a:pt x="632205" y="0"/>
                  </a:moveTo>
                  <a:lnTo>
                    <a:pt x="64261" y="0"/>
                  </a:lnTo>
                  <a:lnTo>
                    <a:pt x="39272" y="5058"/>
                  </a:lnTo>
                  <a:lnTo>
                    <a:pt x="18843" y="18843"/>
                  </a:lnTo>
                  <a:lnTo>
                    <a:pt x="5058" y="39272"/>
                  </a:lnTo>
                  <a:lnTo>
                    <a:pt x="0" y="64262"/>
                  </a:lnTo>
                  <a:lnTo>
                    <a:pt x="0" y="321310"/>
                  </a:lnTo>
                  <a:lnTo>
                    <a:pt x="5058" y="346299"/>
                  </a:lnTo>
                  <a:lnTo>
                    <a:pt x="18843" y="366728"/>
                  </a:lnTo>
                  <a:lnTo>
                    <a:pt x="39272" y="380513"/>
                  </a:lnTo>
                  <a:lnTo>
                    <a:pt x="64261" y="385572"/>
                  </a:lnTo>
                  <a:lnTo>
                    <a:pt x="632205" y="385572"/>
                  </a:lnTo>
                  <a:lnTo>
                    <a:pt x="657195" y="380513"/>
                  </a:lnTo>
                  <a:lnTo>
                    <a:pt x="677624" y="366728"/>
                  </a:lnTo>
                  <a:lnTo>
                    <a:pt x="691409" y="346299"/>
                  </a:lnTo>
                  <a:lnTo>
                    <a:pt x="696467" y="321310"/>
                  </a:lnTo>
                  <a:lnTo>
                    <a:pt x="696467" y="64262"/>
                  </a:lnTo>
                  <a:lnTo>
                    <a:pt x="691409" y="39272"/>
                  </a:lnTo>
                  <a:lnTo>
                    <a:pt x="677624" y="18843"/>
                  </a:lnTo>
                  <a:lnTo>
                    <a:pt x="657195" y="5058"/>
                  </a:lnTo>
                  <a:lnTo>
                    <a:pt x="632205" y="0"/>
                  </a:lnTo>
                  <a:close/>
                </a:path>
              </a:pathLst>
            </a:custGeom>
            <a:solidFill>
              <a:srgbClr val="F6B5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862071" y="3654552"/>
              <a:ext cx="696595" cy="386080"/>
            </a:xfrm>
            <a:custGeom>
              <a:avLst/>
              <a:gdLst/>
              <a:ahLst/>
              <a:cxnLst/>
              <a:rect l="l" t="t" r="r" b="b"/>
              <a:pathLst>
                <a:path w="696595" h="386079">
                  <a:moveTo>
                    <a:pt x="0" y="64262"/>
                  </a:moveTo>
                  <a:lnTo>
                    <a:pt x="5058" y="39272"/>
                  </a:lnTo>
                  <a:lnTo>
                    <a:pt x="18843" y="18843"/>
                  </a:lnTo>
                  <a:lnTo>
                    <a:pt x="39272" y="5058"/>
                  </a:lnTo>
                  <a:lnTo>
                    <a:pt x="64261" y="0"/>
                  </a:lnTo>
                  <a:lnTo>
                    <a:pt x="632205" y="0"/>
                  </a:lnTo>
                  <a:lnTo>
                    <a:pt x="657195" y="5058"/>
                  </a:lnTo>
                  <a:lnTo>
                    <a:pt x="677624" y="18843"/>
                  </a:lnTo>
                  <a:lnTo>
                    <a:pt x="691409" y="39272"/>
                  </a:lnTo>
                  <a:lnTo>
                    <a:pt x="696467" y="64262"/>
                  </a:lnTo>
                  <a:lnTo>
                    <a:pt x="696467" y="321310"/>
                  </a:lnTo>
                  <a:lnTo>
                    <a:pt x="691409" y="346299"/>
                  </a:lnTo>
                  <a:lnTo>
                    <a:pt x="677624" y="366728"/>
                  </a:lnTo>
                  <a:lnTo>
                    <a:pt x="657195" y="380513"/>
                  </a:lnTo>
                  <a:lnTo>
                    <a:pt x="632205" y="385572"/>
                  </a:lnTo>
                  <a:lnTo>
                    <a:pt x="64261" y="385572"/>
                  </a:lnTo>
                  <a:lnTo>
                    <a:pt x="39272" y="380513"/>
                  </a:lnTo>
                  <a:lnTo>
                    <a:pt x="18843" y="366728"/>
                  </a:lnTo>
                  <a:lnTo>
                    <a:pt x="5058" y="346299"/>
                  </a:lnTo>
                  <a:lnTo>
                    <a:pt x="0" y="321310"/>
                  </a:lnTo>
                  <a:lnTo>
                    <a:pt x="0" y="64262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2458339" y="3756152"/>
            <a:ext cx="1000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4350" algn="l"/>
              </a:tabLst>
            </a:pPr>
            <a:r>
              <a:rPr dirty="0" sz="1000" spc="-20">
                <a:latin typeface="Arial"/>
                <a:cs typeface="Arial"/>
              </a:rPr>
              <a:t>vlan</a:t>
            </a:r>
            <a:r>
              <a:rPr dirty="0" sz="1000">
                <a:latin typeface="Arial"/>
                <a:cs typeface="Arial"/>
              </a:rPr>
              <a:t>	</a:t>
            </a:r>
            <a:r>
              <a:rPr dirty="0" sz="1000" spc="-10">
                <a:latin typeface="Arial"/>
                <a:cs typeface="Arial"/>
              </a:rPr>
              <a:t>macvlan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3579685" y="3649789"/>
            <a:ext cx="704850" cy="395605"/>
            <a:chOff x="3579685" y="3649789"/>
            <a:chExt cx="704850" cy="395605"/>
          </a:xfrm>
        </p:grpSpPr>
        <p:sp>
          <p:nvSpPr>
            <p:cNvPr id="42" name="object 42" descr=""/>
            <p:cNvSpPr/>
            <p:nvPr/>
          </p:nvSpPr>
          <p:spPr>
            <a:xfrm>
              <a:off x="3584447" y="3654552"/>
              <a:ext cx="695325" cy="386080"/>
            </a:xfrm>
            <a:custGeom>
              <a:avLst/>
              <a:gdLst/>
              <a:ahLst/>
              <a:cxnLst/>
              <a:rect l="l" t="t" r="r" b="b"/>
              <a:pathLst>
                <a:path w="695325" h="386079">
                  <a:moveTo>
                    <a:pt x="630681" y="0"/>
                  </a:moveTo>
                  <a:lnTo>
                    <a:pt x="64262" y="0"/>
                  </a:lnTo>
                  <a:lnTo>
                    <a:pt x="39272" y="5058"/>
                  </a:lnTo>
                  <a:lnTo>
                    <a:pt x="18843" y="18843"/>
                  </a:lnTo>
                  <a:lnTo>
                    <a:pt x="5058" y="39272"/>
                  </a:lnTo>
                  <a:lnTo>
                    <a:pt x="0" y="64262"/>
                  </a:lnTo>
                  <a:lnTo>
                    <a:pt x="0" y="321310"/>
                  </a:lnTo>
                  <a:lnTo>
                    <a:pt x="5058" y="346299"/>
                  </a:lnTo>
                  <a:lnTo>
                    <a:pt x="18843" y="366728"/>
                  </a:lnTo>
                  <a:lnTo>
                    <a:pt x="39272" y="380513"/>
                  </a:lnTo>
                  <a:lnTo>
                    <a:pt x="64262" y="385572"/>
                  </a:lnTo>
                  <a:lnTo>
                    <a:pt x="630681" y="385572"/>
                  </a:lnTo>
                  <a:lnTo>
                    <a:pt x="655671" y="380513"/>
                  </a:lnTo>
                  <a:lnTo>
                    <a:pt x="676100" y="366728"/>
                  </a:lnTo>
                  <a:lnTo>
                    <a:pt x="689885" y="346299"/>
                  </a:lnTo>
                  <a:lnTo>
                    <a:pt x="694943" y="321310"/>
                  </a:lnTo>
                  <a:lnTo>
                    <a:pt x="694943" y="64262"/>
                  </a:lnTo>
                  <a:lnTo>
                    <a:pt x="689885" y="39272"/>
                  </a:lnTo>
                  <a:lnTo>
                    <a:pt x="676100" y="18843"/>
                  </a:lnTo>
                  <a:lnTo>
                    <a:pt x="655671" y="5058"/>
                  </a:lnTo>
                  <a:lnTo>
                    <a:pt x="630681" y="0"/>
                  </a:lnTo>
                  <a:close/>
                </a:path>
              </a:pathLst>
            </a:custGeom>
            <a:solidFill>
              <a:srgbClr val="F6B5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584447" y="3654552"/>
              <a:ext cx="695325" cy="386080"/>
            </a:xfrm>
            <a:custGeom>
              <a:avLst/>
              <a:gdLst/>
              <a:ahLst/>
              <a:cxnLst/>
              <a:rect l="l" t="t" r="r" b="b"/>
              <a:pathLst>
                <a:path w="695325" h="386079">
                  <a:moveTo>
                    <a:pt x="0" y="64262"/>
                  </a:moveTo>
                  <a:lnTo>
                    <a:pt x="5058" y="39272"/>
                  </a:lnTo>
                  <a:lnTo>
                    <a:pt x="18843" y="18843"/>
                  </a:lnTo>
                  <a:lnTo>
                    <a:pt x="39272" y="5058"/>
                  </a:lnTo>
                  <a:lnTo>
                    <a:pt x="64262" y="0"/>
                  </a:lnTo>
                  <a:lnTo>
                    <a:pt x="630681" y="0"/>
                  </a:lnTo>
                  <a:lnTo>
                    <a:pt x="655671" y="5058"/>
                  </a:lnTo>
                  <a:lnTo>
                    <a:pt x="676100" y="18843"/>
                  </a:lnTo>
                  <a:lnTo>
                    <a:pt x="689885" y="39272"/>
                  </a:lnTo>
                  <a:lnTo>
                    <a:pt x="694943" y="64262"/>
                  </a:lnTo>
                  <a:lnTo>
                    <a:pt x="694943" y="321310"/>
                  </a:lnTo>
                  <a:lnTo>
                    <a:pt x="689885" y="346299"/>
                  </a:lnTo>
                  <a:lnTo>
                    <a:pt x="676100" y="366728"/>
                  </a:lnTo>
                  <a:lnTo>
                    <a:pt x="655671" y="380513"/>
                  </a:lnTo>
                  <a:lnTo>
                    <a:pt x="630681" y="385572"/>
                  </a:lnTo>
                  <a:lnTo>
                    <a:pt x="64262" y="385572"/>
                  </a:lnTo>
                  <a:lnTo>
                    <a:pt x="39272" y="380513"/>
                  </a:lnTo>
                  <a:lnTo>
                    <a:pt x="18843" y="366728"/>
                  </a:lnTo>
                  <a:lnTo>
                    <a:pt x="5058" y="346299"/>
                  </a:lnTo>
                  <a:lnTo>
                    <a:pt x="0" y="321310"/>
                  </a:lnTo>
                  <a:lnTo>
                    <a:pt x="0" y="642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3743325" y="3756152"/>
            <a:ext cx="3765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bridge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5" name="object 4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80" y="2823972"/>
            <a:ext cx="1831848" cy="723900"/>
          </a:xfrm>
          <a:prstGeom prst="rect">
            <a:avLst/>
          </a:prstGeom>
        </p:spPr>
      </p:pic>
      <p:sp>
        <p:nvSpPr>
          <p:cNvPr id="46" name="object 46" descr=""/>
          <p:cNvSpPr txBox="1"/>
          <p:nvPr/>
        </p:nvSpPr>
        <p:spPr>
          <a:xfrm>
            <a:off x="1193393" y="3024631"/>
            <a:ext cx="7251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Netns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7" name="object 4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28316" y="2823972"/>
            <a:ext cx="1830324" cy="723900"/>
          </a:xfrm>
          <a:prstGeom prst="rect">
            <a:avLst/>
          </a:prstGeom>
        </p:spPr>
      </p:pic>
      <p:sp>
        <p:nvSpPr>
          <p:cNvPr id="48" name="object 48" descr=""/>
          <p:cNvSpPr txBox="1"/>
          <p:nvPr/>
        </p:nvSpPr>
        <p:spPr>
          <a:xfrm>
            <a:off x="3081908" y="3024631"/>
            <a:ext cx="7251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Netns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9" name="object 4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5303" y="1466077"/>
            <a:ext cx="807753" cy="1324376"/>
          </a:xfrm>
          <a:prstGeom prst="rect">
            <a:avLst/>
          </a:prstGeom>
        </p:spPr>
      </p:pic>
      <p:sp>
        <p:nvSpPr>
          <p:cNvPr id="50" name="object 50" descr=""/>
          <p:cNvSpPr txBox="1"/>
          <p:nvPr/>
        </p:nvSpPr>
        <p:spPr>
          <a:xfrm>
            <a:off x="837387" y="1966722"/>
            <a:ext cx="4432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Host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1" name="object 5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3539" y="1466077"/>
            <a:ext cx="809244" cy="1324376"/>
          </a:xfrm>
          <a:prstGeom prst="rect">
            <a:avLst/>
          </a:prstGeom>
        </p:spPr>
      </p:pic>
      <p:sp>
        <p:nvSpPr>
          <p:cNvPr id="52" name="object 52" descr=""/>
          <p:cNvSpPr txBox="1"/>
          <p:nvPr/>
        </p:nvSpPr>
        <p:spPr>
          <a:xfrm>
            <a:off x="1915414" y="1966722"/>
            <a:ext cx="2844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Arial"/>
                <a:cs typeface="Arial"/>
              </a:rPr>
              <a:t>C1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3" name="object 5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38855" y="1466077"/>
            <a:ext cx="809244" cy="1324376"/>
          </a:xfrm>
          <a:prstGeom prst="rect">
            <a:avLst/>
          </a:prstGeom>
        </p:spPr>
      </p:pic>
      <p:sp>
        <p:nvSpPr>
          <p:cNvPr id="54" name="object 54" descr=""/>
          <p:cNvSpPr txBox="1"/>
          <p:nvPr/>
        </p:nvSpPr>
        <p:spPr>
          <a:xfrm>
            <a:off x="3301365" y="1966722"/>
            <a:ext cx="2851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Arial"/>
                <a:cs typeface="Arial"/>
              </a:rPr>
              <a:t>C2</a:t>
            </a:r>
            <a:endParaRPr sz="1600">
              <a:latin typeface="Arial"/>
              <a:cs typeface="Arial"/>
            </a:endParaRPr>
          </a:p>
        </p:txBody>
      </p:sp>
      <p:sp>
        <p:nvSpPr>
          <p:cNvPr id="56" name="object 5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7" name="object 5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11</a:t>
            </a:r>
          </a:p>
        </p:txBody>
      </p:sp>
      <p:sp>
        <p:nvSpPr>
          <p:cNvPr id="58" name="object 5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55" name="object 55" descr=""/>
          <p:cNvSpPr txBox="1"/>
          <p:nvPr/>
        </p:nvSpPr>
        <p:spPr>
          <a:xfrm>
            <a:off x="4705603" y="992136"/>
            <a:ext cx="6876415" cy="449008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885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Each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container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(userspace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instance)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has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net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namespace</a:t>
            </a:r>
            <a:endParaRPr sz="20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705"/>
              </a:spcBef>
            </a:pPr>
            <a:r>
              <a:rPr dirty="0" sz="1450">
                <a:latin typeface="Arial"/>
                <a:cs typeface="Arial"/>
              </a:rPr>
              <a:t>−</a:t>
            </a:r>
            <a:r>
              <a:rPr dirty="0" sz="1450" spc="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Multiple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containers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share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same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netns</a:t>
            </a:r>
            <a:endParaRPr sz="18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70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Each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netdev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belongs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net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namespace</a:t>
            </a:r>
            <a:endParaRPr sz="20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70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netdev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can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be:</a:t>
            </a:r>
            <a:endParaRPr sz="20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700"/>
              </a:spcBef>
            </a:pPr>
            <a:r>
              <a:rPr dirty="0" sz="1450">
                <a:latin typeface="Arial"/>
                <a:cs typeface="Arial"/>
              </a:rPr>
              <a:t>−</a:t>
            </a:r>
            <a:r>
              <a:rPr dirty="0" sz="145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Physical: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has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associated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HW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device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abstraction</a:t>
            </a:r>
            <a:endParaRPr sz="18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710"/>
              </a:spcBef>
            </a:pPr>
            <a:r>
              <a:rPr dirty="0" sz="1450">
                <a:latin typeface="Arial"/>
                <a:cs typeface="Arial"/>
              </a:rPr>
              <a:t>−</a:t>
            </a:r>
            <a:r>
              <a:rPr dirty="0" sz="1450" spc="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Virtual: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entirely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SW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(veth,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vlan,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bridge,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etc.)</a:t>
            </a:r>
            <a:endParaRPr sz="18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69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Virtual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netdev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overhead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low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differences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arise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from</a:t>
            </a:r>
            <a:endParaRPr sz="20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technology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specifics</a:t>
            </a:r>
            <a:endParaRPr sz="20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705"/>
              </a:spcBef>
            </a:pPr>
            <a:r>
              <a:rPr dirty="0" sz="1450">
                <a:latin typeface="Arial"/>
                <a:cs typeface="Arial"/>
              </a:rPr>
              <a:t>−</a:t>
            </a:r>
            <a:r>
              <a:rPr dirty="0" sz="145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Bridge: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kernel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switching</a:t>
            </a:r>
            <a:endParaRPr sz="18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705"/>
              </a:spcBef>
            </a:pPr>
            <a:r>
              <a:rPr dirty="0" sz="1450">
                <a:latin typeface="Arial"/>
                <a:cs typeface="Arial"/>
              </a:rPr>
              <a:t>−</a:t>
            </a:r>
            <a:r>
              <a:rPr dirty="0" sz="1450" spc="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MACVLAN: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MAC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level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VLAN</a:t>
            </a:r>
            <a:endParaRPr sz="18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700"/>
              </a:spcBef>
            </a:pPr>
            <a:r>
              <a:rPr dirty="0" sz="1450">
                <a:latin typeface="Arial"/>
                <a:cs typeface="Arial"/>
              </a:rPr>
              <a:t>−</a:t>
            </a:r>
            <a:r>
              <a:rPr dirty="0" sz="1450" spc="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VETH: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IP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level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SW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pairs</a:t>
            </a:r>
            <a:endParaRPr sz="18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69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2000">
                <a:latin typeface="Arial"/>
                <a:cs typeface="Arial"/>
              </a:rPr>
              <a:t>Mix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match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9372" y="2718892"/>
            <a:ext cx="10022840" cy="1154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400">
                <a:solidFill>
                  <a:srgbClr val="FFFFFF"/>
                </a:solidFill>
              </a:rPr>
              <a:t>DIRECT</a:t>
            </a:r>
            <a:r>
              <a:rPr dirty="0" sz="7400" spc="-290">
                <a:solidFill>
                  <a:srgbClr val="FFFFFF"/>
                </a:solidFill>
              </a:rPr>
              <a:t> </a:t>
            </a:r>
            <a:r>
              <a:rPr dirty="0" sz="7400" spc="-10">
                <a:solidFill>
                  <a:srgbClr val="FFFFFF"/>
                </a:solidFill>
              </a:rPr>
              <a:t>ASSIGNMENT</a:t>
            </a:r>
            <a:endParaRPr sz="7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424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dirty="0"/>
              <a:t>Introduction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 spc="-20"/>
              <a:t>VFIO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79272" y="996176"/>
            <a:ext cx="4274185" cy="484060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580"/>
              </a:spcBef>
              <a:buClr>
                <a:srgbClr val="252525"/>
              </a:buClr>
              <a:buSzPct val="79166"/>
              <a:buChar char="•"/>
              <a:tabLst>
                <a:tab pos="245745" algn="l"/>
              </a:tabLst>
            </a:pPr>
            <a:r>
              <a:rPr dirty="0" sz="2400">
                <a:latin typeface="Arial"/>
                <a:cs typeface="Arial"/>
              </a:rPr>
              <a:t>VFIO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(Virtual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Function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IO)</a:t>
            </a:r>
            <a:endParaRPr sz="2400">
              <a:latin typeface="Arial"/>
              <a:cs typeface="Arial"/>
            </a:endParaRPr>
          </a:p>
          <a:p>
            <a:pPr marL="245745">
              <a:lnSpc>
                <a:spcPts val="2510"/>
              </a:lnSpc>
              <a:spcBef>
                <a:spcPts val="440"/>
              </a:spcBef>
            </a:pPr>
            <a:r>
              <a:rPr dirty="0" sz="1750">
                <a:latin typeface="Arial"/>
                <a:cs typeface="Arial"/>
              </a:rPr>
              <a:t>−</a:t>
            </a:r>
            <a:r>
              <a:rPr dirty="0" sz="1750" spc="-19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Linux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user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space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driver</a:t>
            </a:r>
            <a:endParaRPr sz="2200">
              <a:latin typeface="Arial"/>
              <a:cs typeface="Arial"/>
            </a:endParaRPr>
          </a:p>
          <a:p>
            <a:pPr marL="414655">
              <a:lnSpc>
                <a:spcPts val="2510"/>
              </a:lnSpc>
            </a:pPr>
            <a:r>
              <a:rPr dirty="0" sz="2200" spc="-10">
                <a:latin typeface="Arial"/>
                <a:cs typeface="Arial"/>
              </a:rPr>
              <a:t>infrastructure</a:t>
            </a:r>
            <a:endParaRPr sz="22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434"/>
              </a:spcBef>
            </a:pPr>
            <a:r>
              <a:rPr dirty="0" sz="1750">
                <a:latin typeface="Arial"/>
                <a:cs typeface="Arial"/>
              </a:rPr>
              <a:t>−</a:t>
            </a:r>
            <a:r>
              <a:rPr dirty="0" sz="1750" spc="-1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Enforces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IOMMU</a:t>
            </a:r>
            <a:r>
              <a:rPr dirty="0" sz="2200" spc="-3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protection</a:t>
            </a:r>
            <a:endParaRPr sz="22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409"/>
              </a:spcBef>
              <a:buClr>
                <a:srgbClr val="252525"/>
              </a:buClr>
              <a:buSzPct val="79166"/>
              <a:buChar char="•"/>
              <a:tabLst>
                <a:tab pos="245745" algn="l"/>
              </a:tabLst>
            </a:pPr>
            <a:r>
              <a:rPr dirty="0" sz="2400">
                <a:latin typeface="Arial"/>
                <a:cs typeface="Arial"/>
              </a:rPr>
              <a:t>VFIO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Provides</a:t>
            </a:r>
            <a:endParaRPr sz="2400">
              <a:latin typeface="Arial"/>
              <a:cs typeface="Arial"/>
            </a:endParaRPr>
          </a:p>
          <a:p>
            <a:pPr marL="245745">
              <a:lnSpc>
                <a:spcPts val="2510"/>
              </a:lnSpc>
              <a:spcBef>
                <a:spcPts val="440"/>
              </a:spcBef>
            </a:pPr>
            <a:r>
              <a:rPr dirty="0" sz="1750">
                <a:latin typeface="Arial"/>
                <a:cs typeface="Arial"/>
              </a:rPr>
              <a:t>−</a:t>
            </a:r>
            <a:r>
              <a:rPr dirty="0" sz="1750" spc="-1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Device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access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(mmap()</a:t>
            </a:r>
            <a:r>
              <a:rPr dirty="0" sz="2200" spc="-1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device</a:t>
            </a:r>
            <a:endParaRPr sz="2200">
              <a:latin typeface="Arial"/>
              <a:cs typeface="Arial"/>
            </a:endParaRPr>
          </a:p>
          <a:p>
            <a:pPr marL="414655">
              <a:lnSpc>
                <a:spcPts val="2510"/>
              </a:lnSpc>
            </a:pPr>
            <a:r>
              <a:rPr dirty="0" sz="2200">
                <a:latin typeface="Arial"/>
                <a:cs typeface="Arial"/>
              </a:rPr>
              <a:t>MMIO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regions)</a:t>
            </a:r>
            <a:endParaRPr sz="22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430"/>
              </a:spcBef>
            </a:pPr>
            <a:r>
              <a:rPr dirty="0" sz="1750">
                <a:latin typeface="Arial"/>
                <a:cs typeface="Arial"/>
              </a:rPr>
              <a:t>−</a:t>
            </a:r>
            <a:r>
              <a:rPr dirty="0" sz="1750" spc="-1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IOMMU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programming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interface</a:t>
            </a:r>
            <a:endParaRPr sz="2200">
              <a:latin typeface="Arial"/>
              <a:cs typeface="Arial"/>
            </a:endParaRPr>
          </a:p>
          <a:p>
            <a:pPr marL="414655" marR="521334" indent="-169545">
              <a:lnSpc>
                <a:spcPts val="2380"/>
              </a:lnSpc>
              <a:spcBef>
                <a:spcPts val="730"/>
              </a:spcBef>
            </a:pPr>
            <a:r>
              <a:rPr dirty="0" sz="1750">
                <a:latin typeface="Arial"/>
                <a:cs typeface="Arial"/>
              </a:rPr>
              <a:t>−</a:t>
            </a:r>
            <a:r>
              <a:rPr dirty="0" sz="1750" spc="-1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High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performance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interrupt support</a:t>
            </a:r>
            <a:endParaRPr sz="22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370"/>
              </a:spcBef>
              <a:buClr>
                <a:srgbClr val="252525"/>
              </a:buClr>
              <a:buSzPct val="79166"/>
              <a:buChar char="•"/>
              <a:tabLst>
                <a:tab pos="245745" algn="l"/>
              </a:tabLst>
            </a:pPr>
            <a:r>
              <a:rPr dirty="0" sz="2400">
                <a:latin typeface="Arial"/>
                <a:cs typeface="Arial"/>
              </a:rPr>
              <a:t>Bus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support</a:t>
            </a:r>
            <a:endParaRPr sz="2400">
              <a:latin typeface="Arial"/>
              <a:cs typeface="Arial"/>
            </a:endParaRPr>
          </a:p>
          <a:p>
            <a:pPr marL="414655" marR="24765" indent="-169545">
              <a:lnSpc>
                <a:spcPts val="2380"/>
              </a:lnSpc>
              <a:spcBef>
                <a:spcPts val="740"/>
              </a:spcBef>
            </a:pPr>
            <a:r>
              <a:rPr dirty="0" sz="1750">
                <a:latin typeface="Arial"/>
                <a:cs typeface="Arial"/>
              </a:rPr>
              <a:t>−</a:t>
            </a:r>
            <a:r>
              <a:rPr dirty="0" sz="1750" spc="-1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PCI,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platform</a:t>
            </a:r>
            <a:r>
              <a:rPr dirty="0" sz="2200" spc="-2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devices,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LS2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MC bus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035290" y="5606034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1FD7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032242" y="5767578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D44E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044433" y="5939790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3" y="0"/>
                </a:lnTo>
              </a:path>
            </a:pathLst>
          </a:custGeom>
          <a:ln w="19812">
            <a:solidFill>
              <a:srgbClr val="34ACD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763381" y="5505399"/>
            <a:ext cx="394970" cy="67246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60960" indent="5715">
              <a:lnSpc>
                <a:spcPct val="113399"/>
              </a:lnSpc>
              <a:spcBef>
                <a:spcPts val="40"/>
              </a:spcBef>
            </a:pPr>
            <a:r>
              <a:rPr dirty="0" sz="900" spc="-25">
                <a:latin typeface="Arial"/>
                <a:cs typeface="Arial"/>
              </a:rPr>
              <a:t>MMIO IRQ DMA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900" spc="-10">
                <a:latin typeface="Arial"/>
                <a:cs typeface="Arial"/>
              </a:rPr>
              <a:t>Control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8042909" y="6122670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3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5117591" y="658368"/>
            <a:ext cx="6560820" cy="4646930"/>
            <a:chOff x="5117591" y="658368"/>
            <a:chExt cx="6560820" cy="4646930"/>
          </a:xfrm>
        </p:grpSpPr>
        <p:sp>
          <p:nvSpPr>
            <p:cNvPr id="10" name="object 10" descr=""/>
            <p:cNvSpPr/>
            <p:nvPr/>
          </p:nvSpPr>
          <p:spPr>
            <a:xfrm>
              <a:off x="5125211" y="4046220"/>
              <a:ext cx="6553200" cy="1259205"/>
            </a:xfrm>
            <a:custGeom>
              <a:avLst/>
              <a:gdLst/>
              <a:ahLst/>
              <a:cxnLst/>
              <a:rect l="l" t="t" r="r" b="b"/>
              <a:pathLst>
                <a:path w="6553200" h="1259204">
                  <a:moveTo>
                    <a:pt x="6343395" y="0"/>
                  </a:moveTo>
                  <a:lnTo>
                    <a:pt x="209803" y="0"/>
                  </a:lnTo>
                  <a:lnTo>
                    <a:pt x="161712" y="5543"/>
                  </a:lnTo>
                  <a:lnTo>
                    <a:pt x="117558" y="21333"/>
                  </a:lnTo>
                  <a:lnTo>
                    <a:pt x="78602" y="46106"/>
                  </a:lnTo>
                  <a:lnTo>
                    <a:pt x="46106" y="78602"/>
                  </a:lnTo>
                  <a:lnTo>
                    <a:pt x="21333" y="117558"/>
                  </a:lnTo>
                  <a:lnTo>
                    <a:pt x="5543" y="161712"/>
                  </a:lnTo>
                  <a:lnTo>
                    <a:pt x="0" y="209803"/>
                  </a:lnTo>
                  <a:lnTo>
                    <a:pt x="0" y="1049019"/>
                  </a:lnTo>
                  <a:lnTo>
                    <a:pt x="5543" y="1097111"/>
                  </a:lnTo>
                  <a:lnTo>
                    <a:pt x="21333" y="1141265"/>
                  </a:lnTo>
                  <a:lnTo>
                    <a:pt x="46106" y="1180221"/>
                  </a:lnTo>
                  <a:lnTo>
                    <a:pt x="78602" y="1212717"/>
                  </a:lnTo>
                  <a:lnTo>
                    <a:pt x="117558" y="1237490"/>
                  </a:lnTo>
                  <a:lnTo>
                    <a:pt x="161712" y="1253280"/>
                  </a:lnTo>
                  <a:lnTo>
                    <a:pt x="209803" y="1258823"/>
                  </a:lnTo>
                  <a:lnTo>
                    <a:pt x="6343395" y="1258823"/>
                  </a:lnTo>
                  <a:lnTo>
                    <a:pt x="6391487" y="1253280"/>
                  </a:lnTo>
                  <a:lnTo>
                    <a:pt x="6435641" y="1237490"/>
                  </a:lnTo>
                  <a:lnTo>
                    <a:pt x="6474597" y="1212717"/>
                  </a:lnTo>
                  <a:lnTo>
                    <a:pt x="6507093" y="1180221"/>
                  </a:lnTo>
                  <a:lnTo>
                    <a:pt x="6531866" y="1141265"/>
                  </a:lnTo>
                  <a:lnTo>
                    <a:pt x="6547656" y="1097111"/>
                  </a:lnTo>
                  <a:lnTo>
                    <a:pt x="6553200" y="1049019"/>
                  </a:lnTo>
                  <a:lnTo>
                    <a:pt x="6553200" y="209803"/>
                  </a:lnTo>
                  <a:lnTo>
                    <a:pt x="6547656" y="161712"/>
                  </a:lnTo>
                  <a:lnTo>
                    <a:pt x="6531866" y="117558"/>
                  </a:lnTo>
                  <a:lnTo>
                    <a:pt x="6507093" y="78602"/>
                  </a:lnTo>
                  <a:lnTo>
                    <a:pt x="6474597" y="46106"/>
                  </a:lnTo>
                  <a:lnTo>
                    <a:pt x="6435641" y="21333"/>
                  </a:lnTo>
                  <a:lnTo>
                    <a:pt x="6391487" y="5543"/>
                  </a:lnTo>
                  <a:lnTo>
                    <a:pt x="6343395" y="0"/>
                  </a:lnTo>
                  <a:close/>
                </a:path>
              </a:pathLst>
            </a:custGeom>
            <a:solidFill>
              <a:srgbClr val="969D00">
                <a:alpha val="1607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117591" y="3048000"/>
              <a:ext cx="6553200" cy="929640"/>
            </a:xfrm>
            <a:custGeom>
              <a:avLst/>
              <a:gdLst/>
              <a:ahLst/>
              <a:cxnLst/>
              <a:rect l="l" t="t" r="r" b="b"/>
              <a:pathLst>
                <a:path w="6553200" h="929639">
                  <a:moveTo>
                    <a:pt x="6398260" y="0"/>
                  </a:moveTo>
                  <a:lnTo>
                    <a:pt x="154940" y="0"/>
                  </a:lnTo>
                  <a:lnTo>
                    <a:pt x="105956" y="7896"/>
                  </a:lnTo>
                  <a:lnTo>
                    <a:pt x="63422" y="29886"/>
                  </a:lnTo>
                  <a:lnTo>
                    <a:pt x="29886" y="63422"/>
                  </a:lnTo>
                  <a:lnTo>
                    <a:pt x="7896" y="105956"/>
                  </a:lnTo>
                  <a:lnTo>
                    <a:pt x="0" y="154939"/>
                  </a:lnTo>
                  <a:lnTo>
                    <a:pt x="0" y="774700"/>
                  </a:lnTo>
                  <a:lnTo>
                    <a:pt x="7896" y="823683"/>
                  </a:lnTo>
                  <a:lnTo>
                    <a:pt x="29886" y="866217"/>
                  </a:lnTo>
                  <a:lnTo>
                    <a:pt x="63422" y="899753"/>
                  </a:lnTo>
                  <a:lnTo>
                    <a:pt x="105956" y="921743"/>
                  </a:lnTo>
                  <a:lnTo>
                    <a:pt x="154940" y="929639"/>
                  </a:lnTo>
                  <a:lnTo>
                    <a:pt x="6398260" y="929639"/>
                  </a:lnTo>
                  <a:lnTo>
                    <a:pt x="6447243" y="921743"/>
                  </a:lnTo>
                  <a:lnTo>
                    <a:pt x="6489777" y="899753"/>
                  </a:lnTo>
                  <a:lnTo>
                    <a:pt x="6523313" y="866217"/>
                  </a:lnTo>
                  <a:lnTo>
                    <a:pt x="6545303" y="823683"/>
                  </a:lnTo>
                  <a:lnTo>
                    <a:pt x="6553200" y="774700"/>
                  </a:lnTo>
                  <a:lnTo>
                    <a:pt x="6553200" y="154939"/>
                  </a:lnTo>
                  <a:lnTo>
                    <a:pt x="6545303" y="105956"/>
                  </a:lnTo>
                  <a:lnTo>
                    <a:pt x="6523313" y="63422"/>
                  </a:lnTo>
                  <a:lnTo>
                    <a:pt x="6489777" y="29886"/>
                  </a:lnTo>
                  <a:lnTo>
                    <a:pt x="6447243" y="7896"/>
                  </a:lnTo>
                  <a:lnTo>
                    <a:pt x="6398260" y="0"/>
                  </a:lnTo>
                  <a:close/>
                </a:path>
              </a:pathLst>
            </a:custGeom>
            <a:solidFill>
              <a:srgbClr val="92D05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117591" y="658368"/>
              <a:ext cx="6553200" cy="2293620"/>
            </a:xfrm>
            <a:custGeom>
              <a:avLst/>
              <a:gdLst/>
              <a:ahLst/>
              <a:cxnLst/>
              <a:rect l="l" t="t" r="r" b="b"/>
              <a:pathLst>
                <a:path w="6553200" h="2293620">
                  <a:moveTo>
                    <a:pt x="6170930" y="0"/>
                  </a:moveTo>
                  <a:lnTo>
                    <a:pt x="382270" y="0"/>
                  </a:lnTo>
                  <a:lnTo>
                    <a:pt x="334328" y="2979"/>
                  </a:lnTo>
                  <a:lnTo>
                    <a:pt x="288160" y="11677"/>
                  </a:lnTo>
                  <a:lnTo>
                    <a:pt x="244126" y="25737"/>
                  </a:lnTo>
                  <a:lnTo>
                    <a:pt x="202584" y="44798"/>
                  </a:lnTo>
                  <a:lnTo>
                    <a:pt x="163891" y="68503"/>
                  </a:lnTo>
                  <a:lnTo>
                    <a:pt x="128408" y="96492"/>
                  </a:lnTo>
                  <a:lnTo>
                    <a:pt x="96492" y="128408"/>
                  </a:lnTo>
                  <a:lnTo>
                    <a:pt x="68503" y="163891"/>
                  </a:lnTo>
                  <a:lnTo>
                    <a:pt x="44798" y="202584"/>
                  </a:lnTo>
                  <a:lnTo>
                    <a:pt x="25737" y="244126"/>
                  </a:lnTo>
                  <a:lnTo>
                    <a:pt x="11677" y="288160"/>
                  </a:lnTo>
                  <a:lnTo>
                    <a:pt x="2979" y="334328"/>
                  </a:lnTo>
                  <a:lnTo>
                    <a:pt x="0" y="382270"/>
                  </a:lnTo>
                  <a:lnTo>
                    <a:pt x="0" y="1911350"/>
                  </a:lnTo>
                  <a:lnTo>
                    <a:pt x="2979" y="1959291"/>
                  </a:lnTo>
                  <a:lnTo>
                    <a:pt x="11677" y="2005459"/>
                  </a:lnTo>
                  <a:lnTo>
                    <a:pt x="25737" y="2049493"/>
                  </a:lnTo>
                  <a:lnTo>
                    <a:pt x="44798" y="2091035"/>
                  </a:lnTo>
                  <a:lnTo>
                    <a:pt x="68503" y="2129728"/>
                  </a:lnTo>
                  <a:lnTo>
                    <a:pt x="96492" y="2165211"/>
                  </a:lnTo>
                  <a:lnTo>
                    <a:pt x="128408" y="2197127"/>
                  </a:lnTo>
                  <a:lnTo>
                    <a:pt x="163891" y="2225116"/>
                  </a:lnTo>
                  <a:lnTo>
                    <a:pt x="202584" y="2248821"/>
                  </a:lnTo>
                  <a:lnTo>
                    <a:pt x="244126" y="2267882"/>
                  </a:lnTo>
                  <a:lnTo>
                    <a:pt x="288160" y="2281942"/>
                  </a:lnTo>
                  <a:lnTo>
                    <a:pt x="334328" y="2290640"/>
                  </a:lnTo>
                  <a:lnTo>
                    <a:pt x="382270" y="2293620"/>
                  </a:lnTo>
                  <a:lnTo>
                    <a:pt x="6170930" y="2293620"/>
                  </a:lnTo>
                  <a:lnTo>
                    <a:pt x="6218871" y="2290640"/>
                  </a:lnTo>
                  <a:lnTo>
                    <a:pt x="6265039" y="2281942"/>
                  </a:lnTo>
                  <a:lnTo>
                    <a:pt x="6309073" y="2267882"/>
                  </a:lnTo>
                  <a:lnTo>
                    <a:pt x="6350615" y="2248821"/>
                  </a:lnTo>
                  <a:lnTo>
                    <a:pt x="6389308" y="2225116"/>
                  </a:lnTo>
                  <a:lnTo>
                    <a:pt x="6424791" y="2197127"/>
                  </a:lnTo>
                  <a:lnTo>
                    <a:pt x="6456707" y="2165211"/>
                  </a:lnTo>
                  <a:lnTo>
                    <a:pt x="6484696" y="2129728"/>
                  </a:lnTo>
                  <a:lnTo>
                    <a:pt x="6508401" y="2091035"/>
                  </a:lnTo>
                  <a:lnTo>
                    <a:pt x="6527462" y="2049493"/>
                  </a:lnTo>
                  <a:lnTo>
                    <a:pt x="6541522" y="2005459"/>
                  </a:lnTo>
                  <a:lnTo>
                    <a:pt x="6550220" y="1959291"/>
                  </a:lnTo>
                  <a:lnTo>
                    <a:pt x="6553200" y="1911350"/>
                  </a:lnTo>
                  <a:lnTo>
                    <a:pt x="6553200" y="382270"/>
                  </a:lnTo>
                  <a:lnTo>
                    <a:pt x="6550220" y="334328"/>
                  </a:lnTo>
                  <a:lnTo>
                    <a:pt x="6541522" y="288160"/>
                  </a:lnTo>
                  <a:lnTo>
                    <a:pt x="6527462" y="244126"/>
                  </a:lnTo>
                  <a:lnTo>
                    <a:pt x="6508401" y="202584"/>
                  </a:lnTo>
                  <a:lnTo>
                    <a:pt x="6484696" y="163891"/>
                  </a:lnTo>
                  <a:lnTo>
                    <a:pt x="6456707" y="128408"/>
                  </a:lnTo>
                  <a:lnTo>
                    <a:pt x="6424791" y="96492"/>
                  </a:lnTo>
                  <a:lnTo>
                    <a:pt x="6389308" y="68503"/>
                  </a:lnTo>
                  <a:lnTo>
                    <a:pt x="6350615" y="44798"/>
                  </a:lnTo>
                  <a:lnTo>
                    <a:pt x="6309073" y="25737"/>
                  </a:lnTo>
                  <a:lnTo>
                    <a:pt x="6265039" y="11677"/>
                  </a:lnTo>
                  <a:lnTo>
                    <a:pt x="6218871" y="2979"/>
                  </a:lnTo>
                  <a:lnTo>
                    <a:pt x="6170930" y="0"/>
                  </a:lnTo>
                  <a:close/>
                </a:path>
              </a:pathLst>
            </a:custGeom>
            <a:solidFill>
              <a:srgbClr val="FCB08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155435" y="832104"/>
              <a:ext cx="4857115" cy="1958339"/>
            </a:xfrm>
            <a:custGeom>
              <a:avLst/>
              <a:gdLst/>
              <a:ahLst/>
              <a:cxnLst/>
              <a:rect l="l" t="t" r="r" b="b"/>
              <a:pathLst>
                <a:path w="4857115" h="1958339">
                  <a:moveTo>
                    <a:pt x="4530597" y="0"/>
                  </a:moveTo>
                  <a:lnTo>
                    <a:pt x="326389" y="0"/>
                  </a:lnTo>
                  <a:lnTo>
                    <a:pt x="278169" y="3539"/>
                  </a:lnTo>
                  <a:lnTo>
                    <a:pt x="232141" y="13822"/>
                  </a:lnTo>
                  <a:lnTo>
                    <a:pt x="188812" y="30343"/>
                  </a:lnTo>
                  <a:lnTo>
                    <a:pt x="148688" y="52595"/>
                  </a:lnTo>
                  <a:lnTo>
                    <a:pt x="112273" y="80073"/>
                  </a:lnTo>
                  <a:lnTo>
                    <a:pt x="80073" y="112273"/>
                  </a:lnTo>
                  <a:lnTo>
                    <a:pt x="52595" y="148688"/>
                  </a:lnTo>
                  <a:lnTo>
                    <a:pt x="30343" y="188812"/>
                  </a:lnTo>
                  <a:lnTo>
                    <a:pt x="13822" y="232141"/>
                  </a:lnTo>
                  <a:lnTo>
                    <a:pt x="3539" y="278169"/>
                  </a:lnTo>
                  <a:lnTo>
                    <a:pt x="0" y="326390"/>
                  </a:lnTo>
                  <a:lnTo>
                    <a:pt x="0" y="1631950"/>
                  </a:lnTo>
                  <a:lnTo>
                    <a:pt x="3539" y="1680170"/>
                  </a:lnTo>
                  <a:lnTo>
                    <a:pt x="13822" y="1726198"/>
                  </a:lnTo>
                  <a:lnTo>
                    <a:pt x="30343" y="1769527"/>
                  </a:lnTo>
                  <a:lnTo>
                    <a:pt x="52595" y="1809651"/>
                  </a:lnTo>
                  <a:lnTo>
                    <a:pt x="80073" y="1846066"/>
                  </a:lnTo>
                  <a:lnTo>
                    <a:pt x="112273" y="1878266"/>
                  </a:lnTo>
                  <a:lnTo>
                    <a:pt x="148688" y="1905744"/>
                  </a:lnTo>
                  <a:lnTo>
                    <a:pt x="188812" y="1927996"/>
                  </a:lnTo>
                  <a:lnTo>
                    <a:pt x="232141" y="1944517"/>
                  </a:lnTo>
                  <a:lnTo>
                    <a:pt x="278169" y="1954800"/>
                  </a:lnTo>
                  <a:lnTo>
                    <a:pt x="326389" y="1958340"/>
                  </a:lnTo>
                  <a:lnTo>
                    <a:pt x="4530597" y="1958340"/>
                  </a:lnTo>
                  <a:lnTo>
                    <a:pt x="4578818" y="1954800"/>
                  </a:lnTo>
                  <a:lnTo>
                    <a:pt x="4624846" y="1944517"/>
                  </a:lnTo>
                  <a:lnTo>
                    <a:pt x="4668175" y="1927996"/>
                  </a:lnTo>
                  <a:lnTo>
                    <a:pt x="4708299" y="1905744"/>
                  </a:lnTo>
                  <a:lnTo>
                    <a:pt x="4744714" y="1878266"/>
                  </a:lnTo>
                  <a:lnTo>
                    <a:pt x="4776914" y="1846066"/>
                  </a:lnTo>
                  <a:lnTo>
                    <a:pt x="4804392" y="1809651"/>
                  </a:lnTo>
                  <a:lnTo>
                    <a:pt x="4826644" y="1769527"/>
                  </a:lnTo>
                  <a:lnTo>
                    <a:pt x="4843165" y="1726198"/>
                  </a:lnTo>
                  <a:lnTo>
                    <a:pt x="4853448" y="1680170"/>
                  </a:lnTo>
                  <a:lnTo>
                    <a:pt x="4856988" y="1631950"/>
                  </a:lnTo>
                  <a:lnTo>
                    <a:pt x="4856988" y="326390"/>
                  </a:lnTo>
                  <a:lnTo>
                    <a:pt x="4853448" y="278169"/>
                  </a:lnTo>
                  <a:lnTo>
                    <a:pt x="4843165" y="232141"/>
                  </a:lnTo>
                  <a:lnTo>
                    <a:pt x="4826644" y="188812"/>
                  </a:lnTo>
                  <a:lnTo>
                    <a:pt x="4804392" y="148688"/>
                  </a:lnTo>
                  <a:lnTo>
                    <a:pt x="4776914" y="112273"/>
                  </a:lnTo>
                  <a:lnTo>
                    <a:pt x="4744714" y="80073"/>
                  </a:lnTo>
                  <a:lnTo>
                    <a:pt x="4708299" y="52595"/>
                  </a:lnTo>
                  <a:lnTo>
                    <a:pt x="4668175" y="30343"/>
                  </a:lnTo>
                  <a:lnTo>
                    <a:pt x="4624846" y="13822"/>
                  </a:lnTo>
                  <a:lnTo>
                    <a:pt x="4578818" y="3539"/>
                  </a:lnTo>
                  <a:lnTo>
                    <a:pt x="4530597" y="0"/>
                  </a:lnTo>
                  <a:close/>
                </a:path>
              </a:pathLst>
            </a:custGeom>
            <a:solidFill>
              <a:srgbClr val="FFF0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268461" y="955929"/>
            <a:ext cx="633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latin typeface="Arial"/>
                <a:cs typeface="Arial"/>
              </a:rPr>
              <a:t>QEMU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109971" y="4011167"/>
            <a:ext cx="6568440" cy="1062355"/>
            <a:chOff x="5109971" y="4011167"/>
            <a:chExt cx="6568440" cy="1062355"/>
          </a:xfrm>
        </p:grpSpPr>
        <p:sp>
          <p:nvSpPr>
            <p:cNvPr id="16" name="object 16" descr=""/>
            <p:cNvSpPr/>
            <p:nvPr/>
          </p:nvSpPr>
          <p:spPr>
            <a:xfrm>
              <a:off x="5117591" y="4018787"/>
              <a:ext cx="6553200" cy="0"/>
            </a:xfrm>
            <a:custGeom>
              <a:avLst/>
              <a:gdLst/>
              <a:ahLst/>
              <a:cxnLst/>
              <a:rect l="l" t="t" r="r" b="b"/>
              <a:pathLst>
                <a:path w="6553200" h="0">
                  <a:moveTo>
                    <a:pt x="0" y="0"/>
                  </a:moveTo>
                  <a:lnTo>
                    <a:pt x="6552692" y="0"/>
                  </a:lnTo>
                </a:path>
              </a:pathLst>
            </a:custGeom>
            <a:ln w="1524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364223" y="4663439"/>
              <a:ext cx="4648200" cy="410209"/>
            </a:xfrm>
            <a:custGeom>
              <a:avLst/>
              <a:gdLst/>
              <a:ahLst/>
              <a:cxnLst/>
              <a:rect l="l" t="t" r="r" b="b"/>
              <a:pathLst>
                <a:path w="4648200" h="410210">
                  <a:moveTo>
                    <a:pt x="4648200" y="0"/>
                  </a:moveTo>
                  <a:lnTo>
                    <a:pt x="0" y="0"/>
                  </a:lnTo>
                  <a:lnTo>
                    <a:pt x="0" y="409956"/>
                  </a:lnTo>
                  <a:lnTo>
                    <a:pt x="4648200" y="409956"/>
                  </a:lnTo>
                  <a:lnTo>
                    <a:pt x="4648200" y="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7435977" y="4768088"/>
            <a:ext cx="25050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I/O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Device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(PCI,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Platform,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LS2-MC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Bus)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335270" y="4074921"/>
            <a:ext cx="6305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Hardware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406897" y="2730754"/>
            <a:ext cx="74231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Arial"/>
                <a:cs typeface="Arial"/>
              </a:rPr>
              <a:t>User-space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336794" y="3804030"/>
            <a:ext cx="4305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Kernel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385559" y="1261872"/>
            <a:ext cx="2083435" cy="1557655"/>
          </a:xfrm>
          <a:custGeom>
            <a:avLst/>
            <a:gdLst/>
            <a:ahLst/>
            <a:cxnLst/>
            <a:rect l="l" t="t" r="r" b="b"/>
            <a:pathLst>
              <a:path w="2083434" h="1557655">
                <a:moveTo>
                  <a:pt x="1823719" y="0"/>
                </a:moveTo>
                <a:lnTo>
                  <a:pt x="259587" y="0"/>
                </a:lnTo>
                <a:lnTo>
                  <a:pt x="212922" y="4181"/>
                </a:lnTo>
                <a:lnTo>
                  <a:pt x="169002" y="16238"/>
                </a:lnTo>
                <a:lnTo>
                  <a:pt x="128561" y="35437"/>
                </a:lnTo>
                <a:lnTo>
                  <a:pt x="92331" y="61046"/>
                </a:lnTo>
                <a:lnTo>
                  <a:pt x="61046" y="92331"/>
                </a:lnTo>
                <a:lnTo>
                  <a:pt x="35437" y="128561"/>
                </a:lnTo>
                <a:lnTo>
                  <a:pt x="16238" y="169002"/>
                </a:lnTo>
                <a:lnTo>
                  <a:pt x="4181" y="212922"/>
                </a:lnTo>
                <a:lnTo>
                  <a:pt x="0" y="259587"/>
                </a:lnTo>
                <a:lnTo>
                  <a:pt x="0" y="1297939"/>
                </a:lnTo>
                <a:lnTo>
                  <a:pt x="4181" y="1344605"/>
                </a:lnTo>
                <a:lnTo>
                  <a:pt x="16238" y="1388525"/>
                </a:lnTo>
                <a:lnTo>
                  <a:pt x="35437" y="1428966"/>
                </a:lnTo>
                <a:lnTo>
                  <a:pt x="61046" y="1465196"/>
                </a:lnTo>
                <a:lnTo>
                  <a:pt x="92331" y="1496481"/>
                </a:lnTo>
                <a:lnTo>
                  <a:pt x="128561" y="1522090"/>
                </a:lnTo>
                <a:lnTo>
                  <a:pt x="169002" y="1541289"/>
                </a:lnTo>
                <a:lnTo>
                  <a:pt x="212922" y="1553346"/>
                </a:lnTo>
                <a:lnTo>
                  <a:pt x="259587" y="1557527"/>
                </a:lnTo>
                <a:lnTo>
                  <a:pt x="1823719" y="1557527"/>
                </a:lnTo>
                <a:lnTo>
                  <a:pt x="1870385" y="1553346"/>
                </a:lnTo>
                <a:lnTo>
                  <a:pt x="1914305" y="1541289"/>
                </a:lnTo>
                <a:lnTo>
                  <a:pt x="1954746" y="1522090"/>
                </a:lnTo>
                <a:lnTo>
                  <a:pt x="1990976" y="1496481"/>
                </a:lnTo>
                <a:lnTo>
                  <a:pt x="2022261" y="1465196"/>
                </a:lnTo>
                <a:lnTo>
                  <a:pt x="2047870" y="1428966"/>
                </a:lnTo>
                <a:lnTo>
                  <a:pt x="2067069" y="1388525"/>
                </a:lnTo>
                <a:lnTo>
                  <a:pt x="2079126" y="1344605"/>
                </a:lnTo>
                <a:lnTo>
                  <a:pt x="2083308" y="1297939"/>
                </a:lnTo>
                <a:lnTo>
                  <a:pt x="2083308" y="259587"/>
                </a:lnTo>
                <a:lnTo>
                  <a:pt x="2079126" y="212922"/>
                </a:lnTo>
                <a:lnTo>
                  <a:pt x="2067069" y="169002"/>
                </a:lnTo>
                <a:lnTo>
                  <a:pt x="2047870" y="128561"/>
                </a:lnTo>
                <a:lnTo>
                  <a:pt x="2022261" y="92331"/>
                </a:lnTo>
                <a:lnTo>
                  <a:pt x="1990976" y="61046"/>
                </a:lnTo>
                <a:lnTo>
                  <a:pt x="1954746" y="35437"/>
                </a:lnTo>
                <a:lnTo>
                  <a:pt x="1914305" y="16238"/>
                </a:lnTo>
                <a:lnTo>
                  <a:pt x="1870385" y="4181"/>
                </a:lnTo>
                <a:lnTo>
                  <a:pt x="1823719" y="0"/>
                </a:lnTo>
                <a:close/>
              </a:path>
            </a:pathLst>
          </a:custGeom>
          <a:solidFill>
            <a:srgbClr val="FFD3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7263130" y="1366773"/>
            <a:ext cx="330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Arial"/>
                <a:cs typeface="Arial"/>
              </a:rPr>
              <a:t>VM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6374891" y="3229355"/>
            <a:ext cx="2105025" cy="390525"/>
          </a:xfrm>
          <a:custGeom>
            <a:avLst/>
            <a:gdLst/>
            <a:ahLst/>
            <a:cxnLst/>
            <a:rect l="l" t="t" r="r" b="b"/>
            <a:pathLst>
              <a:path w="2105025" h="390525">
                <a:moveTo>
                  <a:pt x="2104643" y="0"/>
                </a:moveTo>
                <a:lnTo>
                  <a:pt x="0" y="0"/>
                </a:lnTo>
                <a:lnTo>
                  <a:pt x="0" y="390144"/>
                </a:lnTo>
                <a:lnTo>
                  <a:pt x="2104643" y="390144"/>
                </a:lnTo>
                <a:lnTo>
                  <a:pt x="2104643" y="0"/>
                </a:lnTo>
                <a:close/>
              </a:path>
            </a:pathLst>
          </a:custGeom>
          <a:solidFill>
            <a:srgbClr val="FADA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7265034" y="3323970"/>
            <a:ext cx="32766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latin typeface="Arial"/>
                <a:cs typeface="Arial"/>
              </a:rPr>
              <a:t>KVM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9051035" y="3229355"/>
            <a:ext cx="1815464" cy="390525"/>
          </a:xfrm>
          <a:custGeom>
            <a:avLst/>
            <a:gdLst/>
            <a:ahLst/>
            <a:cxnLst/>
            <a:rect l="l" t="t" r="r" b="b"/>
            <a:pathLst>
              <a:path w="1815465" h="390525">
                <a:moveTo>
                  <a:pt x="1815083" y="0"/>
                </a:moveTo>
                <a:lnTo>
                  <a:pt x="0" y="0"/>
                </a:lnTo>
                <a:lnTo>
                  <a:pt x="0" y="390144"/>
                </a:lnTo>
                <a:lnTo>
                  <a:pt x="1815083" y="390144"/>
                </a:lnTo>
                <a:lnTo>
                  <a:pt x="1815083" y="0"/>
                </a:lnTo>
                <a:close/>
              </a:path>
            </a:pathLst>
          </a:custGeom>
          <a:solidFill>
            <a:srgbClr val="FADA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9782682" y="3323970"/>
            <a:ext cx="35242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0">
                <a:latin typeface="Arial"/>
                <a:cs typeface="Arial"/>
              </a:rPr>
              <a:t>VFIO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6605016" y="2075688"/>
            <a:ext cx="1621790" cy="467995"/>
          </a:xfrm>
          <a:custGeom>
            <a:avLst/>
            <a:gdLst/>
            <a:ahLst/>
            <a:cxnLst/>
            <a:rect l="l" t="t" r="r" b="b"/>
            <a:pathLst>
              <a:path w="1621790" h="467994">
                <a:moveTo>
                  <a:pt x="1543557" y="0"/>
                </a:moveTo>
                <a:lnTo>
                  <a:pt x="77977" y="0"/>
                </a:lnTo>
                <a:lnTo>
                  <a:pt x="47630" y="6129"/>
                </a:lnTo>
                <a:lnTo>
                  <a:pt x="22844" y="22844"/>
                </a:lnTo>
                <a:lnTo>
                  <a:pt x="6129" y="47630"/>
                </a:lnTo>
                <a:lnTo>
                  <a:pt x="0" y="77977"/>
                </a:lnTo>
                <a:lnTo>
                  <a:pt x="0" y="389889"/>
                </a:lnTo>
                <a:lnTo>
                  <a:pt x="6129" y="420237"/>
                </a:lnTo>
                <a:lnTo>
                  <a:pt x="22844" y="445023"/>
                </a:lnTo>
                <a:lnTo>
                  <a:pt x="47630" y="461738"/>
                </a:lnTo>
                <a:lnTo>
                  <a:pt x="77977" y="467867"/>
                </a:lnTo>
                <a:lnTo>
                  <a:pt x="1543557" y="467867"/>
                </a:lnTo>
                <a:lnTo>
                  <a:pt x="1573905" y="461738"/>
                </a:lnTo>
                <a:lnTo>
                  <a:pt x="1598691" y="445023"/>
                </a:lnTo>
                <a:lnTo>
                  <a:pt x="1615406" y="420237"/>
                </a:lnTo>
                <a:lnTo>
                  <a:pt x="1621535" y="389889"/>
                </a:lnTo>
                <a:lnTo>
                  <a:pt x="1621535" y="77977"/>
                </a:lnTo>
                <a:lnTo>
                  <a:pt x="1615406" y="47630"/>
                </a:lnTo>
                <a:lnTo>
                  <a:pt x="1598691" y="22844"/>
                </a:lnTo>
                <a:lnTo>
                  <a:pt x="1573905" y="6129"/>
                </a:lnTo>
                <a:lnTo>
                  <a:pt x="1543557" y="0"/>
                </a:lnTo>
                <a:close/>
              </a:path>
            </a:pathLst>
          </a:custGeom>
          <a:solidFill>
            <a:srgbClr val="BA87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6787133" y="2201417"/>
            <a:ext cx="1259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I/O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Device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Drivers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9051035" y="4184903"/>
            <a:ext cx="1815464" cy="350520"/>
          </a:xfrm>
          <a:custGeom>
            <a:avLst/>
            <a:gdLst/>
            <a:ahLst/>
            <a:cxnLst/>
            <a:rect l="l" t="t" r="r" b="b"/>
            <a:pathLst>
              <a:path w="1815465" h="350520">
                <a:moveTo>
                  <a:pt x="1815083" y="0"/>
                </a:moveTo>
                <a:lnTo>
                  <a:pt x="0" y="0"/>
                </a:lnTo>
                <a:lnTo>
                  <a:pt x="0" y="350520"/>
                </a:lnTo>
                <a:lnTo>
                  <a:pt x="1815083" y="350520"/>
                </a:lnTo>
                <a:lnTo>
                  <a:pt x="1815083" y="0"/>
                </a:lnTo>
                <a:close/>
              </a:path>
            </a:pathLst>
          </a:custGeom>
          <a:solidFill>
            <a:srgbClr val="969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9708006" y="4259960"/>
            <a:ext cx="5048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IOMMU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051035" y="2075688"/>
            <a:ext cx="1815464" cy="462280"/>
          </a:xfrm>
          <a:prstGeom prst="rect">
            <a:avLst/>
          </a:prstGeom>
          <a:solidFill>
            <a:srgbClr val="AFD0E9"/>
          </a:solidFill>
        </p:spPr>
        <p:txBody>
          <a:bodyPr wrap="square" lIns="0" tIns="143510" rIns="0" bIns="0" rtlCol="0" vert="horz">
            <a:spAutoFit/>
          </a:bodyPr>
          <a:lstStyle/>
          <a:p>
            <a:pPr marL="515620">
              <a:lnSpc>
                <a:spcPct val="100000"/>
              </a:lnSpc>
              <a:spcBef>
                <a:spcPts val="1130"/>
              </a:spcBef>
            </a:pPr>
            <a:r>
              <a:rPr dirty="0" sz="1100">
                <a:latin typeface="Arial"/>
                <a:cs typeface="Arial"/>
              </a:rPr>
              <a:t>QEMU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VFIO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6739890" y="2538222"/>
            <a:ext cx="3258185" cy="2133600"/>
            <a:chOff x="6739890" y="2538222"/>
            <a:chExt cx="3258185" cy="2133600"/>
          </a:xfrm>
        </p:grpSpPr>
        <p:sp>
          <p:nvSpPr>
            <p:cNvPr id="34" name="object 34" descr=""/>
            <p:cNvSpPr/>
            <p:nvPr/>
          </p:nvSpPr>
          <p:spPr>
            <a:xfrm>
              <a:off x="9585706" y="2538222"/>
              <a:ext cx="76200" cy="1647825"/>
            </a:xfrm>
            <a:custGeom>
              <a:avLst/>
              <a:gdLst/>
              <a:ahLst/>
              <a:cxnLst/>
              <a:rect l="l" t="t" r="r" b="b"/>
              <a:pathLst>
                <a:path w="76200" h="1647825">
                  <a:moveTo>
                    <a:pt x="28254" y="1571229"/>
                  </a:moveTo>
                  <a:lnTo>
                    <a:pt x="0" y="1571370"/>
                  </a:lnTo>
                  <a:lnTo>
                    <a:pt x="38480" y="1647316"/>
                  </a:lnTo>
                  <a:lnTo>
                    <a:pt x="69798" y="1583944"/>
                  </a:lnTo>
                  <a:lnTo>
                    <a:pt x="28321" y="1583944"/>
                  </a:lnTo>
                  <a:lnTo>
                    <a:pt x="28254" y="1571229"/>
                  </a:lnTo>
                  <a:close/>
                </a:path>
                <a:path w="76200" h="1647825">
                  <a:moveTo>
                    <a:pt x="39877" y="0"/>
                  </a:moveTo>
                  <a:lnTo>
                    <a:pt x="20066" y="0"/>
                  </a:lnTo>
                  <a:lnTo>
                    <a:pt x="28253" y="1570989"/>
                  </a:lnTo>
                  <a:lnTo>
                    <a:pt x="28321" y="1583944"/>
                  </a:lnTo>
                  <a:lnTo>
                    <a:pt x="48133" y="1583816"/>
                  </a:lnTo>
                  <a:lnTo>
                    <a:pt x="39877" y="0"/>
                  </a:lnTo>
                  <a:close/>
                </a:path>
                <a:path w="76200" h="1647825">
                  <a:moveTo>
                    <a:pt x="76081" y="1571229"/>
                  </a:moveTo>
                  <a:lnTo>
                    <a:pt x="48067" y="1571229"/>
                  </a:lnTo>
                  <a:lnTo>
                    <a:pt x="48133" y="1583816"/>
                  </a:lnTo>
                  <a:lnTo>
                    <a:pt x="28321" y="1583944"/>
                  </a:lnTo>
                  <a:lnTo>
                    <a:pt x="69798" y="1583944"/>
                  </a:lnTo>
                  <a:lnTo>
                    <a:pt x="76011" y="1571370"/>
                  </a:lnTo>
                  <a:lnTo>
                    <a:pt x="76081" y="1571229"/>
                  </a:lnTo>
                  <a:close/>
                </a:path>
                <a:path w="76200" h="1647825">
                  <a:moveTo>
                    <a:pt x="76200" y="1570989"/>
                  </a:moveTo>
                  <a:lnTo>
                    <a:pt x="28254" y="1571229"/>
                  </a:lnTo>
                  <a:lnTo>
                    <a:pt x="76081" y="1571229"/>
                  </a:lnTo>
                  <a:lnTo>
                    <a:pt x="76200" y="15709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739890" y="2545842"/>
              <a:ext cx="76200" cy="2125980"/>
            </a:xfrm>
            <a:custGeom>
              <a:avLst/>
              <a:gdLst/>
              <a:ahLst/>
              <a:cxnLst/>
              <a:rect l="l" t="t" r="r" b="b"/>
              <a:pathLst>
                <a:path w="76200" h="2125979">
                  <a:moveTo>
                    <a:pt x="28193" y="2049272"/>
                  </a:moveTo>
                  <a:lnTo>
                    <a:pt x="0" y="2049272"/>
                  </a:lnTo>
                  <a:lnTo>
                    <a:pt x="38100" y="2125472"/>
                  </a:lnTo>
                  <a:lnTo>
                    <a:pt x="69850" y="2061972"/>
                  </a:lnTo>
                  <a:lnTo>
                    <a:pt x="28193" y="2061972"/>
                  </a:lnTo>
                  <a:lnTo>
                    <a:pt x="28193" y="2049272"/>
                  </a:lnTo>
                  <a:close/>
                </a:path>
                <a:path w="76200" h="2125979">
                  <a:moveTo>
                    <a:pt x="48005" y="0"/>
                  </a:moveTo>
                  <a:lnTo>
                    <a:pt x="28193" y="0"/>
                  </a:lnTo>
                  <a:lnTo>
                    <a:pt x="28193" y="2061972"/>
                  </a:lnTo>
                  <a:lnTo>
                    <a:pt x="48005" y="2061972"/>
                  </a:lnTo>
                  <a:lnTo>
                    <a:pt x="48005" y="0"/>
                  </a:lnTo>
                  <a:close/>
                </a:path>
                <a:path w="76200" h="2125979">
                  <a:moveTo>
                    <a:pt x="76200" y="2049272"/>
                  </a:moveTo>
                  <a:lnTo>
                    <a:pt x="48005" y="2049272"/>
                  </a:lnTo>
                  <a:lnTo>
                    <a:pt x="48005" y="2061972"/>
                  </a:lnTo>
                  <a:lnTo>
                    <a:pt x="69850" y="2061972"/>
                  </a:lnTo>
                  <a:lnTo>
                    <a:pt x="76200" y="2049272"/>
                  </a:lnTo>
                  <a:close/>
                </a:path>
              </a:pathLst>
            </a:custGeom>
            <a:solidFill>
              <a:srgbClr val="1FD7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379716" y="2544317"/>
              <a:ext cx="2618740" cy="2118995"/>
            </a:xfrm>
            <a:custGeom>
              <a:avLst/>
              <a:gdLst/>
              <a:ahLst/>
              <a:cxnLst/>
              <a:rect l="l" t="t" r="r" b="b"/>
              <a:pathLst>
                <a:path w="2618740" h="2118995">
                  <a:moveTo>
                    <a:pt x="76200" y="75565"/>
                  </a:moveTo>
                  <a:lnTo>
                    <a:pt x="69837" y="63373"/>
                  </a:lnTo>
                  <a:lnTo>
                    <a:pt x="36830" y="0"/>
                  </a:lnTo>
                  <a:lnTo>
                    <a:pt x="0" y="76835"/>
                  </a:lnTo>
                  <a:lnTo>
                    <a:pt x="28143" y="76377"/>
                  </a:lnTo>
                  <a:lnTo>
                    <a:pt x="27940" y="63627"/>
                  </a:lnTo>
                  <a:lnTo>
                    <a:pt x="28130" y="75565"/>
                  </a:lnTo>
                  <a:lnTo>
                    <a:pt x="28143" y="76377"/>
                  </a:lnTo>
                  <a:lnTo>
                    <a:pt x="38468" y="685292"/>
                  </a:lnTo>
                  <a:lnTo>
                    <a:pt x="38481" y="685673"/>
                  </a:lnTo>
                  <a:lnTo>
                    <a:pt x="58293" y="685292"/>
                  </a:lnTo>
                  <a:lnTo>
                    <a:pt x="47967" y="76835"/>
                  </a:lnTo>
                  <a:lnTo>
                    <a:pt x="47955" y="76047"/>
                  </a:lnTo>
                  <a:lnTo>
                    <a:pt x="47752" y="63627"/>
                  </a:lnTo>
                  <a:lnTo>
                    <a:pt x="47955" y="75565"/>
                  </a:lnTo>
                  <a:lnTo>
                    <a:pt x="47955" y="76047"/>
                  </a:lnTo>
                  <a:lnTo>
                    <a:pt x="76200" y="75565"/>
                  </a:lnTo>
                  <a:close/>
                </a:path>
                <a:path w="2618740" h="2118995">
                  <a:moveTo>
                    <a:pt x="1672082" y="870966"/>
                  </a:moveTo>
                  <a:lnTo>
                    <a:pt x="1176782" y="870966"/>
                  </a:lnTo>
                  <a:lnTo>
                    <a:pt x="1176782" y="842772"/>
                  </a:lnTo>
                  <a:lnTo>
                    <a:pt x="1100582" y="880872"/>
                  </a:lnTo>
                  <a:lnTo>
                    <a:pt x="1176782" y="918972"/>
                  </a:lnTo>
                  <a:lnTo>
                    <a:pt x="1176782" y="890778"/>
                  </a:lnTo>
                  <a:lnTo>
                    <a:pt x="1672082" y="890778"/>
                  </a:lnTo>
                  <a:lnTo>
                    <a:pt x="1672082" y="870966"/>
                  </a:lnTo>
                  <a:close/>
                </a:path>
                <a:path w="2618740" h="2118995">
                  <a:moveTo>
                    <a:pt x="2618359" y="1152144"/>
                  </a:moveTo>
                  <a:lnTo>
                    <a:pt x="2612009" y="1139444"/>
                  </a:lnTo>
                  <a:lnTo>
                    <a:pt x="2580259" y="1075944"/>
                  </a:lnTo>
                  <a:lnTo>
                    <a:pt x="2542159" y="1152144"/>
                  </a:lnTo>
                  <a:lnTo>
                    <a:pt x="2570353" y="1152144"/>
                  </a:lnTo>
                  <a:lnTo>
                    <a:pt x="2570353" y="1587500"/>
                  </a:lnTo>
                  <a:lnTo>
                    <a:pt x="1303909" y="1587500"/>
                  </a:lnTo>
                  <a:lnTo>
                    <a:pt x="1299464" y="1591945"/>
                  </a:lnTo>
                  <a:lnTo>
                    <a:pt x="1299464" y="2118868"/>
                  </a:lnTo>
                  <a:lnTo>
                    <a:pt x="1319276" y="2118868"/>
                  </a:lnTo>
                  <a:lnTo>
                    <a:pt x="1319276" y="1607312"/>
                  </a:lnTo>
                  <a:lnTo>
                    <a:pt x="2585720" y="1607312"/>
                  </a:lnTo>
                  <a:lnTo>
                    <a:pt x="2590165" y="1602867"/>
                  </a:lnTo>
                  <a:lnTo>
                    <a:pt x="2590165" y="1587500"/>
                  </a:lnTo>
                  <a:lnTo>
                    <a:pt x="2590165" y="1152144"/>
                  </a:lnTo>
                  <a:lnTo>
                    <a:pt x="2618359" y="1152144"/>
                  </a:lnTo>
                  <a:close/>
                </a:path>
              </a:pathLst>
            </a:custGeom>
            <a:solidFill>
              <a:srgbClr val="D44E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832092" y="4184904"/>
              <a:ext cx="1571625" cy="341630"/>
            </a:xfrm>
            <a:custGeom>
              <a:avLst/>
              <a:gdLst/>
              <a:ahLst/>
              <a:cxnLst/>
              <a:rect l="l" t="t" r="r" b="b"/>
              <a:pathLst>
                <a:path w="1571625" h="341629">
                  <a:moveTo>
                    <a:pt x="1571244" y="0"/>
                  </a:moveTo>
                  <a:lnTo>
                    <a:pt x="0" y="0"/>
                  </a:lnTo>
                  <a:lnTo>
                    <a:pt x="0" y="341376"/>
                  </a:lnTo>
                  <a:lnTo>
                    <a:pt x="1571244" y="341376"/>
                  </a:lnTo>
                  <a:lnTo>
                    <a:pt x="1571244" y="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7231126" y="4255389"/>
            <a:ext cx="7766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VM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Memory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8404097" y="4318253"/>
            <a:ext cx="1587500" cy="355600"/>
          </a:xfrm>
          <a:custGeom>
            <a:avLst/>
            <a:gdLst/>
            <a:ahLst/>
            <a:cxnLst/>
            <a:rect l="l" t="t" r="r" b="b"/>
            <a:pathLst>
              <a:path w="1587500" h="355600">
                <a:moveTo>
                  <a:pt x="1567433" y="335534"/>
                </a:moveTo>
                <a:lnTo>
                  <a:pt x="1554987" y="335534"/>
                </a:lnTo>
                <a:lnTo>
                  <a:pt x="1554987" y="355346"/>
                </a:lnTo>
                <a:lnTo>
                  <a:pt x="1582801" y="355346"/>
                </a:lnTo>
                <a:lnTo>
                  <a:pt x="1587246" y="350901"/>
                </a:lnTo>
                <a:lnTo>
                  <a:pt x="1587246" y="345440"/>
                </a:lnTo>
                <a:lnTo>
                  <a:pt x="1567433" y="345440"/>
                </a:lnTo>
                <a:lnTo>
                  <a:pt x="1567433" y="335534"/>
                </a:lnTo>
                <a:close/>
              </a:path>
              <a:path w="1587500" h="355600">
                <a:moveTo>
                  <a:pt x="1567433" y="38100"/>
                </a:moveTo>
                <a:lnTo>
                  <a:pt x="1567433" y="345440"/>
                </a:lnTo>
                <a:lnTo>
                  <a:pt x="1577340" y="335534"/>
                </a:lnTo>
                <a:lnTo>
                  <a:pt x="1587246" y="335534"/>
                </a:lnTo>
                <a:lnTo>
                  <a:pt x="1587246" y="48006"/>
                </a:lnTo>
                <a:lnTo>
                  <a:pt x="1577340" y="48006"/>
                </a:lnTo>
                <a:lnTo>
                  <a:pt x="1567433" y="38100"/>
                </a:lnTo>
                <a:close/>
              </a:path>
              <a:path w="1587500" h="355600">
                <a:moveTo>
                  <a:pt x="1587246" y="335534"/>
                </a:moveTo>
                <a:lnTo>
                  <a:pt x="1577340" y="335534"/>
                </a:lnTo>
                <a:lnTo>
                  <a:pt x="1567433" y="345440"/>
                </a:lnTo>
                <a:lnTo>
                  <a:pt x="1587246" y="345440"/>
                </a:lnTo>
                <a:lnTo>
                  <a:pt x="1587246" y="335534"/>
                </a:lnTo>
                <a:close/>
              </a:path>
              <a:path w="1587500" h="3556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8006"/>
                </a:lnTo>
                <a:lnTo>
                  <a:pt x="63500" y="48006"/>
                </a:lnTo>
                <a:lnTo>
                  <a:pt x="63500" y="28194"/>
                </a:lnTo>
                <a:lnTo>
                  <a:pt x="76200" y="28194"/>
                </a:lnTo>
                <a:lnTo>
                  <a:pt x="76200" y="0"/>
                </a:lnTo>
                <a:close/>
              </a:path>
              <a:path w="1587500" h="355600">
                <a:moveTo>
                  <a:pt x="76200" y="28194"/>
                </a:moveTo>
                <a:lnTo>
                  <a:pt x="63500" y="28194"/>
                </a:lnTo>
                <a:lnTo>
                  <a:pt x="63500" y="48006"/>
                </a:lnTo>
                <a:lnTo>
                  <a:pt x="76200" y="48006"/>
                </a:lnTo>
                <a:lnTo>
                  <a:pt x="76200" y="28194"/>
                </a:lnTo>
                <a:close/>
              </a:path>
              <a:path w="1587500" h="355600">
                <a:moveTo>
                  <a:pt x="1582801" y="28194"/>
                </a:moveTo>
                <a:lnTo>
                  <a:pt x="76200" y="28194"/>
                </a:lnTo>
                <a:lnTo>
                  <a:pt x="76200" y="48006"/>
                </a:lnTo>
                <a:lnTo>
                  <a:pt x="1567433" y="48006"/>
                </a:lnTo>
                <a:lnTo>
                  <a:pt x="1567433" y="38100"/>
                </a:lnTo>
                <a:lnTo>
                  <a:pt x="1587246" y="38100"/>
                </a:lnTo>
                <a:lnTo>
                  <a:pt x="1587246" y="32639"/>
                </a:lnTo>
                <a:lnTo>
                  <a:pt x="1582801" y="28194"/>
                </a:lnTo>
                <a:close/>
              </a:path>
              <a:path w="1587500" h="355600">
                <a:moveTo>
                  <a:pt x="1587246" y="38100"/>
                </a:moveTo>
                <a:lnTo>
                  <a:pt x="1567433" y="38100"/>
                </a:lnTo>
                <a:lnTo>
                  <a:pt x="1577340" y="48006"/>
                </a:lnTo>
                <a:lnTo>
                  <a:pt x="1587246" y="48006"/>
                </a:lnTo>
                <a:lnTo>
                  <a:pt x="1587246" y="3810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5084064" y="3002279"/>
            <a:ext cx="6553200" cy="0"/>
          </a:xfrm>
          <a:custGeom>
            <a:avLst/>
            <a:gdLst/>
            <a:ahLst/>
            <a:cxnLst/>
            <a:rect l="l" t="t" r="r" b="b"/>
            <a:pathLst>
              <a:path w="6553200" h="0">
                <a:moveTo>
                  <a:pt x="0" y="0"/>
                </a:moveTo>
                <a:lnTo>
                  <a:pt x="6552692" y="0"/>
                </a:lnTo>
              </a:path>
            </a:pathLst>
          </a:custGeom>
          <a:ln w="15240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42" name="object 4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13</a:t>
            </a:r>
          </a:p>
        </p:txBody>
      </p:sp>
      <p:sp>
        <p:nvSpPr>
          <p:cNvPr id="43" name="object 4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/>
              <a:t>PCI</a:t>
            </a:r>
            <a:r>
              <a:rPr dirty="0" spc="-20"/>
              <a:t> </a:t>
            </a:r>
            <a:r>
              <a:rPr dirty="0"/>
              <a:t>Device</a:t>
            </a:r>
            <a:r>
              <a:rPr dirty="0" spc="-35"/>
              <a:t> </a:t>
            </a:r>
            <a:r>
              <a:rPr dirty="0"/>
              <a:t>Direct</a:t>
            </a:r>
            <a:r>
              <a:rPr dirty="0" spc="-145"/>
              <a:t> </a:t>
            </a:r>
            <a:r>
              <a:rPr dirty="0"/>
              <a:t>Assignment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 spc="-25"/>
              <a:t>VM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07008" y="1211580"/>
            <a:ext cx="9138285" cy="4893945"/>
            <a:chOff x="1207008" y="1211580"/>
            <a:chExt cx="9138285" cy="4893945"/>
          </a:xfrm>
        </p:grpSpPr>
        <p:sp>
          <p:nvSpPr>
            <p:cNvPr id="4" name="object 4" descr=""/>
            <p:cNvSpPr/>
            <p:nvPr/>
          </p:nvSpPr>
          <p:spPr>
            <a:xfrm>
              <a:off x="1217676" y="4779264"/>
              <a:ext cx="9127490" cy="1325880"/>
            </a:xfrm>
            <a:custGeom>
              <a:avLst/>
              <a:gdLst/>
              <a:ahLst/>
              <a:cxnLst/>
              <a:rect l="l" t="t" r="r" b="b"/>
              <a:pathLst>
                <a:path w="9127490" h="1325879">
                  <a:moveTo>
                    <a:pt x="8906256" y="0"/>
                  </a:moveTo>
                  <a:lnTo>
                    <a:pt x="220980" y="0"/>
                  </a:lnTo>
                  <a:lnTo>
                    <a:pt x="176443" y="4489"/>
                  </a:lnTo>
                  <a:lnTo>
                    <a:pt x="134963" y="17365"/>
                  </a:lnTo>
                  <a:lnTo>
                    <a:pt x="97426" y="37739"/>
                  </a:lnTo>
                  <a:lnTo>
                    <a:pt x="64722" y="64722"/>
                  </a:lnTo>
                  <a:lnTo>
                    <a:pt x="37739" y="97426"/>
                  </a:lnTo>
                  <a:lnTo>
                    <a:pt x="17365" y="134963"/>
                  </a:lnTo>
                  <a:lnTo>
                    <a:pt x="4489" y="176443"/>
                  </a:lnTo>
                  <a:lnTo>
                    <a:pt x="0" y="220980"/>
                  </a:lnTo>
                  <a:lnTo>
                    <a:pt x="0" y="1104900"/>
                  </a:lnTo>
                  <a:lnTo>
                    <a:pt x="4489" y="1149436"/>
                  </a:lnTo>
                  <a:lnTo>
                    <a:pt x="17365" y="1190916"/>
                  </a:lnTo>
                  <a:lnTo>
                    <a:pt x="37739" y="1228453"/>
                  </a:lnTo>
                  <a:lnTo>
                    <a:pt x="64722" y="1261157"/>
                  </a:lnTo>
                  <a:lnTo>
                    <a:pt x="97426" y="1288140"/>
                  </a:lnTo>
                  <a:lnTo>
                    <a:pt x="134963" y="1308514"/>
                  </a:lnTo>
                  <a:lnTo>
                    <a:pt x="176443" y="1321390"/>
                  </a:lnTo>
                  <a:lnTo>
                    <a:pt x="220980" y="1325880"/>
                  </a:lnTo>
                  <a:lnTo>
                    <a:pt x="8906256" y="1325880"/>
                  </a:lnTo>
                  <a:lnTo>
                    <a:pt x="8950792" y="1321390"/>
                  </a:lnTo>
                  <a:lnTo>
                    <a:pt x="8992272" y="1308514"/>
                  </a:lnTo>
                  <a:lnTo>
                    <a:pt x="9029809" y="1288140"/>
                  </a:lnTo>
                  <a:lnTo>
                    <a:pt x="9062513" y="1261157"/>
                  </a:lnTo>
                  <a:lnTo>
                    <a:pt x="9089496" y="1228453"/>
                  </a:lnTo>
                  <a:lnTo>
                    <a:pt x="9109870" y="1190916"/>
                  </a:lnTo>
                  <a:lnTo>
                    <a:pt x="9122746" y="1149436"/>
                  </a:lnTo>
                  <a:lnTo>
                    <a:pt x="9127236" y="1104900"/>
                  </a:lnTo>
                  <a:lnTo>
                    <a:pt x="9127236" y="220980"/>
                  </a:lnTo>
                  <a:lnTo>
                    <a:pt x="9122746" y="176443"/>
                  </a:lnTo>
                  <a:lnTo>
                    <a:pt x="9109870" y="134963"/>
                  </a:lnTo>
                  <a:lnTo>
                    <a:pt x="9089496" y="97426"/>
                  </a:lnTo>
                  <a:lnTo>
                    <a:pt x="9062513" y="64722"/>
                  </a:lnTo>
                  <a:lnTo>
                    <a:pt x="9029809" y="37739"/>
                  </a:lnTo>
                  <a:lnTo>
                    <a:pt x="8992272" y="17365"/>
                  </a:lnTo>
                  <a:lnTo>
                    <a:pt x="8950792" y="4489"/>
                  </a:lnTo>
                  <a:lnTo>
                    <a:pt x="8906256" y="0"/>
                  </a:lnTo>
                  <a:close/>
                </a:path>
              </a:pathLst>
            </a:custGeom>
            <a:solidFill>
              <a:srgbClr val="969D00">
                <a:alpha val="1607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07008" y="3727703"/>
              <a:ext cx="9127490" cy="980440"/>
            </a:xfrm>
            <a:custGeom>
              <a:avLst/>
              <a:gdLst/>
              <a:ahLst/>
              <a:cxnLst/>
              <a:rect l="l" t="t" r="r" b="b"/>
              <a:pathLst>
                <a:path w="9127490" h="980439">
                  <a:moveTo>
                    <a:pt x="8963914" y="0"/>
                  </a:moveTo>
                  <a:lnTo>
                    <a:pt x="163322" y="0"/>
                  </a:lnTo>
                  <a:lnTo>
                    <a:pt x="119915" y="5836"/>
                  </a:lnTo>
                  <a:lnTo>
                    <a:pt x="80903" y="22304"/>
                  </a:lnTo>
                  <a:lnTo>
                    <a:pt x="47847" y="47847"/>
                  </a:lnTo>
                  <a:lnTo>
                    <a:pt x="22304" y="80903"/>
                  </a:lnTo>
                  <a:lnTo>
                    <a:pt x="5836" y="119915"/>
                  </a:lnTo>
                  <a:lnTo>
                    <a:pt x="0" y="163322"/>
                  </a:lnTo>
                  <a:lnTo>
                    <a:pt x="0" y="816610"/>
                  </a:lnTo>
                  <a:lnTo>
                    <a:pt x="5836" y="860016"/>
                  </a:lnTo>
                  <a:lnTo>
                    <a:pt x="22304" y="899028"/>
                  </a:lnTo>
                  <a:lnTo>
                    <a:pt x="47847" y="932084"/>
                  </a:lnTo>
                  <a:lnTo>
                    <a:pt x="80903" y="957627"/>
                  </a:lnTo>
                  <a:lnTo>
                    <a:pt x="119915" y="974095"/>
                  </a:lnTo>
                  <a:lnTo>
                    <a:pt x="163322" y="979932"/>
                  </a:lnTo>
                  <a:lnTo>
                    <a:pt x="8963914" y="979932"/>
                  </a:lnTo>
                  <a:lnTo>
                    <a:pt x="9007320" y="974095"/>
                  </a:lnTo>
                  <a:lnTo>
                    <a:pt x="9046332" y="957627"/>
                  </a:lnTo>
                  <a:lnTo>
                    <a:pt x="9079388" y="932084"/>
                  </a:lnTo>
                  <a:lnTo>
                    <a:pt x="9104931" y="899028"/>
                  </a:lnTo>
                  <a:lnTo>
                    <a:pt x="9121399" y="860016"/>
                  </a:lnTo>
                  <a:lnTo>
                    <a:pt x="9127236" y="816610"/>
                  </a:lnTo>
                  <a:lnTo>
                    <a:pt x="9127236" y="163322"/>
                  </a:lnTo>
                  <a:lnTo>
                    <a:pt x="9121399" y="119915"/>
                  </a:lnTo>
                  <a:lnTo>
                    <a:pt x="9104931" y="80903"/>
                  </a:lnTo>
                  <a:lnTo>
                    <a:pt x="9079388" y="47847"/>
                  </a:lnTo>
                  <a:lnTo>
                    <a:pt x="9046332" y="22304"/>
                  </a:lnTo>
                  <a:lnTo>
                    <a:pt x="9007320" y="5836"/>
                  </a:lnTo>
                  <a:lnTo>
                    <a:pt x="8963914" y="0"/>
                  </a:lnTo>
                  <a:close/>
                </a:path>
              </a:pathLst>
            </a:custGeom>
            <a:solidFill>
              <a:srgbClr val="92D05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07008" y="1211580"/>
              <a:ext cx="9127490" cy="2415540"/>
            </a:xfrm>
            <a:custGeom>
              <a:avLst/>
              <a:gdLst/>
              <a:ahLst/>
              <a:cxnLst/>
              <a:rect l="l" t="t" r="r" b="b"/>
              <a:pathLst>
                <a:path w="9127490" h="2415540">
                  <a:moveTo>
                    <a:pt x="8724646" y="0"/>
                  </a:moveTo>
                  <a:lnTo>
                    <a:pt x="402589" y="0"/>
                  </a:lnTo>
                  <a:lnTo>
                    <a:pt x="355633" y="2708"/>
                  </a:lnTo>
                  <a:lnTo>
                    <a:pt x="310269" y="10630"/>
                  </a:lnTo>
                  <a:lnTo>
                    <a:pt x="266800" y="23466"/>
                  </a:lnTo>
                  <a:lnTo>
                    <a:pt x="225526" y="40913"/>
                  </a:lnTo>
                  <a:lnTo>
                    <a:pt x="186751" y="62670"/>
                  </a:lnTo>
                  <a:lnTo>
                    <a:pt x="150776" y="88434"/>
                  </a:lnTo>
                  <a:lnTo>
                    <a:pt x="117903" y="117903"/>
                  </a:lnTo>
                  <a:lnTo>
                    <a:pt x="88434" y="150776"/>
                  </a:lnTo>
                  <a:lnTo>
                    <a:pt x="62670" y="186751"/>
                  </a:lnTo>
                  <a:lnTo>
                    <a:pt x="40913" y="225526"/>
                  </a:lnTo>
                  <a:lnTo>
                    <a:pt x="23466" y="266800"/>
                  </a:lnTo>
                  <a:lnTo>
                    <a:pt x="10630" y="310269"/>
                  </a:lnTo>
                  <a:lnTo>
                    <a:pt x="2708" y="355633"/>
                  </a:lnTo>
                  <a:lnTo>
                    <a:pt x="0" y="402590"/>
                  </a:lnTo>
                  <a:lnTo>
                    <a:pt x="0" y="2012950"/>
                  </a:lnTo>
                  <a:lnTo>
                    <a:pt x="2708" y="2059906"/>
                  </a:lnTo>
                  <a:lnTo>
                    <a:pt x="10630" y="2105270"/>
                  </a:lnTo>
                  <a:lnTo>
                    <a:pt x="23466" y="2148739"/>
                  </a:lnTo>
                  <a:lnTo>
                    <a:pt x="40913" y="2190013"/>
                  </a:lnTo>
                  <a:lnTo>
                    <a:pt x="62670" y="2228788"/>
                  </a:lnTo>
                  <a:lnTo>
                    <a:pt x="88434" y="2264763"/>
                  </a:lnTo>
                  <a:lnTo>
                    <a:pt x="117903" y="2297636"/>
                  </a:lnTo>
                  <a:lnTo>
                    <a:pt x="150776" y="2327105"/>
                  </a:lnTo>
                  <a:lnTo>
                    <a:pt x="186751" y="2352869"/>
                  </a:lnTo>
                  <a:lnTo>
                    <a:pt x="225526" y="2374626"/>
                  </a:lnTo>
                  <a:lnTo>
                    <a:pt x="266800" y="2392073"/>
                  </a:lnTo>
                  <a:lnTo>
                    <a:pt x="310269" y="2404909"/>
                  </a:lnTo>
                  <a:lnTo>
                    <a:pt x="355633" y="2412831"/>
                  </a:lnTo>
                  <a:lnTo>
                    <a:pt x="402589" y="2415540"/>
                  </a:lnTo>
                  <a:lnTo>
                    <a:pt x="8724646" y="2415540"/>
                  </a:lnTo>
                  <a:lnTo>
                    <a:pt x="8771602" y="2412831"/>
                  </a:lnTo>
                  <a:lnTo>
                    <a:pt x="8816966" y="2404909"/>
                  </a:lnTo>
                  <a:lnTo>
                    <a:pt x="8860435" y="2392073"/>
                  </a:lnTo>
                  <a:lnTo>
                    <a:pt x="8901709" y="2374626"/>
                  </a:lnTo>
                  <a:lnTo>
                    <a:pt x="8940484" y="2352869"/>
                  </a:lnTo>
                  <a:lnTo>
                    <a:pt x="8976459" y="2327105"/>
                  </a:lnTo>
                  <a:lnTo>
                    <a:pt x="9009332" y="2297636"/>
                  </a:lnTo>
                  <a:lnTo>
                    <a:pt x="9038801" y="2264763"/>
                  </a:lnTo>
                  <a:lnTo>
                    <a:pt x="9064565" y="2228788"/>
                  </a:lnTo>
                  <a:lnTo>
                    <a:pt x="9086322" y="2190013"/>
                  </a:lnTo>
                  <a:lnTo>
                    <a:pt x="9103769" y="2148739"/>
                  </a:lnTo>
                  <a:lnTo>
                    <a:pt x="9116605" y="2105270"/>
                  </a:lnTo>
                  <a:lnTo>
                    <a:pt x="9124527" y="2059906"/>
                  </a:lnTo>
                  <a:lnTo>
                    <a:pt x="9127236" y="2012950"/>
                  </a:lnTo>
                  <a:lnTo>
                    <a:pt x="9127236" y="402590"/>
                  </a:lnTo>
                  <a:lnTo>
                    <a:pt x="9124527" y="355633"/>
                  </a:lnTo>
                  <a:lnTo>
                    <a:pt x="9116605" y="310269"/>
                  </a:lnTo>
                  <a:lnTo>
                    <a:pt x="9103769" y="266800"/>
                  </a:lnTo>
                  <a:lnTo>
                    <a:pt x="9086322" y="225526"/>
                  </a:lnTo>
                  <a:lnTo>
                    <a:pt x="9064565" y="186751"/>
                  </a:lnTo>
                  <a:lnTo>
                    <a:pt x="9038801" y="150776"/>
                  </a:lnTo>
                  <a:lnTo>
                    <a:pt x="9009332" y="117903"/>
                  </a:lnTo>
                  <a:lnTo>
                    <a:pt x="8976459" y="88434"/>
                  </a:lnTo>
                  <a:lnTo>
                    <a:pt x="8940484" y="62670"/>
                  </a:lnTo>
                  <a:lnTo>
                    <a:pt x="8901709" y="40913"/>
                  </a:lnTo>
                  <a:lnTo>
                    <a:pt x="8860435" y="23466"/>
                  </a:lnTo>
                  <a:lnTo>
                    <a:pt x="8816966" y="10630"/>
                  </a:lnTo>
                  <a:lnTo>
                    <a:pt x="8771602" y="2708"/>
                  </a:lnTo>
                  <a:lnTo>
                    <a:pt x="8724646" y="0"/>
                  </a:lnTo>
                  <a:close/>
                </a:path>
              </a:pathLst>
            </a:custGeom>
            <a:solidFill>
              <a:srgbClr val="FCB08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171700" y="1347216"/>
              <a:ext cx="7245350" cy="2167255"/>
            </a:xfrm>
            <a:custGeom>
              <a:avLst/>
              <a:gdLst/>
              <a:ahLst/>
              <a:cxnLst/>
              <a:rect l="l" t="t" r="r" b="b"/>
              <a:pathLst>
                <a:path w="7245350" h="2167254">
                  <a:moveTo>
                    <a:pt x="6883908" y="0"/>
                  </a:moveTo>
                  <a:lnTo>
                    <a:pt x="361188" y="0"/>
                  </a:lnTo>
                  <a:lnTo>
                    <a:pt x="312168" y="3296"/>
                  </a:lnTo>
                  <a:lnTo>
                    <a:pt x="265156" y="12899"/>
                  </a:lnTo>
                  <a:lnTo>
                    <a:pt x="220581" y="28378"/>
                  </a:lnTo>
                  <a:lnTo>
                    <a:pt x="178872" y="49304"/>
                  </a:lnTo>
                  <a:lnTo>
                    <a:pt x="140460" y="75246"/>
                  </a:lnTo>
                  <a:lnTo>
                    <a:pt x="105775" y="105775"/>
                  </a:lnTo>
                  <a:lnTo>
                    <a:pt x="75246" y="140460"/>
                  </a:lnTo>
                  <a:lnTo>
                    <a:pt x="49304" y="178872"/>
                  </a:lnTo>
                  <a:lnTo>
                    <a:pt x="28378" y="220581"/>
                  </a:lnTo>
                  <a:lnTo>
                    <a:pt x="12899" y="265156"/>
                  </a:lnTo>
                  <a:lnTo>
                    <a:pt x="3296" y="312168"/>
                  </a:lnTo>
                  <a:lnTo>
                    <a:pt x="0" y="361188"/>
                  </a:lnTo>
                  <a:lnTo>
                    <a:pt x="0" y="1805939"/>
                  </a:lnTo>
                  <a:lnTo>
                    <a:pt x="3296" y="1854959"/>
                  </a:lnTo>
                  <a:lnTo>
                    <a:pt x="12899" y="1901971"/>
                  </a:lnTo>
                  <a:lnTo>
                    <a:pt x="28378" y="1946546"/>
                  </a:lnTo>
                  <a:lnTo>
                    <a:pt x="49304" y="1988255"/>
                  </a:lnTo>
                  <a:lnTo>
                    <a:pt x="75246" y="2026667"/>
                  </a:lnTo>
                  <a:lnTo>
                    <a:pt x="105775" y="2061352"/>
                  </a:lnTo>
                  <a:lnTo>
                    <a:pt x="140460" y="2091881"/>
                  </a:lnTo>
                  <a:lnTo>
                    <a:pt x="178872" y="2117823"/>
                  </a:lnTo>
                  <a:lnTo>
                    <a:pt x="220581" y="2138749"/>
                  </a:lnTo>
                  <a:lnTo>
                    <a:pt x="265156" y="2154228"/>
                  </a:lnTo>
                  <a:lnTo>
                    <a:pt x="312168" y="2163831"/>
                  </a:lnTo>
                  <a:lnTo>
                    <a:pt x="361188" y="2167128"/>
                  </a:lnTo>
                  <a:lnTo>
                    <a:pt x="6883908" y="2167128"/>
                  </a:lnTo>
                  <a:lnTo>
                    <a:pt x="6932927" y="2163831"/>
                  </a:lnTo>
                  <a:lnTo>
                    <a:pt x="6979939" y="2154228"/>
                  </a:lnTo>
                  <a:lnTo>
                    <a:pt x="7024514" y="2138749"/>
                  </a:lnTo>
                  <a:lnTo>
                    <a:pt x="7066223" y="2117823"/>
                  </a:lnTo>
                  <a:lnTo>
                    <a:pt x="7104635" y="2091881"/>
                  </a:lnTo>
                  <a:lnTo>
                    <a:pt x="7139320" y="2061352"/>
                  </a:lnTo>
                  <a:lnTo>
                    <a:pt x="7169849" y="2026667"/>
                  </a:lnTo>
                  <a:lnTo>
                    <a:pt x="7195791" y="1988255"/>
                  </a:lnTo>
                  <a:lnTo>
                    <a:pt x="7216717" y="1946546"/>
                  </a:lnTo>
                  <a:lnTo>
                    <a:pt x="7232196" y="1901971"/>
                  </a:lnTo>
                  <a:lnTo>
                    <a:pt x="7241799" y="1854959"/>
                  </a:lnTo>
                  <a:lnTo>
                    <a:pt x="7245096" y="1805939"/>
                  </a:lnTo>
                  <a:lnTo>
                    <a:pt x="7245096" y="361188"/>
                  </a:lnTo>
                  <a:lnTo>
                    <a:pt x="7241799" y="312168"/>
                  </a:lnTo>
                  <a:lnTo>
                    <a:pt x="7232196" y="265156"/>
                  </a:lnTo>
                  <a:lnTo>
                    <a:pt x="7216717" y="220581"/>
                  </a:lnTo>
                  <a:lnTo>
                    <a:pt x="7195791" y="178872"/>
                  </a:lnTo>
                  <a:lnTo>
                    <a:pt x="7169849" y="140460"/>
                  </a:lnTo>
                  <a:lnTo>
                    <a:pt x="7139320" y="105775"/>
                  </a:lnTo>
                  <a:lnTo>
                    <a:pt x="7104635" y="75246"/>
                  </a:lnTo>
                  <a:lnTo>
                    <a:pt x="7066223" y="49304"/>
                  </a:lnTo>
                  <a:lnTo>
                    <a:pt x="7024514" y="28378"/>
                  </a:lnTo>
                  <a:lnTo>
                    <a:pt x="6979939" y="12899"/>
                  </a:lnTo>
                  <a:lnTo>
                    <a:pt x="6932927" y="3296"/>
                  </a:lnTo>
                  <a:lnTo>
                    <a:pt x="6883908" y="0"/>
                  </a:lnTo>
                  <a:close/>
                </a:path>
              </a:pathLst>
            </a:custGeom>
            <a:solidFill>
              <a:srgbClr val="FFF0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21526" y="1481709"/>
            <a:ext cx="633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latin typeface="Arial"/>
                <a:cs typeface="Arial"/>
              </a:rPr>
              <a:t>QEMU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207008" y="4750308"/>
            <a:ext cx="9127490" cy="0"/>
          </a:xfrm>
          <a:custGeom>
            <a:avLst/>
            <a:gdLst/>
            <a:ahLst/>
            <a:cxnLst/>
            <a:rect l="l" t="t" r="r" b="b"/>
            <a:pathLst>
              <a:path w="9127490" h="0">
                <a:moveTo>
                  <a:pt x="0" y="0"/>
                </a:moveTo>
                <a:lnTo>
                  <a:pt x="9127236" y="0"/>
                </a:lnTo>
              </a:path>
            </a:pathLst>
          </a:custGeom>
          <a:ln w="15240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631695" y="4808346"/>
            <a:ext cx="6305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Hardware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74672" y="3362959"/>
            <a:ext cx="74231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Arial"/>
                <a:cs typeface="Arial"/>
              </a:rPr>
              <a:t>User-space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95755" y="4522977"/>
            <a:ext cx="4305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Kernel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657665" y="1593913"/>
            <a:ext cx="3225165" cy="1894839"/>
            <a:chOff x="2657665" y="1593913"/>
            <a:chExt cx="3225165" cy="1894839"/>
          </a:xfrm>
        </p:grpSpPr>
        <p:sp>
          <p:nvSpPr>
            <p:cNvPr id="14" name="object 14" descr=""/>
            <p:cNvSpPr/>
            <p:nvPr/>
          </p:nvSpPr>
          <p:spPr>
            <a:xfrm>
              <a:off x="2658617" y="1594865"/>
              <a:ext cx="3223260" cy="1892935"/>
            </a:xfrm>
            <a:custGeom>
              <a:avLst/>
              <a:gdLst/>
              <a:ahLst/>
              <a:cxnLst/>
              <a:rect l="l" t="t" r="r" b="b"/>
              <a:pathLst>
                <a:path w="3223260" h="1892935">
                  <a:moveTo>
                    <a:pt x="2907792" y="0"/>
                  </a:moveTo>
                  <a:lnTo>
                    <a:pt x="315468" y="0"/>
                  </a:lnTo>
                  <a:lnTo>
                    <a:pt x="268846" y="3420"/>
                  </a:lnTo>
                  <a:lnTo>
                    <a:pt x="224350" y="13355"/>
                  </a:lnTo>
                  <a:lnTo>
                    <a:pt x="182467" y="29317"/>
                  </a:lnTo>
                  <a:lnTo>
                    <a:pt x="143685" y="50819"/>
                  </a:lnTo>
                  <a:lnTo>
                    <a:pt x="108491" y="77373"/>
                  </a:lnTo>
                  <a:lnTo>
                    <a:pt x="77373" y="108491"/>
                  </a:lnTo>
                  <a:lnTo>
                    <a:pt x="50819" y="143685"/>
                  </a:lnTo>
                  <a:lnTo>
                    <a:pt x="29317" y="182467"/>
                  </a:lnTo>
                  <a:lnTo>
                    <a:pt x="13355" y="224350"/>
                  </a:lnTo>
                  <a:lnTo>
                    <a:pt x="3420" y="268846"/>
                  </a:lnTo>
                  <a:lnTo>
                    <a:pt x="0" y="315468"/>
                  </a:lnTo>
                  <a:lnTo>
                    <a:pt x="0" y="1577339"/>
                  </a:lnTo>
                  <a:lnTo>
                    <a:pt x="3420" y="1623961"/>
                  </a:lnTo>
                  <a:lnTo>
                    <a:pt x="13355" y="1668457"/>
                  </a:lnTo>
                  <a:lnTo>
                    <a:pt x="29317" y="1710340"/>
                  </a:lnTo>
                  <a:lnTo>
                    <a:pt x="50819" y="1749122"/>
                  </a:lnTo>
                  <a:lnTo>
                    <a:pt x="77373" y="1784316"/>
                  </a:lnTo>
                  <a:lnTo>
                    <a:pt x="108491" y="1815434"/>
                  </a:lnTo>
                  <a:lnTo>
                    <a:pt x="143685" y="1841988"/>
                  </a:lnTo>
                  <a:lnTo>
                    <a:pt x="182467" y="1863490"/>
                  </a:lnTo>
                  <a:lnTo>
                    <a:pt x="224350" y="1879452"/>
                  </a:lnTo>
                  <a:lnTo>
                    <a:pt x="268846" y="1889387"/>
                  </a:lnTo>
                  <a:lnTo>
                    <a:pt x="315468" y="1892808"/>
                  </a:lnTo>
                  <a:lnTo>
                    <a:pt x="2907792" y="1892808"/>
                  </a:lnTo>
                  <a:lnTo>
                    <a:pt x="2954413" y="1889387"/>
                  </a:lnTo>
                  <a:lnTo>
                    <a:pt x="2998909" y="1879452"/>
                  </a:lnTo>
                  <a:lnTo>
                    <a:pt x="3040792" y="1863490"/>
                  </a:lnTo>
                  <a:lnTo>
                    <a:pt x="3079574" y="1841988"/>
                  </a:lnTo>
                  <a:lnTo>
                    <a:pt x="3114768" y="1815434"/>
                  </a:lnTo>
                  <a:lnTo>
                    <a:pt x="3145886" y="1784316"/>
                  </a:lnTo>
                  <a:lnTo>
                    <a:pt x="3172440" y="1749122"/>
                  </a:lnTo>
                  <a:lnTo>
                    <a:pt x="3193942" y="1710340"/>
                  </a:lnTo>
                  <a:lnTo>
                    <a:pt x="3209904" y="1668457"/>
                  </a:lnTo>
                  <a:lnTo>
                    <a:pt x="3219839" y="1623961"/>
                  </a:lnTo>
                  <a:lnTo>
                    <a:pt x="3223260" y="1577339"/>
                  </a:lnTo>
                  <a:lnTo>
                    <a:pt x="3223260" y="315468"/>
                  </a:lnTo>
                  <a:lnTo>
                    <a:pt x="3219839" y="268846"/>
                  </a:lnTo>
                  <a:lnTo>
                    <a:pt x="3209904" y="224350"/>
                  </a:lnTo>
                  <a:lnTo>
                    <a:pt x="3193942" y="182467"/>
                  </a:lnTo>
                  <a:lnTo>
                    <a:pt x="3172440" y="143685"/>
                  </a:lnTo>
                  <a:lnTo>
                    <a:pt x="3145886" y="108491"/>
                  </a:lnTo>
                  <a:lnTo>
                    <a:pt x="3114768" y="77373"/>
                  </a:lnTo>
                  <a:lnTo>
                    <a:pt x="3079574" y="50819"/>
                  </a:lnTo>
                  <a:lnTo>
                    <a:pt x="3040792" y="29317"/>
                  </a:lnTo>
                  <a:lnTo>
                    <a:pt x="2998909" y="13355"/>
                  </a:lnTo>
                  <a:lnTo>
                    <a:pt x="2954413" y="3420"/>
                  </a:lnTo>
                  <a:lnTo>
                    <a:pt x="2907792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658617" y="1594865"/>
              <a:ext cx="3223260" cy="1892935"/>
            </a:xfrm>
            <a:custGeom>
              <a:avLst/>
              <a:gdLst/>
              <a:ahLst/>
              <a:cxnLst/>
              <a:rect l="l" t="t" r="r" b="b"/>
              <a:pathLst>
                <a:path w="3223260" h="1892935">
                  <a:moveTo>
                    <a:pt x="0" y="315468"/>
                  </a:moveTo>
                  <a:lnTo>
                    <a:pt x="3420" y="268846"/>
                  </a:lnTo>
                  <a:lnTo>
                    <a:pt x="13355" y="224350"/>
                  </a:lnTo>
                  <a:lnTo>
                    <a:pt x="29317" y="182467"/>
                  </a:lnTo>
                  <a:lnTo>
                    <a:pt x="50819" y="143685"/>
                  </a:lnTo>
                  <a:lnTo>
                    <a:pt x="77373" y="108491"/>
                  </a:lnTo>
                  <a:lnTo>
                    <a:pt x="108491" y="77373"/>
                  </a:lnTo>
                  <a:lnTo>
                    <a:pt x="143685" y="50819"/>
                  </a:lnTo>
                  <a:lnTo>
                    <a:pt x="182467" y="29317"/>
                  </a:lnTo>
                  <a:lnTo>
                    <a:pt x="224350" y="13355"/>
                  </a:lnTo>
                  <a:lnTo>
                    <a:pt x="268846" y="3420"/>
                  </a:lnTo>
                  <a:lnTo>
                    <a:pt x="315468" y="0"/>
                  </a:lnTo>
                  <a:lnTo>
                    <a:pt x="2907792" y="0"/>
                  </a:lnTo>
                  <a:lnTo>
                    <a:pt x="2954413" y="3420"/>
                  </a:lnTo>
                  <a:lnTo>
                    <a:pt x="2998909" y="13355"/>
                  </a:lnTo>
                  <a:lnTo>
                    <a:pt x="3040792" y="29317"/>
                  </a:lnTo>
                  <a:lnTo>
                    <a:pt x="3079574" y="50819"/>
                  </a:lnTo>
                  <a:lnTo>
                    <a:pt x="3114768" y="77373"/>
                  </a:lnTo>
                  <a:lnTo>
                    <a:pt x="3145886" y="108491"/>
                  </a:lnTo>
                  <a:lnTo>
                    <a:pt x="3172440" y="143685"/>
                  </a:lnTo>
                  <a:lnTo>
                    <a:pt x="3193942" y="182467"/>
                  </a:lnTo>
                  <a:lnTo>
                    <a:pt x="3209904" y="224350"/>
                  </a:lnTo>
                  <a:lnTo>
                    <a:pt x="3219839" y="268846"/>
                  </a:lnTo>
                  <a:lnTo>
                    <a:pt x="3223260" y="315468"/>
                  </a:lnTo>
                  <a:lnTo>
                    <a:pt x="3223260" y="1577339"/>
                  </a:lnTo>
                  <a:lnTo>
                    <a:pt x="3219839" y="1623961"/>
                  </a:lnTo>
                  <a:lnTo>
                    <a:pt x="3209904" y="1668457"/>
                  </a:lnTo>
                  <a:lnTo>
                    <a:pt x="3193942" y="1710340"/>
                  </a:lnTo>
                  <a:lnTo>
                    <a:pt x="3172440" y="1749122"/>
                  </a:lnTo>
                  <a:lnTo>
                    <a:pt x="3145886" y="1784316"/>
                  </a:lnTo>
                  <a:lnTo>
                    <a:pt x="3114768" y="1815434"/>
                  </a:lnTo>
                  <a:lnTo>
                    <a:pt x="3079574" y="1841988"/>
                  </a:lnTo>
                  <a:lnTo>
                    <a:pt x="3040792" y="1863490"/>
                  </a:lnTo>
                  <a:lnTo>
                    <a:pt x="2998909" y="1879452"/>
                  </a:lnTo>
                  <a:lnTo>
                    <a:pt x="2954413" y="1889387"/>
                  </a:lnTo>
                  <a:lnTo>
                    <a:pt x="2907792" y="1892808"/>
                  </a:lnTo>
                  <a:lnTo>
                    <a:pt x="315468" y="1892808"/>
                  </a:lnTo>
                  <a:lnTo>
                    <a:pt x="268846" y="1889387"/>
                  </a:lnTo>
                  <a:lnTo>
                    <a:pt x="224350" y="1879452"/>
                  </a:lnTo>
                  <a:lnTo>
                    <a:pt x="182467" y="1863490"/>
                  </a:lnTo>
                  <a:lnTo>
                    <a:pt x="143685" y="1841988"/>
                  </a:lnTo>
                  <a:lnTo>
                    <a:pt x="108491" y="1815434"/>
                  </a:lnTo>
                  <a:lnTo>
                    <a:pt x="77373" y="1784316"/>
                  </a:lnTo>
                  <a:lnTo>
                    <a:pt x="50819" y="1749122"/>
                  </a:lnTo>
                  <a:lnTo>
                    <a:pt x="29317" y="1710340"/>
                  </a:lnTo>
                  <a:lnTo>
                    <a:pt x="13355" y="1668457"/>
                  </a:lnTo>
                  <a:lnTo>
                    <a:pt x="3420" y="1623961"/>
                  </a:lnTo>
                  <a:lnTo>
                    <a:pt x="0" y="1577339"/>
                  </a:lnTo>
                  <a:lnTo>
                    <a:pt x="0" y="31546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057903" y="1669161"/>
            <a:ext cx="330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Arial"/>
                <a:cs typeface="Arial"/>
              </a:rPr>
              <a:t>VM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944241" y="3915028"/>
            <a:ext cx="2940050" cy="419734"/>
            <a:chOff x="2944241" y="3915028"/>
            <a:chExt cx="2940050" cy="419734"/>
          </a:xfrm>
        </p:grpSpPr>
        <p:sp>
          <p:nvSpPr>
            <p:cNvPr id="18" name="object 18" descr=""/>
            <p:cNvSpPr/>
            <p:nvPr/>
          </p:nvSpPr>
          <p:spPr>
            <a:xfrm>
              <a:off x="2947416" y="3918203"/>
              <a:ext cx="2933700" cy="413384"/>
            </a:xfrm>
            <a:custGeom>
              <a:avLst/>
              <a:gdLst/>
              <a:ahLst/>
              <a:cxnLst/>
              <a:rect l="l" t="t" r="r" b="b"/>
              <a:pathLst>
                <a:path w="2933700" h="413385">
                  <a:moveTo>
                    <a:pt x="2933700" y="0"/>
                  </a:moveTo>
                  <a:lnTo>
                    <a:pt x="0" y="0"/>
                  </a:lnTo>
                  <a:lnTo>
                    <a:pt x="0" y="413004"/>
                  </a:lnTo>
                  <a:lnTo>
                    <a:pt x="2933700" y="413004"/>
                  </a:lnTo>
                  <a:lnTo>
                    <a:pt x="2933700" y="0"/>
                  </a:lnTo>
                  <a:close/>
                </a:path>
              </a:pathLst>
            </a:custGeom>
            <a:solidFill>
              <a:srgbClr val="FADA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947416" y="3918203"/>
              <a:ext cx="2933700" cy="413384"/>
            </a:xfrm>
            <a:custGeom>
              <a:avLst/>
              <a:gdLst/>
              <a:ahLst/>
              <a:cxnLst/>
              <a:rect l="l" t="t" r="r" b="b"/>
              <a:pathLst>
                <a:path w="2933700" h="413385">
                  <a:moveTo>
                    <a:pt x="0" y="413004"/>
                  </a:moveTo>
                  <a:lnTo>
                    <a:pt x="2933700" y="413004"/>
                  </a:lnTo>
                  <a:lnTo>
                    <a:pt x="2933700" y="0"/>
                  </a:lnTo>
                  <a:lnTo>
                    <a:pt x="0" y="0"/>
                  </a:lnTo>
                  <a:lnTo>
                    <a:pt x="0" y="413004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251197" y="4023817"/>
            <a:ext cx="32766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latin typeface="Arial"/>
                <a:cs typeface="Arial"/>
              </a:rPr>
              <a:t>KVM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682613" y="3915028"/>
            <a:ext cx="2533650" cy="419734"/>
            <a:chOff x="6682613" y="3915028"/>
            <a:chExt cx="2533650" cy="419734"/>
          </a:xfrm>
        </p:grpSpPr>
        <p:sp>
          <p:nvSpPr>
            <p:cNvPr id="22" name="object 22" descr=""/>
            <p:cNvSpPr/>
            <p:nvPr/>
          </p:nvSpPr>
          <p:spPr>
            <a:xfrm>
              <a:off x="6685788" y="3918203"/>
              <a:ext cx="2527300" cy="413384"/>
            </a:xfrm>
            <a:custGeom>
              <a:avLst/>
              <a:gdLst/>
              <a:ahLst/>
              <a:cxnLst/>
              <a:rect l="l" t="t" r="r" b="b"/>
              <a:pathLst>
                <a:path w="2527300" h="413385">
                  <a:moveTo>
                    <a:pt x="2526792" y="0"/>
                  </a:moveTo>
                  <a:lnTo>
                    <a:pt x="0" y="0"/>
                  </a:lnTo>
                  <a:lnTo>
                    <a:pt x="0" y="413004"/>
                  </a:lnTo>
                  <a:lnTo>
                    <a:pt x="2526792" y="413004"/>
                  </a:lnTo>
                  <a:lnTo>
                    <a:pt x="2526792" y="0"/>
                  </a:lnTo>
                  <a:close/>
                </a:path>
              </a:pathLst>
            </a:custGeom>
            <a:solidFill>
              <a:srgbClr val="FADA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685788" y="3918203"/>
              <a:ext cx="2527300" cy="413384"/>
            </a:xfrm>
            <a:custGeom>
              <a:avLst/>
              <a:gdLst/>
              <a:ahLst/>
              <a:cxnLst/>
              <a:rect l="l" t="t" r="r" b="b"/>
              <a:pathLst>
                <a:path w="2527300" h="413385">
                  <a:moveTo>
                    <a:pt x="0" y="413004"/>
                  </a:moveTo>
                  <a:lnTo>
                    <a:pt x="2526792" y="413004"/>
                  </a:lnTo>
                  <a:lnTo>
                    <a:pt x="2526792" y="0"/>
                  </a:lnTo>
                  <a:lnTo>
                    <a:pt x="0" y="0"/>
                  </a:lnTo>
                  <a:lnTo>
                    <a:pt x="0" y="413004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639557" y="4023817"/>
            <a:ext cx="62230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Arial"/>
                <a:cs typeface="Arial"/>
              </a:rPr>
              <a:t>VFIO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PCI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3456432" y="2875788"/>
            <a:ext cx="1300480" cy="334010"/>
          </a:xfrm>
          <a:custGeom>
            <a:avLst/>
            <a:gdLst/>
            <a:ahLst/>
            <a:cxnLst/>
            <a:rect l="l" t="t" r="r" b="b"/>
            <a:pathLst>
              <a:path w="1300479" h="334010">
                <a:moveTo>
                  <a:pt x="1244345" y="0"/>
                </a:moveTo>
                <a:lnTo>
                  <a:pt x="55625" y="0"/>
                </a:lnTo>
                <a:lnTo>
                  <a:pt x="33968" y="4369"/>
                </a:lnTo>
                <a:lnTo>
                  <a:pt x="16287" y="16287"/>
                </a:lnTo>
                <a:lnTo>
                  <a:pt x="4369" y="33968"/>
                </a:lnTo>
                <a:lnTo>
                  <a:pt x="0" y="55625"/>
                </a:lnTo>
                <a:lnTo>
                  <a:pt x="0" y="278129"/>
                </a:lnTo>
                <a:lnTo>
                  <a:pt x="4369" y="299787"/>
                </a:lnTo>
                <a:lnTo>
                  <a:pt x="16287" y="317468"/>
                </a:lnTo>
                <a:lnTo>
                  <a:pt x="33968" y="329386"/>
                </a:lnTo>
                <a:lnTo>
                  <a:pt x="55625" y="333756"/>
                </a:lnTo>
                <a:lnTo>
                  <a:pt x="1244345" y="333756"/>
                </a:lnTo>
                <a:lnTo>
                  <a:pt x="1266003" y="329386"/>
                </a:lnTo>
                <a:lnTo>
                  <a:pt x="1283684" y="317468"/>
                </a:lnTo>
                <a:lnTo>
                  <a:pt x="1295602" y="299787"/>
                </a:lnTo>
                <a:lnTo>
                  <a:pt x="1299971" y="278129"/>
                </a:lnTo>
                <a:lnTo>
                  <a:pt x="1299971" y="55625"/>
                </a:lnTo>
                <a:lnTo>
                  <a:pt x="1295602" y="33968"/>
                </a:lnTo>
                <a:lnTo>
                  <a:pt x="1283684" y="16287"/>
                </a:lnTo>
                <a:lnTo>
                  <a:pt x="1266003" y="4369"/>
                </a:lnTo>
                <a:lnTo>
                  <a:pt x="1244345" y="0"/>
                </a:lnTo>
                <a:close/>
              </a:path>
            </a:pathLst>
          </a:custGeom>
          <a:solidFill>
            <a:srgbClr val="BA87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3676650" y="2951225"/>
            <a:ext cx="8604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PCI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Bus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Driver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6682613" y="4922392"/>
            <a:ext cx="1765300" cy="366395"/>
            <a:chOff x="6682613" y="4922392"/>
            <a:chExt cx="1765300" cy="366395"/>
          </a:xfrm>
        </p:grpSpPr>
        <p:sp>
          <p:nvSpPr>
            <p:cNvPr id="28" name="object 28" descr=""/>
            <p:cNvSpPr/>
            <p:nvPr/>
          </p:nvSpPr>
          <p:spPr>
            <a:xfrm>
              <a:off x="6685788" y="4925567"/>
              <a:ext cx="1758950" cy="360045"/>
            </a:xfrm>
            <a:custGeom>
              <a:avLst/>
              <a:gdLst/>
              <a:ahLst/>
              <a:cxnLst/>
              <a:rect l="l" t="t" r="r" b="b"/>
              <a:pathLst>
                <a:path w="1758950" h="360045">
                  <a:moveTo>
                    <a:pt x="1758696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1758696" y="359663"/>
                  </a:lnTo>
                  <a:lnTo>
                    <a:pt x="1758696" y="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685788" y="4925567"/>
              <a:ext cx="1758950" cy="360045"/>
            </a:xfrm>
            <a:custGeom>
              <a:avLst/>
              <a:gdLst/>
              <a:ahLst/>
              <a:cxnLst/>
              <a:rect l="l" t="t" r="r" b="b"/>
              <a:pathLst>
                <a:path w="1758950" h="360045">
                  <a:moveTo>
                    <a:pt x="0" y="359663"/>
                  </a:moveTo>
                  <a:lnTo>
                    <a:pt x="1758696" y="359663"/>
                  </a:lnTo>
                  <a:lnTo>
                    <a:pt x="1758696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688835" y="5005577"/>
            <a:ext cx="17526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SMMU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685788" y="2703576"/>
            <a:ext cx="2527300" cy="487680"/>
          </a:xfrm>
          <a:prstGeom prst="rect">
            <a:avLst/>
          </a:prstGeom>
          <a:solidFill>
            <a:srgbClr val="AFD0E9"/>
          </a:solidFill>
        </p:spPr>
        <p:txBody>
          <a:bodyPr wrap="square" lIns="0" tIns="7239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570"/>
              </a:spcBef>
            </a:pPr>
            <a:r>
              <a:rPr dirty="0" sz="1100">
                <a:latin typeface="Arial"/>
                <a:cs typeface="Arial"/>
              </a:rPr>
              <a:t>QEMU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VFIO</a:t>
            </a:r>
            <a:endParaRPr sz="11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1100">
                <a:latin typeface="Arial"/>
                <a:cs typeface="Arial"/>
              </a:rPr>
              <a:t>(PCI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Emulation)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4503420" y="3192017"/>
            <a:ext cx="3018790" cy="2093595"/>
            <a:chOff x="4503420" y="3192017"/>
            <a:chExt cx="3018790" cy="2093595"/>
          </a:xfrm>
        </p:grpSpPr>
        <p:sp>
          <p:nvSpPr>
            <p:cNvPr id="33" name="object 33" descr=""/>
            <p:cNvSpPr/>
            <p:nvPr/>
          </p:nvSpPr>
          <p:spPr>
            <a:xfrm>
              <a:off x="7446010" y="3192017"/>
              <a:ext cx="76200" cy="728345"/>
            </a:xfrm>
            <a:custGeom>
              <a:avLst/>
              <a:gdLst/>
              <a:ahLst/>
              <a:cxnLst/>
              <a:rect l="l" t="t" r="r" b="b"/>
              <a:pathLst>
                <a:path w="76200" h="728345">
                  <a:moveTo>
                    <a:pt x="0" y="651383"/>
                  </a:moveTo>
                  <a:lnTo>
                    <a:pt x="37592" y="727837"/>
                  </a:lnTo>
                  <a:lnTo>
                    <a:pt x="69808" y="664464"/>
                  </a:lnTo>
                  <a:lnTo>
                    <a:pt x="28066" y="664464"/>
                  </a:lnTo>
                  <a:lnTo>
                    <a:pt x="28145" y="651570"/>
                  </a:lnTo>
                  <a:lnTo>
                    <a:pt x="0" y="651383"/>
                  </a:lnTo>
                  <a:close/>
                </a:path>
                <a:path w="76200" h="728345">
                  <a:moveTo>
                    <a:pt x="28145" y="651570"/>
                  </a:moveTo>
                  <a:lnTo>
                    <a:pt x="28066" y="664464"/>
                  </a:lnTo>
                  <a:lnTo>
                    <a:pt x="47879" y="664464"/>
                  </a:lnTo>
                  <a:lnTo>
                    <a:pt x="47957" y="651702"/>
                  </a:lnTo>
                  <a:lnTo>
                    <a:pt x="28145" y="651570"/>
                  </a:lnTo>
                  <a:close/>
                </a:path>
                <a:path w="76200" h="728345">
                  <a:moveTo>
                    <a:pt x="47957" y="651702"/>
                  </a:moveTo>
                  <a:lnTo>
                    <a:pt x="47879" y="664464"/>
                  </a:lnTo>
                  <a:lnTo>
                    <a:pt x="69808" y="664464"/>
                  </a:lnTo>
                  <a:lnTo>
                    <a:pt x="76200" y="651891"/>
                  </a:lnTo>
                  <a:lnTo>
                    <a:pt x="47957" y="651702"/>
                  </a:lnTo>
                  <a:close/>
                </a:path>
                <a:path w="76200" h="728345">
                  <a:moveTo>
                    <a:pt x="51943" y="0"/>
                  </a:moveTo>
                  <a:lnTo>
                    <a:pt x="32131" y="0"/>
                  </a:lnTo>
                  <a:lnTo>
                    <a:pt x="28146" y="651383"/>
                  </a:lnTo>
                  <a:lnTo>
                    <a:pt x="28145" y="651570"/>
                  </a:lnTo>
                  <a:lnTo>
                    <a:pt x="47957" y="651702"/>
                  </a:lnTo>
                  <a:lnTo>
                    <a:pt x="51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503420" y="4925567"/>
              <a:ext cx="1537970" cy="360045"/>
            </a:xfrm>
            <a:custGeom>
              <a:avLst/>
              <a:gdLst/>
              <a:ahLst/>
              <a:cxnLst/>
              <a:rect l="l" t="t" r="r" b="b"/>
              <a:pathLst>
                <a:path w="1537970" h="360045">
                  <a:moveTo>
                    <a:pt x="1537715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1537715" y="359663"/>
                  </a:lnTo>
                  <a:lnTo>
                    <a:pt x="1537715" y="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4503420" y="4925567"/>
            <a:ext cx="1537970" cy="36004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wrap="square" lIns="0" tIns="92710" rIns="0" bIns="0" rtlCol="0" vert="horz">
            <a:spAutoFit/>
          </a:bodyPr>
          <a:lstStyle/>
          <a:p>
            <a:pPr marL="394335">
              <a:lnSpc>
                <a:spcPct val="100000"/>
              </a:lnSpc>
              <a:spcBef>
                <a:spcPts val="730"/>
              </a:spcBef>
            </a:pPr>
            <a:r>
              <a:rPr dirty="0" sz="1100">
                <a:latin typeface="Arial"/>
                <a:cs typeface="Arial"/>
              </a:rPr>
              <a:t>VM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Memory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1152144" y="2684526"/>
            <a:ext cx="9142730" cy="3320415"/>
            <a:chOff x="1152144" y="2684526"/>
            <a:chExt cx="9142730" cy="3320415"/>
          </a:xfrm>
        </p:grpSpPr>
        <p:sp>
          <p:nvSpPr>
            <p:cNvPr id="37" name="object 37" descr=""/>
            <p:cNvSpPr/>
            <p:nvPr/>
          </p:nvSpPr>
          <p:spPr>
            <a:xfrm>
              <a:off x="6041897" y="5068061"/>
              <a:ext cx="1186815" cy="400050"/>
            </a:xfrm>
            <a:custGeom>
              <a:avLst/>
              <a:gdLst/>
              <a:ahLst/>
              <a:cxnLst/>
              <a:rect l="l" t="t" r="r" b="b"/>
              <a:pathLst>
                <a:path w="1186815" h="400050">
                  <a:moveTo>
                    <a:pt x="1164335" y="38100"/>
                  </a:moveTo>
                  <a:lnTo>
                    <a:pt x="1164335" y="395731"/>
                  </a:lnTo>
                  <a:lnTo>
                    <a:pt x="1168780" y="400050"/>
                  </a:lnTo>
                  <a:lnTo>
                    <a:pt x="1186433" y="400050"/>
                  </a:lnTo>
                  <a:lnTo>
                    <a:pt x="1186433" y="390144"/>
                  </a:lnTo>
                  <a:lnTo>
                    <a:pt x="1184148" y="390144"/>
                  </a:lnTo>
                  <a:lnTo>
                    <a:pt x="1174242" y="380238"/>
                  </a:lnTo>
                  <a:lnTo>
                    <a:pt x="1184148" y="380238"/>
                  </a:lnTo>
                  <a:lnTo>
                    <a:pt x="1184148" y="48006"/>
                  </a:lnTo>
                  <a:lnTo>
                    <a:pt x="1174242" y="48006"/>
                  </a:lnTo>
                  <a:lnTo>
                    <a:pt x="1164335" y="38100"/>
                  </a:lnTo>
                  <a:close/>
                </a:path>
                <a:path w="1186815" h="400050">
                  <a:moveTo>
                    <a:pt x="1184148" y="380238"/>
                  </a:moveTo>
                  <a:lnTo>
                    <a:pt x="1174242" y="380238"/>
                  </a:lnTo>
                  <a:lnTo>
                    <a:pt x="1184148" y="390144"/>
                  </a:lnTo>
                  <a:lnTo>
                    <a:pt x="1184148" y="380238"/>
                  </a:lnTo>
                  <a:close/>
                </a:path>
                <a:path w="1186815" h="400050">
                  <a:moveTo>
                    <a:pt x="1186433" y="380238"/>
                  </a:moveTo>
                  <a:lnTo>
                    <a:pt x="1184148" y="380238"/>
                  </a:lnTo>
                  <a:lnTo>
                    <a:pt x="1184148" y="390144"/>
                  </a:lnTo>
                  <a:lnTo>
                    <a:pt x="1186433" y="390144"/>
                  </a:lnTo>
                  <a:lnTo>
                    <a:pt x="1186433" y="380238"/>
                  </a:lnTo>
                  <a:close/>
                </a:path>
                <a:path w="1186815" h="40005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3"/>
                  </a:lnTo>
                  <a:lnTo>
                    <a:pt x="76200" y="28193"/>
                  </a:lnTo>
                  <a:lnTo>
                    <a:pt x="76200" y="0"/>
                  </a:lnTo>
                  <a:close/>
                </a:path>
                <a:path w="1186815" h="400050">
                  <a:moveTo>
                    <a:pt x="76200" y="28193"/>
                  </a:moveTo>
                  <a:lnTo>
                    <a:pt x="63500" y="28193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3"/>
                  </a:lnTo>
                  <a:close/>
                </a:path>
                <a:path w="1186815" h="400050">
                  <a:moveTo>
                    <a:pt x="1179702" y="28193"/>
                  </a:moveTo>
                  <a:lnTo>
                    <a:pt x="76200" y="28193"/>
                  </a:lnTo>
                  <a:lnTo>
                    <a:pt x="76200" y="48006"/>
                  </a:lnTo>
                  <a:lnTo>
                    <a:pt x="1164335" y="48006"/>
                  </a:lnTo>
                  <a:lnTo>
                    <a:pt x="1164335" y="38100"/>
                  </a:lnTo>
                  <a:lnTo>
                    <a:pt x="1184148" y="38100"/>
                  </a:lnTo>
                  <a:lnTo>
                    <a:pt x="1184148" y="32638"/>
                  </a:lnTo>
                  <a:lnTo>
                    <a:pt x="1179702" y="28193"/>
                  </a:lnTo>
                  <a:close/>
                </a:path>
                <a:path w="1186815" h="400050">
                  <a:moveTo>
                    <a:pt x="1184148" y="38100"/>
                  </a:moveTo>
                  <a:lnTo>
                    <a:pt x="1164335" y="38100"/>
                  </a:lnTo>
                  <a:lnTo>
                    <a:pt x="1174242" y="48006"/>
                  </a:lnTo>
                  <a:lnTo>
                    <a:pt x="1184148" y="48006"/>
                  </a:lnTo>
                  <a:lnTo>
                    <a:pt x="1184148" y="381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159764" y="3680460"/>
              <a:ext cx="9127490" cy="0"/>
            </a:xfrm>
            <a:custGeom>
              <a:avLst/>
              <a:gdLst/>
              <a:ahLst/>
              <a:cxnLst/>
              <a:rect l="l" t="t" r="r" b="b"/>
              <a:pathLst>
                <a:path w="9127490" h="0">
                  <a:moveTo>
                    <a:pt x="0" y="0"/>
                  </a:moveTo>
                  <a:lnTo>
                    <a:pt x="9127236" y="0"/>
                  </a:lnTo>
                </a:path>
              </a:pathLst>
            </a:custGeom>
            <a:ln w="1524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889119" y="2684525"/>
              <a:ext cx="3989070" cy="2753360"/>
            </a:xfrm>
            <a:custGeom>
              <a:avLst/>
              <a:gdLst/>
              <a:ahLst/>
              <a:cxnLst/>
              <a:rect l="l" t="t" r="r" b="b"/>
              <a:pathLst>
                <a:path w="3989070" h="2753360">
                  <a:moveTo>
                    <a:pt x="76200" y="75819"/>
                  </a:moveTo>
                  <a:lnTo>
                    <a:pt x="69799" y="63373"/>
                  </a:lnTo>
                  <a:lnTo>
                    <a:pt x="37211" y="0"/>
                  </a:lnTo>
                  <a:lnTo>
                    <a:pt x="0" y="76581"/>
                  </a:lnTo>
                  <a:lnTo>
                    <a:pt x="28206" y="76301"/>
                  </a:lnTo>
                  <a:lnTo>
                    <a:pt x="28067" y="63627"/>
                  </a:lnTo>
                  <a:lnTo>
                    <a:pt x="28206" y="75819"/>
                  </a:lnTo>
                  <a:lnTo>
                    <a:pt x="28206" y="76301"/>
                  </a:lnTo>
                  <a:lnTo>
                    <a:pt x="41529" y="1234186"/>
                  </a:lnTo>
                  <a:lnTo>
                    <a:pt x="61341" y="1234186"/>
                  </a:lnTo>
                  <a:lnTo>
                    <a:pt x="48018" y="76581"/>
                  </a:lnTo>
                  <a:lnTo>
                    <a:pt x="48018" y="76111"/>
                  </a:lnTo>
                  <a:lnTo>
                    <a:pt x="47879" y="63627"/>
                  </a:lnTo>
                  <a:lnTo>
                    <a:pt x="48018" y="75819"/>
                  </a:lnTo>
                  <a:lnTo>
                    <a:pt x="48018" y="76111"/>
                  </a:lnTo>
                  <a:lnTo>
                    <a:pt x="76200" y="75819"/>
                  </a:lnTo>
                  <a:close/>
                </a:path>
                <a:path w="3989070" h="2753360">
                  <a:moveTo>
                    <a:pt x="1788287" y="1523238"/>
                  </a:moveTo>
                  <a:lnTo>
                    <a:pt x="1053719" y="1523238"/>
                  </a:lnTo>
                  <a:lnTo>
                    <a:pt x="1053719" y="1495044"/>
                  </a:lnTo>
                  <a:lnTo>
                    <a:pt x="977519" y="1533144"/>
                  </a:lnTo>
                  <a:lnTo>
                    <a:pt x="1053719" y="1571244"/>
                  </a:lnTo>
                  <a:lnTo>
                    <a:pt x="1053719" y="1543050"/>
                  </a:lnTo>
                  <a:lnTo>
                    <a:pt x="1788287" y="1543050"/>
                  </a:lnTo>
                  <a:lnTo>
                    <a:pt x="1788287" y="1523238"/>
                  </a:lnTo>
                  <a:close/>
                </a:path>
                <a:path w="3989070" h="2753360">
                  <a:moveTo>
                    <a:pt x="3988943" y="1723644"/>
                  </a:moveTo>
                  <a:lnTo>
                    <a:pt x="3982593" y="1710944"/>
                  </a:lnTo>
                  <a:lnTo>
                    <a:pt x="3950843" y="1647444"/>
                  </a:lnTo>
                  <a:lnTo>
                    <a:pt x="3912743" y="1723644"/>
                  </a:lnTo>
                  <a:lnTo>
                    <a:pt x="3940937" y="1723644"/>
                  </a:lnTo>
                  <a:lnTo>
                    <a:pt x="3940937" y="2753233"/>
                  </a:lnTo>
                  <a:lnTo>
                    <a:pt x="3960749" y="2753233"/>
                  </a:lnTo>
                  <a:lnTo>
                    <a:pt x="3960749" y="1723644"/>
                  </a:lnTo>
                  <a:lnTo>
                    <a:pt x="3988943" y="1723644"/>
                  </a:lnTo>
                  <a:close/>
                </a:path>
              </a:pathLst>
            </a:custGeom>
            <a:solidFill>
              <a:srgbClr val="D44E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540508" y="4874260"/>
              <a:ext cx="6960234" cy="1127760"/>
            </a:xfrm>
            <a:custGeom>
              <a:avLst/>
              <a:gdLst/>
              <a:ahLst/>
              <a:cxnLst/>
              <a:rect l="l" t="t" r="r" b="b"/>
              <a:pathLst>
                <a:path w="6960234" h="1127760">
                  <a:moveTo>
                    <a:pt x="6960108" y="563880"/>
                  </a:moveTo>
                  <a:lnTo>
                    <a:pt x="1860931" y="563880"/>
                  </a:lnTo>
                  <a:lnTo>
                    <a:pt x="1860931" y="0"/>
                  </a:lnTo>
                  <a:lnTo>
                    <a:pt x="0" y="0"/>
                  </a:lnTo>
                  <a:lnTo>
                    <a:pt x="0" y="563880"/>
                  </a:lnTo>
                  <a:lnTo>
                    <a:pt x="0" y="1127760"/>
                  </a:lnTo>
                  <a:lnTo>
                    <a:pt x="6960108" y="1127760"/>
                  </a:lnTo>
                  <a:lnTo>
                    <a:pt x="6960108" y="56388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540508" y="4873752"/>
              <a:ext cx="6960234" cy="1127760"/>
            </a:xfrm>
            <a:custGeom>
              <a:avLst/>
              <a:gdLst/>
              <a:ahLst/>
              <a:cxnLst/>
              <a:rect l="l" t="t" r="r" b="b"/>
              <a:pathLst>
                <a:path w="6960234" h="1127760">
                  <a:moveTo>
                    <a:pt x="0" y="0"/>
                  </a:moveTo>
                  <a:lnTo>
                    <a:pt x="1860931" y="0"/>
                  </a:lnTo>
                  <a:lnTo>
                    <a:pt x="1860931" y="563880"/>
                  </a:lnTo>
                  <a:lnTo>
                    <a:pt x="6960108" y="563880"/>
                  </a:lnTo>
                  <a:lnTo>
                    <a:pt x="6960108" y="1127760"/>
                  </a:lnTo>
                  <a:lnTo>
                    <a:pt x="0" y="1127760"/>
                  </a:lnTo>
                  <a:lnTo>
                    <a:pt x="0" y="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5552947" y="5457850"/>
            <a:ext cx="9372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PCI-SRIOV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3256788" y="2395727"/>
            <a:ext cx="5358130" cy="3062605"/>
            <a:chOff x="3256788" y="2395727"/>
            <a:chExt cx="5358130" cy="3062605"/>
          </a:xfrm>
        </p:grpSpPr>
        <p:sp>
          <p:nvSpPr>
            <p:cNvPr id="44" name="object 44" descr=""/>
            <p:cNvSpPr/>
            <p:nvPr/>
          </p:nvSpPr>
          <p:spPr>
            <a:xfrm>
              <a:off x="3349371" y="2657093"/>
              <a:ext cx="76200" cy="2537460"/>
            </a:xfrm>
            <a:custGeom>
              <a:avLst/>
              <a:gdLst/>
              <a:ahLst/>
              <a:cxnLst/>
              <a:rect l="l" t="t" r="r" b="b"/>
              <a:pathLst>
                <a:path w="76200" h="2537460">
                  <a:moveTo>
                    <a:pt x="0" y="2460624"/>
                  </a:moveTo>
                  <a:lnTo>
                    <a:pt x="37718" y="2537079"/>
                  </a:lnTo>
                  <a:lnTo>
                    <a:pt x="69829" y="2473705"/>
                  </a:lnTo>
                  <a:lnTo>
                    <a:pt x="28193" y="2473705"/>
                  </a:lnTo>
                  <a:lnTo>
                    <a:pt x="28264" y="2460813"/>
                  </a:lnTo>
                  <a:lnTo>
                    <a:pt x="0" y="2460624"/>
                  </a:lnTo>
                  <a:close/>
                </a:path>
                <a:path w="76200" h="2537460">
                  <a:moveTo>
                    <a:pt x="28264" y="2460813"/>
                  </a:moveTo>
                  <a:lnTo>
                    <a:pt x="28193" y="2473705"/>
                  </a:lnTo>
                  <a:lnTo>
                    <a:pt x="48005" y="2473705"/>
                  </a:lnTo>
                  <a:lnTo>
                    <a:pt x="48076" y="2460945"/>
                  </a:lnTo>
                  <a:lnTo>
                    <a:pt x="28264" y="2460813"/>
                  </a:lnTo>
                  <a:close/>
                </a:path>
                <a:path w="76200" h="2537460">
                  <a:moveTo>
                    <a:pt x="48076" y="2460945"/>
                  </a:moveTo>
                  <a:lnTo>
                    <a:pt x="48005" y="2473705"/>
                  </a:lnTo>
                  <a:lnTo>
                    <a:pt x="69829" y="2473705"/>
                  </a:lnTo>
                  <a:lnTo>
                    <a:pt x="76200" y="2461132"/>
                  </a:lnTo>
                  <a:lnTo>
                    <a:pt x="48076" y="2460945"/>
                  </a:lnTo>
                  <a:close/>
                </a:path>
                <a:path w="76200" h="2537460">
                  <a:moveTo>
                    <a:pt x="61721" y="0"/>
                  </a:moveTo>
                  <a:lnTo>
                    <a:pt x="41909" y="0"/>
                  </a:lnTo>
                  <a:lnTo>
                    <a:pt x="28265" y="2460625"/>
                  </a:lnTo>
                  <a:lnTo>
                    <a:pt x="28264" y="2460813"/>
                  </a:lnTo>
                  <a:lnTo>
                    <a:pt x="48076" y="2460945"/>
                  </a:lnTo>
                  <a:lnTo>
                    <a:pt x="61721" y="0"/>
                  </a:lnTo>
                  <a:close/>
                </a:path>
              </a:pathLst>
            </a:custGeom>
            <a:solidFill>
              <a:srgbClr val="1FD7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454646" y="4293869"/>
              <a:ext cx="1160145" cy="1164590"/>
            </a:xfrm>
            <a:custGeom>
              <a:avLst/>
              <a:gdLst/>
              <a:ahLst/>
              <a:cxnLst/>
              <a:rect l="l" t="t" r="r" b="b"/>
              <a:pathLst>
                <a:path w="1160145" h="1164589">
                  <a:moveTo>
                    <a:pt x="76200" y="568706"/>
                  </a:moveTo>
                  <a:lnTo>
                    <a:pt x="48006" y="568706"/>
                  </a:lnTo>
                  <a:lnTo>
                    <a:pt x="48006" y="32004"/>
                  </a:lnTo>
                  <a:lnTo>
                    <a:pt x="28194" y="32004"/>
                  </a:lnTo>
                  <a:lnTo>
                    <a:pt x="28194" y="568706"/>
                  </a:lnTo>
                  <a:lnTo>
                    <a:pt x="0" y="568706"/>
                  </a:lnTo>
                  <a:lnTo>
                    <a:pt x="38100" y="644906"/>
                  </a:lnTo>
                  <a:lnTo>
                    <a:pt x="69850" y="581406"/>
                  </a:lnTo>
                  <a:lnTo>
                    <a:pt x="76200" y="568706"/>
                  </a:lnTo>
                  <a:close/>
                </a:path>
                <a:path w="1160145" h="1164589">
                  <a:moveTo>
                    <a:pt x="1159764" y="1088136"/>
                  </a:moveTo>
                  <a:lnTo>
                    <a:pt x="1131570" y="1088136"/>
                  </a:lnTo>
                  <a:lnTo>
                    <a:pt x="1131570" y="0"/>
                  </a:lnTo>
                  <a:lnTo>
                    <a:pt x="1111758" y="0"/>
                  </a:lnTo>
                  <a:lnTo>
                    <a:pt x="1111758" y="1088136"/>
                  </a:lnTo>
                  <a:lnTo>
                    <a:pt x="1083564" y="1088136"/>
                  </a:lnTo>
                  <a:lnTo>
                    <a:pt x="1121664" y="1164336"/>
                  </a:lnTo>
                  <a:lnTo>
                    <a:pt x="1153414" y="1100836"/>
                  </a:lnTo>
                  <a:lnTo>
                    <a:pt x="1159764" y="10881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256788" y="2395727"/>
              <a:ext cx="1877695" cy="311150"/>
            </a:xfrm>
            <a:custGeom>
              <a:avLst/>
              <a:gdLst/>
              <a:ahLst/>
              <a:cxnLst/>
              <a:rect l="l" t="t" r="r" b="b"/>
              <a:pathLst>
                <a:path w="1877695" h="311150">
                  <a:moveTo>
                    <a:pt x="1825752" y="0"/>
                  </a:moveTo>
                  <a:lnTo>
                    <a:pt x="51815" y="0"/>
                  </a:lnTo>
                  <a:lnTo>
                    <a:pt x="31664" y="4077"/>
                  </a:lnTo>
                  <a:lnTo>
                    <a:pt x="15192" y="15192"/>
                  </a:lnTo>
                  <a:lnTo>
                    <a:pt x="4077" y="31664"/>
                  </a:lnTo>
                  <a:lnTo>
                    <a:pt x="0" y="51816"/>
                  </a:lnTo>
                  <a:lnTo>
                    <a:pt x="0" y="259080"/>
                  </a:lnTo>
                  <a:lnTo>
                    <a:pt x="4077" y="279231"/>
                  </a:lnTo>
                  <a:lnTo>
                    <a:pt x="15192" y="295703"/>
                  </a:lnTo>
                  <a:lnTo>
                    <a:pt x="31664" y="306818"/>
                  </a:lnTo>
                  <a:lnTo>
                    <a:pt x="51815" y="310896"/>
                  </a:lnTo>
                  <a:lnTo>
                    <a:pt x="1825752" y="310896"/>
                  </a:lnTo>
                  <a:lnTo>
                    <a:pt x="1845903" y="306818"/>
                  </a:lnTo>
                  <a:lnTo>
                    <a:pt x="1862375" y="295703"/>
                  </a:lnTo>
                  <a:lnTo>
                    <a:pt x="1873490" y="279231"/>
                  </a:lnTo>
                  <a:lnTo>
                    <a:pt x="1877567" y="259080"/>
                  </a:lnTo>
                  <a:lnTo>
                    <a:pt x="1877567" y="51816"/>
                  </a:lnTo>
                  <a:lnTo>
                    <a:pt x="1873490" y="31664"/>
                  </a:lnTo>
                  <a:lnTo>
                    <a:pt x="1862375" y="15192"/>
                  </a:lnTo>
                  <a:lnTo>
                    <a:pt x="1845903" y="4077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BA87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3680586" y="2459227"/>
            <a:ext cx="10306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PCI</a:t>
            </a:r>
            <a:r>
              <a:rPr dirty="0" sz="1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Device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Driver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2834385" y="5525770"/>
            <a:ext cx="1550670" cy="372745"/>
            <a:chOff x="2834385" y="5525770"/>
            <a:chExt cx="1550670" cy="372745"/>
          </a:xfrm>
        </p:grpSpPr>
        <p:sp>
          <p:nvSpPr>
            <p:cNvPr id="49" name="object 49" descr=""/>
            <p:cNvSpPr/>
            <p:nvPr/>
          </p:nvSpPr>
          <p:spPr>
            <a:xfrm>
              <a:off x="2840735" y="5532120"/>
              <a:ext cx="1537970" cy="360045"/>
            </a:xfrm>
            <a:custGeom>
              <a:avLst/>
              <a:gdLst/>
              <a:ahLst/>
              <a:cxnLst/>
              <a:rect l="l" t="t" r="r" b="b"/>
              <a:pathLst>
                <a:path w="1537970" h="360045">
                  <a:moveTo>
                    <a:pt x="1537715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1537715" y="359663"/>
                  </a:lnTo>
                  <a:lnTo>
                    <a:pt x="1537715" y="0"/>
                  </a:lnTo>
                  <a:close/>
                </a:path>
              </a:pathLst>
            </a:custGeom>
            <a:solidFill>
              <a:srgbClr val="63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840735" y="5532120"/>
              <a:ext cx="1537970" cy="360045"/>
            </a:xfrm>
            <a:custGeom>
              <a:avLst/>
              <a:gdLst/>
              <a:ahLst/>
              <a:cxnLst/>
              <a:rect l="l" t="t" r="r" b="b"/>
              <a:pathLst>
                <a:path w="1537970" h="360045">
                  <a:moveTo>
                    <a:pt x="0" y="359663"/>
                  </a:moveTo>
                  <a:lnTo>
                    <a:pt x="1537715" y="359663"/>
                  </a:lnTo>
                  <a:lnTo>
                    <a:pt x="1537715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3521709" y="5554545"/>
            <a:ext cx="178435" cy="156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0"/>
              </a:lnSpc>
            </a:pPr>
            <a:r>
              <a:rPr dirty="0" sz="1100" spc="-35">
                <a:latin typeface="Arial"/>
                <a:cs typeface="Arial"/>
              </a:rPr>
              <a:t>VF</a:t>
            </a:r>
            <a:endParaRPr sz="110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3065526" y="5696203"/>
            <a:ext cx="109029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(Virtual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Function)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7181088" y="5532120"/>
            <a:ext cx="1537970" cy="360045"/>
          </a:xfrm>
          <a:prstGeom prst="rect">
            <a:avLst/>
          </a:prstGeom>
          <a:solidFill>
            <a:srgbClr val="636900"/>
          </a:solidFill>
        </p:spPr>
        <p:txBody>
          <a:bodyPr wrap="square" lIns="0" tIns="1333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latin typeface="Arial"/>
                <a:cs typeface="Arial"/>
              </a:rPr>
              <a:t>PF</a:t>
            </a:r>
            <a:endParaRPr sz="11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1100">
                <a:latin typeface="Arial"/>
                <a:cs typeface="Arial"/>
              </a:rPr>
              <a:t>(Physical</a:t>
            </a:r>
            <a:r>
              <a:rPr dirty="0" sz="1100" spc="-7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Function)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2737104" y="5420867"/>
            <a:ext cx="1537970" cy="291465"/>
          </a:xfrm>
          <a:custGeom>
            <a:avLst/>
            <a:gdLst/>
            <a:ahLst/>
            <a:cxnLst/>
            <a:rect l="l" t="t" r="r" b="b"/>
            <a:pathLst>
              <a:path w="1537970" h="291464">
                <a:moveTo>
                  <a:pt x="1537716" y="0"/>
                </a:moveTo>
                <a:lnTo>
                  <a:pt x="0" y="0"/>
                </a:lnTo>
                <a:lnTo>
                  <a:pt x="0" y="291083"/>
                </a:lnTo>
                <a:lnTo>
                  <a:pt x="1537716" y="291083"/>
                </a:lnTo>
                <a:lnTo>
                  <a:pt x="1537716" y="0"/>
                </a:lnTo>
                <a:close/>
              </a:path>
            </a:pathLst>
          </a:custGeom>
          <a:solidFill>
            <a:srgbClr val="636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2737104" y="5460491"/>
            <a:ext cx="1537970" cy="251460"/>
          </a:xfrm>
          <a:prstGeom prst="rect">
            <a:avLst/>
          </a:prstGeom>
          <a:solidFill>
            <a:srgbClr val="636900"/>
          </a:solidFill>
          <a:ln w="12192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50"/>
              </a:spcBef>
            </a:pPr>
            <a:r>
              <a:rPr dirty="0" sz="1100" spc="-25">
                <a:latin typeface="Arial"/>
                <a:cs typeface="Arial"/>
              </a:rPr>
              <a:t>VF</a:t>
            </a:r>
            <a:endParaRPr sz="1100">
              <a:latin typeface="Arial"/>
              <a:cs typeface="Arial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2631948" y="5192267"/>
            <a:ext cx="1537970" cy="291465"/>
          </a:xfrm>
          <a:custGeom>
            <a:avLst/>
            <a:gdLst/>
            <a:ahLst/>
            <a:cxnLst/>
            <a:rect l="l" t="t" r="r" b="b"/>
            <a:pathLst>
              <a:path w="1537970" h="291464">
                <a:moveTo>
                  <a:pt x="0" y="291083"/>
                </a:moveTo>
                <a:lnTo>
                  <a:pt x="1537715" y="291083"/>
                </a:lnTo>
                <a:lnTo>
                  <a:pt x="1537715" y="0"/>
                </a:lnTo>
                <a:lnTo>
                  <a:pt x="0" y="0"/>
                </a:lnTo>
                <a:lnTo>
                  <a:pt x="0" y="29108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2636520" y="5196840"/>
            <a:ext cx="1529080" cy="257810"/>
          </a:xfrm>
          <a:prstGeom prst="rect">
            <a:avLst/>
          </a:prstGeom>
          <a:solidFill>
            <a:srgbClr val="636900"/>
          </a:solidFill>
        </p:spPr>
        <p:txBody>
          <a:bodyPr wrap="square" lIns="0" tIns="5334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420"/>
              </a:spcBef>
            </a:pPr>
            <a:r>
              <a:rPr dirty="0" sz="1100" spc="-25">
                <a:latin typeface="Arial"/>
                <a:cs typeface="Arial"/>
              </a:rPr>
              <a:t>VF</a:t>
            </a:r>
            <a:endParaRPr sz="1100">
              <a:latin typeface="Arial"/>
              <a:cs typeface="Arial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10644378" y="2856738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3" y="0"/>
                </a:lnTo>
              </a:path>
            </a:pathLst>
          </a:custGeom>
          <a:ln w="19812">
            <a:solidFill>
              <a:srgbClr val="1FD7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10642854" y="3018282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3" y="0"/>
                </a:lnTo>
              </a:path>
            </a:pathLst>
          </a:custGeom>
          <a:ln w="19812">
            <a:solidFill>
              <a:srgbClr val="D44E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10655045" y="3190494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34ACD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11373357" y="2755518"/>
            <a:ext cx="394970" cy="67183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60325" indent="5715">
              <a:lnSpc>
                <a:spcPct val="113399"/>
              </a:lnSpc>
              <a:spcBef>
                <a:spcPts val="40"/>
              </a:spcBef>
            </a:pPr>
            <a:r>
              <a:rPr dirty="0" sz="900" spc="-15">
                <a:latin typeface="Arial"/>
                <a:cs typeface="Arial"/>
              </a:rPr>
              <a:t>MMIO </a:t>
            </a:r>
            <a:r>
              <a:rPr dirty="0" sz="900" spc="-25">
                <a:latin typeface="Arial"/>
                <a:cs typeface="Arial"/>
              </a:rPr>
              <a:t>IRQ DMA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900" spc="-10">
                <a:latin typeface="Arial"/>
                <a:cs typeface="Arial"/>
              </a:rPr>
              <a:t>Control</a:t>
            </a:r>
            <a:endParaRPr sz="900">
              <a:latin typeface="Arial"/>
              <a:cs typeface="Arial"/>
            </a:endParaRPr>
          </a:p>
        </p:txBody>
      </p:sp>
      <p:sp>
        <p:nvSpPr>
          <p:cNvPr id="62" name="object 62" descr=""/>
          <p:cNvSpPr/>
          <p:nvPr/>
        </p:nvSpPr>
        <p:spPr>
          <a:xfrm>
            <a:off x="10651997" y="3373373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64" name="object 6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14</a:t>
            </a:r>
          </a:p>
        </p:txBody>
      </p:sp>
      <p:sp>
        <p:nvSpPr>
          <p:cNvPr id="65" name="object 6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DPAA2</a:t>
            </a:r>
            <a:r>
              <a:rPr dirty="0" spc="-45"/>
              <a:t> </a:t>
            </a:r>
            <a:r>
              <a:rPr dirty="0"/>
              <a:t>Enables</a:t>
            </a:r>
            <a:r>
              <a:rPr dirty="0" spc="-80"/>
              <a:t> </a:t>
            </a:r>
            <a:r>
              <a:rPr dirty="0"/>
              <a:t>Secure</a:t>
            </a:r>
            <a:r>
              <a:rPr dirty="0" spc="-70"/>
              <a:t> </a:t>
            </a:r>
            <a:r>
              <a:rPr dirty="0"/>
              <a:t>Direct</a:t>
            </a:r>
            <a:r>
              <a:rPr dirty="0" spc="-175"/>
              <a:t> </a:t>
            </a:r>
            <a:r>
              <a:rPr dirty="0" spc="-10"/>
              <a:t>Assignment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78358" y="1012062"/>
            <a:ext cx="5728335" cy="166497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45745" marR="5080" indent="-233679">
              <a:lnSpc>
                <a:spcPts val="2380"/>
              </a:lnSpc>
              <a:spcBef>
                <a:spcPts val="390"/>
              </a:spcBef>
              <a:buClr>
                <a:srgbClr val="252525"/>
              </a:buClr>
              <a:buSzPct val="79545"/>
              <a:buChar char="•"/>
              <a:tabLst>
                <a:tab pos="245745" algn="l"/>
              </a:tabLst>
            </a:pPr>
            <a:r>
              <a:rPr dirty="0" sz="2200">
                <a:latin typeface="Arial"/>
                <a:cs typeface="Arial"/>
              </a:rPr>
              <a:t>Management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Complex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(MC)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is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optimized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for </a:t>
            </a:r>
            <a:r>
              <a:rPr dirty="0" sz="2200">
                <a:latin typeface="Arial"/>
                <a:cs typeface="Arial"/>
              </a:rPr>
              <a:t>resource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assignment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various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software </a:t>
            </a:r>
            <a:r>
              <a:rPr dirty="0" sz="2200">
                <a:latin typeface="Arial"/>
                <a:cs typeface="Arial"/>
              </a:rPr>
              <a:t>contexts</a:t>
            </a:r>
            <a:r>
              <a:rPr dirty="0" sz="2200" spc="-12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through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Management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Complex</a:t>
            </a:r>
            <a:endParaRPr sz="2200">
              <a:latin typeface="Arial"/>
              <a:cs typeface="Arial"/>
            </a:endParaRPr>
          </a:p>
          <a:p>
            <a:pPr lvl="1" marL="581660" indent="-167005">
              <a:lnSpc>
                <a:spcPct val="100000"/>
              </a:lnSpc>
              <a:spcBef>
                <a:spcPts val="440"/>
              </a:spcBef>
              <a:buSzPct val="78947"/>
              <a:buFont typeface="Wingdings"/>
              <a:buChar char=""/>
              <a:tabLst>
                <a:tab pos="581660" algn="l"/>
              </a:tabLst>
            </a:pPr>
            <a:r>
              <a:rPr dirty="0" sz="1900">
                <a:latin typeface="Arial"/>
                <a:cs typeface="Arial"/>
              </a:rPr>
              <a:t>Linux</a:t>
            </a:r>
            <a:r>
              <a:rPr dirty="0" sz="1900" spc="-1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MC</a:t>
            </a:r>
            <a:r>
              <a:rPr dirty="0" sz="1900" spc="-30">
                <a:latin typeface="Arial"/>
                <a:cs typeface="Arial"/>
              </a:rPr>
              <a:t> </a:t>
            </a:r>
            <a:r>
              <a:rPr dirty="0" sz="1900" spc="-25">
                <a:latin typeface="Arial"/>
                <a:cs typeface="Arial"/>
              </a:rPr>
              <a:t>bus</a:t>
            </a:r>
            <a:endParaRPr sz="1900">
              <a:latin typeface="Arial"/>
              <a:cs typeface="Arial"/>
            </a:endParaRPr>
          </a:p>
          <a:p>
            <a:pPr lvl="1" marL="581660" indent="-167005">
              <a:lnSpc>
                <a:spcPct val="100000"/>
              </a:lnSpc>
              <a:spcBef>
                <a:spcPts val="480"/>
              </a:spcBef>
              <a:buSzPct val="78947"/>
              <a:buFont typeface="Wingdings"/>
              <a:buChar char=""/>
              <a:tabLst>
                <a:tab pos="581660" algn="l"/>
              </a:tabLst>
            </a:pPr>
            <a:r>
              <a:rPr dirty="0" sz="1900">
                <a:latin typeface="Arial"/>
                <a:cs typeface="Arial"/>
              </a:rPr>
              <a:t>Resource</a:t>
            </a:r>
            <a:r>
              <a:rPr dirty="0" sz="1900" spc="-8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management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tool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5745" indent="-233045">
              <a:lnSpc>
                <a:spcPts val="2510"/>
              </a:lnSpc>
              <a:spcBef>
                <a:spcPts val="95"/>
              </a:spcBef>
              <a:buClr>
                <a:srgbClr val="252525"/>
              </a:buClr>
              <a:buSzPct val="79545"/>
              <a:buChar char="•"/>
              <a:tabLst>
                <a:tab pos="245745" algn="l"/>
              </a:tabLst>
            </a:pPr>
            <a:r>
              <a:rPr dirty="0"/>
              <a:t>IOMMU</a:t>
            </a:r>
            <a:r>
              <a:rPr dirty="0" spc="-55"/>
              <a:t> </a:t>
            </a:r>
            <a:r>
              <a:rPr dirty="0"/>
              <a:t>translation</a:t>
            </a:r>
            <a:r>
              <a:rPr dirty="0" spc="-80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protection</a:t>
            </a:r>
            <a:r>
              <a:rPr dirty="0" spc="-75"/>
              <a:t> </a:t>
            </a:r>
            <a:r>
              <a:rPr dirty="0"/>
              <a:t>for</a:t>
            </a:r>
            <a:r>
              <a:rPr dirty="0" spc="-80"/>
              <a:t> </a:t>
            </a:r>
            <a:r>
              <a:rPr dirty="0" spc="-10"/>
              <a:t>user-</a:t>
            </a:r>
          </a:p>
          <a:p>
            <a:pPr marL="245745">
              <a:lnSpc>
                <a:spcPts val="2510"/>
              </a:lnSpc>
            </a:pPr>
            <a:r>
              <a:rPr dirty="0"/>
              <a:t>space</a:t>
            </a:r>
            <a:r>
              <a:rPr dirty="0" spc="-60"/>
              <a:t> </a:t>
            </a:r>
            <a:r>
              <a:rPr dirty="0"/>
              <a:t>(DPDK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20"/>
              <a:t>QEMU)</a:t>
            </a:r>
          </a:p>
          <a:p>
            <a:pPr lvl="1" marL="581660" indent="-167005">
              <a:lnSpc>
                <a:spcPct val="100000"/>
              </a:lnSpc>
              <a:spcBef>
                <a:spcPts val="480"/>
              </a:spcBef>
              <a:buSzPct val="78947"/>
              <a:buFont typeface="Wingdings"/>
              <a:buChar char=""/>
              <a:tabLst>
                <a:tab pos="581660" algn="l"/>
              </a:tabLst>
            </a:pPr>
            <a:r>
              <a:rPr dirty="0" sz="1900">
                <a:latin typeface="Arial"/>
                <a:cs typeface="Arial"/>
              </a:rPr>
              <a:t>ICID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(StreamID)</a:t>
            </a:r>
            <a:endParaRPr sz="1900">
              <a:latin typeface="Arial"/>
              <a:cs typeface="Arial"/>
            </a:endParaRPr>
          </a:p>
          <a:p>
            <a:pPr lvl="1" marL="581660" indent="-167005">
              <a:lnSpc>
                <a:spcPct val="100000"/>
              </a:lnSpc>
              <a:spcBef>
                <a:spcPts val="470"/>
              </a:spcBef>
              <a:buSzPct val="78947"/>
              <a:buFont typeface="Wingdings"/>
              <a:buChar char=""/>
              <a:tabLst>
                <a:tab pos="581660" algn="l"/>
              </a:tabLst>
            </a:pPr>
            <a:r>
              <a:rPr dirty="0" sz="1900">
                <a:latin typeface="Arial"/>
                <a:cs typeface="Arial"/>
              </a:rPr>
              <a:t>MC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bus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integration</a:t>
            </a:r>
            <a:r>
              <a:rPr dirty="0" sz="1900" spc="-2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with</a:t>
            </a:r>
            <a:r>
              <a:rPr dirty="0" sz="1900" spc="-35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VFIO</a:t>
            </a:r>
            <a:endParaRPr sz="1900">
              <a:latin typeface="Arial"/>
              <a:cs typeface="Arial"/>
            </a:endParaRPr>
          </a:p>
          <a:p>
            <a:pPr lvl="1" marL="581660" indent="-167005">
              <a:lnSpc>
                <a:spcPct val="100000"/>
              </a:lnSpc>
              <a:spcBef>
                <a:spcPts val="470"/>
              </a:spcBef>
              <a:buSzPct val="78947"/>
              <a:buFont typeface="Wingdings"/>
              <a:buChar char=""/>
              <a:tabLst>
                <a:tab pos="581660" algn="l"/>
              </a:tabLst>
            </a:pPr>
            <a:r>
              <a:rPr dirty="0" sz="1900">
                <a:latin typeface="Arial"/>
                <a:cs typeface="Arial"/>
              </a:rPr>
              <a:t>Device</a:t>
            </a:r>
            <a:r>
              <a:rPr dirty="0" sz="1900" spc="-65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reset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8358" y="5146040"/>
            <a:ext cx="52882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95"/>
              </a:spcBef>
              <a:buClr>
                <a:srgbClr val="252525"/>
              </a:buClr>
              <a:buSzPct val="79545"/>
              <a:buChar char="•"/>
              <a:tabLst>
                <a:tab pos="245745" algn="l"/>
              </a:tabLst>
            </a:pPr>
            <a:r>
              <a:rPr dirty="0" sz="2200">
                <a:latin typeface="Arial"/>
                <a:cs typeface="Arial"/>
              </a:rPr>
              <a:t>DPAA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secured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with</a:t>
            </a:r>
            <a:r>
              <a:rPr dirty="0" sz="2200" spc="-3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Authorization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Tables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373873" y="1617725"/>
            <a:ext cx="3200400" cy="3564890"/>
          </a:xfrm>
          <a:custGeom>
            <a:avLst/>
            <a:gdLst/>
            <a:ahLst/>
            <a:cxnLst/>
            <a:rect l="l" t="t" r="r" b="b"/>
            <a:pathLst>
              <a:path w="3200400" h="3564890">
                <a:moveTo>
                  <a:pt x="0" y="3564636"/>
                </a:moveTo>
                <a:lnTo>
                  <a:pt x="3200400" y="3564636"/>
                </a:lnTo>
                <a:lnTo>
                  <a:pt x="3200400" y="0"/>
                </a:lnTo>
                <a:lnTo>
                  <a:pt x="0" y="0"/>
                </a:lnTo>
                <a:lnTo>
                  <a:pt x="0" y="3564636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452106" y="1643888"/>
            <a:ext cx="808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latin typeface="Arial"/>
                <a:cs typeface="Arial"/>
              </a:rPr>
              <a:t>DPAA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953436" y="4954460"/>
            <a:ext cx="1039494" cy="462280"/>
            <a:chOff x="8953436" y="4954460"/>
            <a:chExt cx="1039494" cy="462280"/>
          </a:xfrm>
        </p:grpSpPr>
        <p:sp>
          <p:nvSpPr>
            <p:cNvPr id="9" name="object 9" descr=""/>
            <p:cNvSpPr/>
            <p:nvPr/>
          </p:nvSpPr>
          <p:spPr>
            <a:xfrm>
              <a:off x="8966453" y="4967477"/>
              <a:ext cx="1013460" cy="436245"/>
            </a:xfrm>
            <a:custGeom>
              <a:avLst/>
              <a:gdLst/>
              <a:ahLst/>
              <a:cxnLst/>
              <a:rect l="l" t="t" r="r" b="b"/>
              <a:pathLst>
                <a:path w="1013459" h="436245">
                  <a:moveTo>
                    <a:pt x="1013459" y="0"/>
                  </a:moveTo>
                  <a:lnTo>
                    <a:pt x="0" y="0"/>
                  </a:lnTo>
                  <a:lnTo>
                    <a:pt x="0" y="435864"/>
                  </a:lnTo>
                  <a:lnTo>
                    <a:pt x="1013459" y="435864"/>
                  </a:lnTo>
                  <a:lnTo>
                    <a:pt x="1013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966453" y="4967477"/>
              <a:ext cx="1013460" cy="436245"/>
            </a:xfrm>
            <a:custGeom>
              <a:avLst/>
              <a:gdLst/>
              <a:ahLst/>
              <a:cxnLst/>
              <a:rect l="l" t="t" r="r" b="b"/>
              <a:pathLst>
                <a:path w="1013459" h="436245">
                  <a:moveTo>
                    <a:pt x="0" y="435864"/>
                  </a:moveTo>
                  <a:lnTo>
                    <a:pt x="1013459" y="435864"/>
                  </a:lnTo>
                  <a:lnTo>
                    <a:pt x="1013459" y="0"/>
                  </a:lnTo>
                  <a:lnTo>
                    <a:pt x="0" y="0"/>
                  </a:lnTo>
                  <a:lnTo>
                    <a:pt x="0" y="43586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979407" y="5029580"/>
            <a:ext cx="980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ACC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8877236" y="1287716"/>
            <a:ext cx="1019810" cy="463550"/>
            <a:chOff x="8877236" y="1287716"/>
            <a:chExt cx="1019810" cy="463550"/>
          </a:xfrm>
        </p:grpSpPr>
        <p:sp>
          <p:nvSpPr>
            <p:cNvPr id="13" name="object 13" descr=""/>
            <p:cNvSpPr/>
            <p:nvPr/>
          </p:nvSpPr>
          <p:spPr>
            <a:xfrm>
              <a:off x="8890253" y="1300733"/>
              <a:ext cx="993775" cy="437515"/>
            </a:xfrm>
            <a:custGeom>
              <a:avLst/>
              <a:gdLst/>
              <a:ahLst/>
              <a:cxnLst/>
              <a:rect l="l" t="t" r="r" b="b"/>
              <a:pathLst>
                <a:path w="993775" h="437514">
                  <a:moveTo>
                    <a:pt x="993648" y="0"/>
                  </a:moveTo>
                  <a:lnTo>
                    <a:pt x="0" y="0"/>
                  </a:lnTo>
                  <a:lnTo>
                    <a:pt x="0" y="437388"/>
                  </a:lnTo>
                  <a:lnTo>
                    <a:pt x="993648" y="437388"/>
                  </a:lnTo>
                  <a:lnTo>
                    <a:pt x="9936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890253" y="1300733"/>
              <a:ext cx="993775" cy="437515"/>
            </a:xfrm>
            <a:custGeom>
              <a:avLst/>
              <a:gdLst/>
              <a:ahLst/>
              <a:cxnLst/>
              <a:rect l="l" t="t" r="r" b="b"/>
              <a:pathLst>
                <a:path w="993775" h="437514">
                  <a:moveTo>
                    <a:pt x="0" y="437388"/>
                  </a:moveTo>
                  <a:lnTo>
                    <a:pt x="993648" y="437388"/>
                  </a:lnTo>
                  <a:lnTo>
                    <a:pt x="993648" y="0"/>
                  </a:lnTo>
                  <a:lnTo>
                    <a:pt x="0" y="0"/>
                  </a:lnTo>
                  <a:lnTo>
                    <a:pt x="0" y="43738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8903207" y="1362836"/>
            <a:ext cx="967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GPP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132256" y="2749232"/>
            <a:ext cx="3662679" cy="1227455"/>
            <a:chOff x="7132256" y="2749232"/>
            <a:chExt cx="3662679" cy="1227455"/>
          </a:xfrm>
        </p:grpSpPr>
        <p:sp>
          <p:nvSpPr>
            <p:cNvPr id="17" name="object 17" descr=""/>
            <p:cNvSpPr/>
            <p:nvPr/>
          </p:nvSpPr>
          <p:spPr>
            <a:xfrm>
              <a:off x="7145273" y="2786634"/>
              <a:ext cx="436245" cy="1176655"/>
            </a:xfrm>
            <a:custGeom>
              <a:avLst/>
              <a:gdLst/>
              <a:ahLst/>
              <a:cxnLst/>
              <a:rect l="l" t="t" r="r" b="b"/>
              <a:pathLst>
                <a:path w="436245" h="1176654">
                  <a:moveTo>
                    <a:pt x="435864" y="0"/>
                  </a:moveTo>
                  <a:lnTo>
                    <a:pt x="0" y="0"/>
                  </a:lnTo>
                  <a:lnTo>
                    <a:pt x="0" y="1176527"/>
                  </a:lnTo>
                  <a:lnTo>
                    <a:pt x="435864" y="1176527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145273" y="2786634"/>
              <a:ext cx="436245" cy="1176655"/>
            </a:xfrm>
            <a:custGeom>
              <a:avLst/>
              <a:gdLst/>
              <a:ahLst/>
              <a:cxnLst/>
              <a:rect l="l" t="t" r="r" b="b"/>
              <a:pathLst>
                <a:path w="436245" h="1176654">
                  <a:moveTo>
                    <a:pt x="0" y="1176527"/>
                  </a:moveTo>
                  <a:lnTo>
                    <a:pt x="435864" y="1176527"/>
                  </a:lnTo>
                  <a:lnTo>
                    <a:pt x="435864" y="0"/>
                  </a:lnTo>
                  <a:lnTo>
                    <a:pt x="0" y="0"/>
                  </a:lnTo>
                  <a:lnTo>
                    <a:pt x="0" y="1176527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345673" y="2762250"/>
              <a:ext cx="436245" cy="1164590"/>
            </a:xfrm>
            <a:custGeom>
              <a:avLst/>
              <a:gdLst/>
              <a:ahLst/>
              <a:cxnLst/>
              <a:rect l="l" t="t" r="r" b="b"/>
              <a:pathLst>
                <a:path w="436245" h="1164589">
                  <a:moveTo>
                    <a:pt x="435864" y="0"/>
                  </a:moveTo>
                  <a:lnTo>
                    <a:pt x="0" y="0"/>
                  </a:lnTo>
                  <a:lnTo>
                    <a:pt x="0" y="1164336"/>
                  </a:lnTo>
                  <a:lnTo>
                    <a:pt x="435864" y="1164336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345673" y="2762250"/>
              <a:ext cx="436245" cy="1164590"/>
            </a:xfrm>
            <a:custGeom>
              <a:avLst/>
              <a:gdLst/>
              <a:ahLst/>
              <a:cxnLst/>
              <a:rect l="l" t="t" r="r" b="b"/>
              <a:pathLst>
                <a:path w="436245" h="1164589">
                  <a:moveTo>
                    <a:pt x="0" y="1164336"/>
                  </a:moveTo>
                  <a:lnTo>
                    <a:pt x="435864" y="1164336"/>
                  </a:lnTo>
                  <a:lnTo>
                    <a:pt x="435864" y="0"/>
                  </a:lnTo>
                  <a:lnTo>
                    <a:pt x="0" y="0"/>
                  </a:lnTo>
                  <a:lnTo>
                    <a:pt x="0" y="116433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0417245" y="2921000"/>
            <a:ext cx="281305" cy="85026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1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877236" y="1764728"/>
            <a:ext cx="1019810" cy="722630"/>
            <a:chOff x="8877236" y="1764728"/>
            <a:chExt cx="1019810" cy="722630"/>
          </a:xfrm>
        </p:grpSpPr>
        <p:sp>
          <p:nvSpPr>
            <p:cNvPr id="23" name="object 23" descr=""/>
            <p:cNvSpPr/>
            <p:nvPr/>
          </p:nvSpPr>
          <p:spPr>
            <a:xfrm>
              <a:off x="8890253" y="1777746"/>
              <a:ext cx="993775" cy="696595"/>
            </a:xfrm>
            <a:custGeom>
              <a:avLst/>
              <a:gdLst/>
              <a:ahLst/>
              <a:cxnLst/>
              <a:rect l="l" t="t" r="r" b="b"/>
              <a:pathLst>
                <a:path w="993775" h="696594">
                  <a:moveTo>
                    <a:pt x="993648" y="0"/>
                  </a:moveTo>
                  <a:lnTo>
                    <a:pt x="0" y="0"/>
                  </a:lnTo>
                  <a:lnTo>
                    <a:pt x="0" y="696467"/>
                  </a:lnTo>
                  <a:lnTo>
                    <a:pt x="993648" y="696467"/>
                  </a:lnTo>
                  <a:lnTo>
                    <a:pt x="993648" y="0"/>
                  </a:lnTo>
                  <a:close/>
                </a:path>
              </a:pathLst>
            </a:custGeom>
            <a:solidFill>
              <a:srgbClr val="AFD0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890253" y="1777746"/>
              <a:ext cx="993775" cy="696595"/>
            </a:xfrm>
            <a:custGeom>
              <a:avLst/>
              <a:gdLst/>
              <a:ahLst/>
              <a:cxnLst/>
              <a:rect l="l" t="t" r="r" b="b"/>
              <a:pathLst>
                <a:path w="993775" h="696594">
                  <a:moveTo>
                    <a:pt x="0" y="696467"/>
                  </a:moveTo>
                  <a:lnTo>
                    <a:pt x="993648" y="696467"/>
                  </a:lnTo>
                  <a:lnTo>
                    <a:pt x="993648" y="0"/>
                  </a:lnTo>
                  <a:lnTo>
                    <a:pt x="0" y="0"/>
                  </a:lnTo>
                  <a:lnTo>
                    <a:pt x="0" y="696467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9101073" y="1804161"/>
            <a:ext cx="572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MMU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8953436" y="4184840"/>
            <a:ext cx="1031875" cy="755015"/>
            <a:chOff x="8953436" y="4184840"/>
            <a:chExt cx="1031875" cy="755015"/>
          </a:xfrm>
        </p:grpSpPr>
        <p:sp>
          <p:nvSpPr>
            <p:cNvPr id="27" name="object 27" descr=""/>
            <p:cNvSpPr/>
            <p:nvPr/>
          </p:nvSpPr>
          <p:spPr>
            <a:xfrm>
              <a:off x="8966453" y="4197858"/>
              <a:ext cx="1005840" cy="728980"/>
            </a:xfrm>
            <a:custGeom>
              <a:avLst/>
              <a:gdLst/>
              <a:ahLst/>
              <a:cxnLst/>
              <a:rect l="l" t="t" r="r" b="b"/>
              <a:pathLst>
                <a:path w="1005840" h="728979">
                  <a:moveTo>
                    <a:pt x="1005840" y="0"/>
                  </a:moveTo>
                  <a:lnTo>
                    <a:pt x="0" y="0"/>
                  </a:lnTo>
                  <a:lnTo>
                    <a:pt x="0" y="728471"/>
                  </a:lnTo>
                  <a:lnTo>
                    <a:pt x="1005840" y="728471"/>
                  </a:lnTo>
                  <a:lnTo>
                    <a:pt x="1005840" y="0"/>
                  </a:lnTo>
                  <a:close/>
                </a:path>
              </a:pathLst>
            </a:custGeom>
            <a:solidFill>
              <a:srgbClr val="AFD0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966453" y="4197858"/>
              <a:ext cx="1005840" cy="728980"/>
            </a:xfrm>
            <a:custGeom>
              <a:avLst/>
              <a:gdLst/>
              <a:ahLst/>
              <a:cxnLst/>
              <a:rect l="l" t="t" r="r" b="b"/>
              <a:pathLst>
                <a:path w="1005840" h="728979">
                  <a:moveTo>
                    <a:pt x="0" y="728471"/>
                  </a:moveTo>
                  <a:lnTo>
                    <a:pt x="1005840" y="728471"/>
                  </a:lnTo>
                  <a:lnTo>
                    <a:pt x="1005840" y="0"/>
                  </a:lnTo>
                  <a:lnTo>
                    <a:pt x="0" y="0"/>
                  </a:lnTo>
                  <a:lnTo>
                    <a:pt x="0" y="72847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9063608" y="4588002"/>
            <a:ext cx="813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IOMMU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7615364" y="825944"/>
            <a:ext cx="1824355" cy="3150235"/>
            <a:chOff x="7615364" y="825944"/>
            <a:chExt cx="1824355" cy="3150235"/>
          </a:xfrm>
        </p:grpSpPr>
        <p:sp>
          <p:nvSpPr>
            <p:cNvPr id="31" name="object 31" descr=""/>
            <p:cNvSpPr/>
            <p:nvPr/>
          </p:nvSpPr>
          <p:spPr>
            <a:xfrm>
              <a:off x="7628382" y="2786633"/>
              <a:ext cx="935990" cy="1176655"/>
            </a:xfrm>
            <a:custGeom>
              <a:avLst/>
              <a:gdLst/>
              <a:ahLst/>
              <a:cxnLst/>
              <a:rect l="l" t="t" r="r" b="b"/>
              <a:pathLst>
                <a:path w="935990" h="1176654">
                  <a:moveTo>
                    <a:pt x="935735" y="0"/>
                  </a:moveTo>
                  <a:lnTo>
                    <a:pt x="0" y="0"/>
                  </a:lnTo>
                  <a:lnTo>
                    <a:pt x="0" y="1176527"/>
                  </a:lnTo>
                  <a:lnTo>
                    <a:pt x="935735" y="1176527"/>
                  </a:lnTo>
                  <a:lnTo>
                    <a:pt x="935735" y="0"/>
                  </a:lnTo>
                  <a:close/>
                </a:path>
              </a:pathLst>
            </a:custGeom>
            <a:solidFill>
              <a:srgbClr val="AFD0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628382" y="2786633"/>
              <a:ext cx="935990" cy="1176655"/>
            </a:xfrm>
            <a:custGeom>
              <a:avLst/>
              <a:gdLst/>
              <a:ahLst/>
              <a:cxnLst/>
              <a:rect l="l" t="t" r="r" b="b"/>
              <a:pathLst>
                <a:path w="935990" h="1176654">
                  <a:moveTo>
                    <a:pt x="0" y="1176527"/>
                  </a:moveTo>
                  <a:lnTo>
                    <a:pt x="935735" y="1176527"/>
                  </a:lnTo>
                  <a:lnTo>
                    <a:pt x="935735" y="0"/>
                  </a:lnTo>
                  <a:lnTo>
                    <a:pt x="0" y="0"/>
                  </a:lnTo>
                  <a:lnTo>
                    <a:pt x="0" y="1176527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846058" y="838962"/>
              <a:ext cx="581025" cy="309880"/>
            </a:xfrm>
            <a:custGeom>
              <a:avLst/>
              <a:gdLst/>
              <a:ahLst/>
              <a:cxnLst/>
              <a:rect l="l" t="t" r="r" b="b"/>
              <a:pathLst>
                <a:path w="581025" h="309880">
                  <a:moveTo>
                    <a:pt x="290322" y="0"/>
                  </a:moveTo>
                  <a:lnTo>
                    <a:pt x="231794" y="3141"/>
                  </a:lnTo>
                  <a:lnTo>
                    <a:pt x="177290" y="12150"/>
                  </a:lnTo>
                  <a:lnTo>
                    <a:pt x="127973" y="26407"/>
                  </a:lnTo>
                  <a:lnTo>
                    <a:pt x="85010" y="45291"/>
                  </a:lnTo>
                  <a:lnTo>
                    <a:pt x="49566" y="68181"/>
                  </a:lnTo>
                  <a:lnTo>
                    <a:pt x="5895" y="123499"/>
                  </a:lnTo>
                  <a:lnTo>
                    <a:pt x="0" y="154686"/>
                  </a:lnTo>
                  <a:lnTo>
                    <a:pt x="5895" y="185872"/>
                  </a:lnTo>
                  <a:lnTo>
                    <a:pt x="49566" y="241190"/>
                  </a:lnTo>
                  <a:lnTo>
                    <a:pt x="85010" y="264080"/>
                  </a:lnTo>
                  <a:lnTo>
                    <a:pt x="127973" y="282964"/>
                  </a:lnTo>
                  <a:lnTo>
                    <a:pt x="177290" y="297221"/>
                  </a:lnTo>
                  <a:lnTo>
                    <a:pt x="231794" y="306230"/>
                  </a:lnTo>
                  <a:lnTo>
                    <a:pt x="290322" y="309372"/>
                  </a:lnTo>
                  <a:lnTo>
                    <a:pt x="348849" y="306230"/>
                  </a:lnTo>
                  <a:lnTo>
                    <a:pt x="403353" y="297221"/>
                  </a:lnTo>
                  <a:lnTo>
                    <a:pt x="452670" y="282964"/>
                  </a:lnTo>
                  <a:lnTo>
                    <a:pt x="495633" y="264080"/>
                  </a:lnTo>
                  <a:lnTo>
                    <a:pt x="531077" y="241190"/>
                  </a:lnTo>
                  <a:lnTo>
                    <a:pt x="574748" y="185872"/>
                  </a:lnTo>
                  <a:lnTo>
                    <a:pt x="580644" y="154686"/>
                  </a:lnTo>
                  <a:lnTo>
                    <a:pt x="574748" y="123499"/>
                  </a:lnTo>
                  <a:lnTo>
                    <a:pt x="531077" y="68181"/>
                  </a:lnTo>
                  <a:lnTo>
                    <a:pt x="495633" y="45291"/>
                  </a:lnTo>
                  <a:lnTo>
                    <a:pt x="452670" y="26407"/>
                  </a:lnTo>
                  <a:lnTo>
                    <a:pt x="403353" y="12150"/>
                  </a:lnTo>
                  <a:lnTo>
                    <a:pt x="348849" y="3141"/>
                  </a:lnTo>
                  <a:lnTo>
                    <a:pt x="290322" y="0"/>
                  </a:lnTo>
                  <a:close/>
                </a:path>
              </a:pathLst>
            </a:custGeom>
            <a:solidFill>
              <a:srgbClr val="FFE1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846058" y="838962"/>
              <a:ext cx="581025" cy="309880"/>
            </a:xfrm>
            <a:custGeom>
              <a:avLst/>
              <a:gdLst/>
              <a:ahLst/>
              <a:cxnLst/>
              <a:rect l="l" t="t" r="r" b="b"/>
              <a:pathLst>
                <a:path w="581025" h="309880">
                  <a:moveTo>
                    <a:pt x="0" y="154686"/>
                  </a:moveTo>
                  <a:lnTo>
                    <a:pt x="22806" y="94458"/>
                  </a:lnTo>
                  <a:lnTo>
                    <a:pt x="85010" y="45291"/>
                  </a:lnTo>
                  <a:lnTo>
                    <a:pt x="127973" y="26407"/>
                  </a:lnTo>
                  <a:lnTo>
                    <a:pt x="177290" y="12150"/>
                  </a:lnTo>
                  <a:lnTo>
                    <a:pt x="231794" y="3141"/>
                  </a:lnTo>
                  <a:lnTo>
                    <a:pt x="290322" y="0"/>
                  </a:lnTo>
                  <a:lnTo>
                    <a:pt x="348849" y="3141"/>
                  </a:lnTo>
                  <a:lnTo>
                    <a:pt x="403353" y="12150"/>
                  </a:lnTo>
                  <a:lnTo>
                    <a:pt x="452670" y="26407"/>
                  </a:lnTo>
                  <a:lnTo>
                    <a:pt x="495633" y="45291"/>
                  </a:lnTo>
                  <a:lnTo>
                    <a:pt x="531077" y="68181"/>
                  </a:lnTo>
                  <a:lnTo>
                    <a:pt x="574748" y="123499"/>
                  </a:lnTo>
                  <a:lnTo>
                    <a:pt x="580644" y="154686"/>
                  </a:lnTo>
                  <a:lnTo>
                    <a:pt x="574748" y="185872"/>
                  </a:lnTo>
                  <a:lnTo>
                    <a:pt x="531077" y="241190"/>
                  </a:lnTo>
                  <a:lnTo>
                    <a:pt x="495633" y="264080"/>
                  </a:lnTo>
                  <a:lnTo>
                    <a:pt x="452670" y="282964"/>
                  </a:lnTo>
                  <a:lnTo>
                    <a:pt x="403353" y="297221"/>
                  </a:lnTo>
                  <a:lnTo>
                    <a:pt x="348849" y="306230"/>
                  </a:lnTo>
                  <a:lnTo>
                    <a:pt x="290322" y="309372"/>
                  </a:lnTo>
                  <a:lnTo>
                    <a:pt x="231794" y="306230"/>
                  </a:lnTo>
                  <a:lnTo>
                    <a:pt x="177290" y="297221"/>
                  </a:lnTo>
                  <a:lnTo>
                    <a:pt x="127973" y="282964"/>
                  </a:lnTo>
                  <a:lnTo>
                    <a:pt x="85010" y="264080"/>
                  </a:lnTo>
                  <a:lnTo>
                    <a:pt x="49566" y="241190"/>
                  </a:lnTo>
                  <a:lnTo>
                    <a:pt x="5895" y="185872"/>
                  </a:lnTo>
                  <a:lnTo>
                    <a:pt x="0" y="15468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9020936" y="916939"/>
            <a:ext cx="230504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0">
                <a:latin typeface="Arial"/>
                <a:cs typeface="Arial"/>
              </a:rPr>
              <a:t>ICID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9133268" y="880808"/>
            <a:ext cx="607060" cy="334010"/>
            <a:chOff x="9133268" y="880808"/>
            <a:chExt cx="607060" cy="334010"/>
          </a:xfrm>
        </p:grpSpPr>
        <p:sp>
          <p:nvSpPr>
            <p:cNvPr id="37" name="object 37" descr=""/>
            <p:cNvSpPr/>
            <p:nvPr/>
          </p:nvSpPr>
          <p:spPr>
            <a:xfrm>
              <a:off x="9146286" y="893826"/>
              <a:ext cx="581025" cy="307975"/>
            </a:xfrm>
            <a:custGeom>
              <a:avLst/>
              <a:gdLst/>
              <a:ahLst/>
              <a:cxnLst/>
              <a:rect l="l" t="t" r="r" b="b"/>
              <a:pathLst>
                <a:path w="581025" h="307975">
                  <a:moveTo>
                    <a:pt x="290322" y="0"/>
                  </a:moveTo>
                  <a:lnTo>
                    <a:pt x="231794" y="3129"/>
                  </a:lnTo>
                  <a:lnTo>
                    <a:pt x="177290" y="12102"/>
                  </a:lnTo>
                  <a:lnTo>
                    <a:pt x="127973" y="26300"/>
                  </a:lnTo>
                  <a:lnTo>
                    <a:pt x="85010" y="45100"/>
                  </a:lnTo>
                  <a:lnTo>
                    <a:pt x="49566" y="67884"/>
                  </a:lnTo>
                  <a:lnTo>
                    <a:pt x="5895" y="122916"/>
                  </a:lnTo>
                  <a:lnTo>
                    <a:pt x="0" y="153924"/>
                  </a:lnTo>
                  <a:lnTo>
                    <a:pt x="5895" y="184931"/>
                  </a:lnTo>
                  <a:lnTo>
                    <a:pt x="49566" y="239963"/>
                  </a:lnTo>
                  <a:lnTo>
                    <a:pt x="85010" y="262747"/>
                  </a:lnTo>
                  <a:lnTo>
                    <a:pt x="127973" y="281547"/>
                  </a:lnTo>
                  <a:lnTo>
                    <a:pt x="177290" y="295745"/>
                  </a:lnTo>
                  <a:lnTo>
                    <a:pt x="231794" y="304718"/>
                  </a:lnTo>
                  <a:lnTo>
                    <a:pt x="290322" y="307848"/>
                  </a:lnTo>
                  <a:lnTo>
                    <a:pt x="348849" y="304718"/>
                  </a:lnTo>
                  <a:lnTo>
                    <a:pt x="403353" y="295745"/>
                  </a:lnTo>
                  <a:lnTo>
                    <a:pt x="452670" y="281547"/>
                  </a:lnTo>
                  <a:lnTo>
                    <a:pt x="495633" y="262747"/>
                  </a:lnTo>
                  <a:lnTo>
                    <a:pt x="531077" y="239963"/>
                  </a:lnTo>
                  <a:lnTo>
                    <a:pt x="574748" y="184931"/>
                  </a:lnTo>
                  <a:lnTo>
                    <a:pt x="580644" y="153924"/>
                  </a:lnTo>
                  <a:lnTo>
                    <a:pt x="574748" y="122916"/>
                  </a:lnTo>
                  <a:lnTo>
                    <a:pt x="531077" y="67884"/>
                  </a:lnTo>
                  <a:lnTo>
                    <a:pt x="495633" y="45100"/>
                  </a:lnTo>
                  <a:lnTo>
                    <a:pt x="452670" y="26300"/>
                  </a:lnTo>
                  <a:lnTo>
                    <a:pt x="403353" y="12102"/>
                  </a:lnTo>
                  <a:lnTo>
                    <a:pt x="348849" y="3129"/>
                  </a:lnTo>
                  <a:lnTo>
                    <a:pt x="290322" y="0"/>
                  </a:lnTo>
                  <a:close/>
                </a:path>
              </a:pathLst>
            </a:custGeom>
            <a:solidFill>
              <a:srgbClr val="FFE1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146286" y="893826"/>
              <a:ext cx="581025" cy="307975"/>
            </a:xfrm>
            <a:custGeom>
              <a:avLst/>
              <a:gdLst/>
              <a:ahLst/>
              <a:cxnLst/>
              <a:rect l="l" t="t" r="r" b="b"/>
              <a:pathLst>
                <a:path w="581025" h="307975">
                  <a:moveTo>
                    <a:pt x="0" y="153924"/>
                  </a:moveTo>
                  <a:lnTo>
                    <a:pt x="22806" y="94029"/>
                  </a:lnTo>
                  <a:lnTo>
                    <a:pt x="85010" y="45100"/>
                  </a:lnTo>
                  <a:lnTo>
                    <a:pt x="127973" y="26300"/>
                  </a:lnTo>
                  <a:lnTo>
                    <a:pt x="177290" y="12102"/>
                  </a:lnTo>
                  <a:lnTo>
                    <a:pt x="231794" y="3129"/>
                  </a:lnTo>
                  <a:lnTo>
                    <a:pt x="290322" y="0"/>
                  </a:lnTo>
                  <a:lnTo>
                    <a:pt x="348849" y="3129"/>
                  </a:lnTo>
                  <a:lnTo>
                    <a:pt x="403353" y="12102"/>
                  </a:lnTo>
                  <a:lnTo>
                    <a:pt x="452670" y="26300"/>
                  </a:lnTo>
                  <a:lnTo>
                    <a:pt x="495633" y="45100"/>
                  </a:lnTo>
                  <a:lnTo>
                    <a:pt x="531077" y="67884"/>
                  </a:lnTo>
                  <a:lnTo>
                    <a:pt x="574748" y="122916"/>
                  </a:lnTo>
                  <a:lnTo>
                    <a:pt x="580644" y="153924"/>
                  </a:lnTo>
                  <a:lnTo>
                    <a:pt x="574748" y="184931"/>
                  </a:lnTo>
                  <a:lnTo>
                    <a:pt x="531077" y="239963"/>
                  </a:lnTo>
                  <a:lnTo>
                    <a:pt x="495633" y="262747"/>
                  </a:lnTo>
                  <a:lnTo>
                    <a:pt x="452670" y="281547"/>
                  </a:lnTo>
                  <a:lnTo>
                    <a:pt x="403353" y="295745"/>
                  </a:lnTo>
                  <a:lnTo>
                    <a:pt x="348849" y="304718"/>
                  </a:lnTo>
                  <a:lnTo>
                    <a:pt x="290322" y="307848"/>
                  </a:lnTo>
                  <a:lnTo>
                    <a:pt x="231794" y="304718"/>
                  </a:lnTo>
                  <a:lnTo>
                    <a:pt x="177290" y="295745"/>
                  </a:lnTo>
                  <a:lnTo>
                    <a:pt x="127973" y="281547"/>
                  </a:lnTo>
                  <a:lnTo>
                    <a:pt x="85010" y="262747"/>
                  </a:lnTo>
                  <a:lnTo>
                    <a:pt x="49566" y="239963"/>
                  </a:lnTo>
                  <a:lnTo>
                    <a:pt x="5895" y="184931"/>
                  </a:lnTo>
                  <a:lnTo>
                    <a:pt x="0" y="153924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9321545" y="970533"/>
            <a:ext cx="230504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0">
                <a:latin typeface="Arial"/>
                <a:cs typeface="Arial"/>
              </a:rPr>
              <a:t>ICID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9433496" y="921956"/>
            <a:ext cx="607060" cy="334010"/>
            <a:chOff x="9433496" y="921956"/>
            <a:chExt cx="607060" cy="334010"/>
          </a:xfrm>
        </p:grpSpPr>
        <p:sp>
          <p:nvSpPr>
            <p:cNvPr id="41" name="object 41" descr=""/>
            <p:cNvSpPr/>
            <p:nvPr/>
          </p:nvSpPr>
          <p:spPr>
            <a:xfrm>
              <a:off x="9446513" y="934974"/>
              <a:ext cx="581025" cy="307975"/>
            </a:xfrm>
            <a:custGeom>
              <a:avLst/>
              <a:gdLst/>
              <a:ahLst/>
              <a:cxnLst/>
              <a:rect l="l" t="t" r="r" b="b"/>
              <a:pathLst>
                <a:path w="581025" h="307975">
                  <a:moveTo>
                    <a:pt x="290321" y="0"/>
                  </a:moveTo>
                  <a:lnTo>
                    <a:pt x="231794" y="3129"/>
                  </a:lnTo>
                  <a:lnTo>
                    <a:pt x="177290" y="12102"/>
                  </a:lnTo>
                  <a:lnTo>
                    <a:pt x="127973" y="26300"/>
                  </a:lnTo>
                  <a:lnTo>
                    <a:pt x="85010" y="45100"/>
                  </a:lnTo>
                  <a:lnTo>
                    <a:pt x="49566" y="67884"/>
                  </a:lnTo>
                  <a:lnTo>
                    <a:pt x="5895" y="122916"/>
                  </a:lnTo>
                  <a:lnTo>
                    <a:pt x="0" y="153924"/>
                  </a:lnTo>
                  <a:lnTo>
                    <a:pt x="5895" y="184931"/>
                  </a:lnTo>
                  <a:lnTo>
                    <a:pt x="49566" y="239963"/>
                  </a:lnTo>
                  <a:lnTo>
                    <a:pt x="85010" y="262747"/>
                  </a:lnTo>
                  <a:lnTo>
                    <a:pt x="127973" y="281547"/>
                  </a:lnTo>
                  <a:lnTo>
                    <a:pt x="177290" y="295745"/>
                  </a:lnTo>
                  <a:lnTo>
                    <a:pt x="231794" y="304718"/>
                  </a:lnTo>
                  <a:lnTo>
                    <a:pt x="290321" y="307848"/>
                  </a:lnTo>
                  <a:lnTo>
                    <a:pt x="348849" y="304718"/>
                  </a:lnTo>
                  <a:lnTo>
                    <a:pt x="403353" y="295745"/>
                  </a:lnTo>
                  <a:lnTo>
                    <a:pt x="452670" y="281547"/>
                  </a:lnTo>
                  <a:lnTo>
                    <a:pt x="495633" y="262747"/>
                  </a:lnTo>
                  <a:lnTo>
                    <a:pt x="531077" y="239963"/>
                  </a:lnTo>
                  <a:lnTo>
                    <a:pt x="574748" y="184931"/>
                  </a:lnTo>
                  <a:lnTo>
                    <a:pt x="580643" y="153924"/>
                  </a:lnTo>
                  <a:lnTo>
                    <a:pt x="574748" y="122916"/>
                  </a:lnTo>
                  <a:lnTo>
                    <a:pt x="531077" y="67884"/>
                  </a:lnTo>
                  <a:lnTo>
                    <a:pt x="495633" y="45100"/>
                  </a:lnTo>
                  <a:lnTo>
                    <a:pt x="452670" y="26300"/>
                  </a:lnTo>
                  <a:lnTo>
                    <a:pt x="403353" y="12102"/>
                  </a:lnTo>
                  <a:lnTo>
                    <a:pt x="348849" y="3129"/>
                  </a:lnTo>
                  <a:lnTo>
                    <a:pt x="290321" y="0"/>
                  </a:lnTo>
                  <a:close/>
                </a:path>
              </a:pathLst>
            </a:custGeom>
            <a:solidFill>
              <a:srgbClr val="FFE1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446513" y="934974"/>
              <a:ext cx="581025" cy="307975"/>
            </a:xfrm>
            <a:custGeom>
              <a:avLst/>
              <a:gdLst/>
              <a:ahLst/>
              <a:cxnLst/>
              <a:rect l="l" t="t" r="r" b="b"/>
              <a:pathLst>
                <a:path w="581025" h="307975">
                  <a:moveTo>
                    <a:pt x="0" y="153924"/>
                  </a:moveTo>
                  <a:lnTo>
                    <a:pt x="22806" y="94029"/>
                  </a:lnTo>
                  <a:lnTo>
                    <a:pt x="85010" y="45100"/>
                  </a:lnTo>
                  <a:lnTo>
                    <a:pt x="127973" y="26300"/>
                  </a:lnTo>
                  <a:lnTo>
                    <a:pt x="177290" y="12102"/>
                  </a:lnTo>
                  <a:lnTo>
                    <a:pt x="231794" y="3129"/>
                  </a:lnTo>
                  <a:lnTo>
                    <a:pt x="290321" y="0"/>
                  </a:lnTo>
                  <a:lnTo>
                    <a:pt x="348849" y="3129"/>
                  </a:lnTo>
                  <a:lnTo>
                    <a:pt x="403353" y="12102"/>
                  </a:lnTo>
                  <a:lnTo>
                    <a:pt x="452670" y="26300"/>
                  </a:lnTo>
                  <a:lnTo>
                    <a:pt x="495633" y="45100"/>
                  </a:lnTo>
                  <a:lnTo>
                    <a:pt x="531077" y="67884"/>
                  </a:lnTo>
                  <a:lnTo>
                    <a:pt x="574748" y="122916"/>
                  </a:lnTo>
                  <a:lnTo>
                    <a:pt x="580643" y="153924"/>
                  </a:lnTo>
                  <a:lnTo>
                    <a:pt x="574748" y="184931"/>
                  </a:lnTo>
                  <a:lnTo>
                    <a:pt x="531077" y="239963"/>
                  </a:lnTo>
                  <a:lnTo>
                    <a:pt x="495633" y="262747"/>
                  </a:lnTo>
                  <a:lnTo>
                    <a:pt x="452670" y="281547"/>
                  </a:lnTo>
                  <a:lnTo>
                    <a:pt x="403353" y="295745"/>
                  </a:lnTo>
                  <a:lnTo>
                    <a:pt x="348849" y="304718"/>
                  </a:lnTo>
                  <a:lnTo>
                    <a:pt x="290321" y="307848"/>
                  </a:lnTo>
                  <a:lnTo>
                    <a:pt x="231794" y="304718"/>
                  </a:lnTo>
                  <a:lnTo>
                    <a:pt x="177290" y="295745"/>
                  </a:lnTo>
                  <a:lnTo>
                    <a:pt x="127973" y="281547"/>
                  </a:lnTo>
                  <a:lnTo>
                    <a:pt x="85010" y="262747"/>
                  </a:lnTo>
                  <a:lnTo>
                    <a:pt x="49566" y="239963"/>
                  </a:lnTo>
                  <a:lnTo>
                    <a:pt x="5895" y="184931"/>
                  </a:lnTo>
                  <a:lnTo>
                    <a:pt x="0" y="15392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9622281" y="1011682"/>
            <a:ext cx="230504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0">
                <a:latin typeface="Arial"/>
                <a:cs typeface="Arial"/>
              </a:rPr>
              <a:t>ICID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8909240" y="5452808"/>
            <a:ext cx="607060" cy="334010"/>
            <a:chOff x="8909240" y="5452808"/>
            <a:chExt cx="607060" cy="334010"/>
          </a:xfrm>
        </p:grpSpPr>
        <p:sp>
          <p:nvSpPr>
            <p:cNvPr id="45" name="object 45" descr=""/>
            <p:cNvSpPr/>
            <p:nvPr/>
          </p:nvSpPr>
          <p:spPr>
            <a:xfrm>
              <a:off x="8922258" y="5465826"/>
              <a:ext cx="581025" cy="307975"/>
            </a:xfrm>
            <a:custGeom>
              <a:avLst/>
              <a:gdLst/>
              <a:ahLst/>
              <a:cxnLst/>
              <a:rect l="l" t="t" r="r" b="b"/>
              <a:pathLst>
                <a:path w="581025" h="307975">
                  <a:moveTo>
                    <a:pt x="290322" y="0"/>
                  </a:moveTo>
                  <a:lnTo>
                    <a:pt x="231794" y="3129"/>
                  </a:lnTo>
                  <a:lnTo>
                    <a:pt x="177290" y="12102"/>
                  </a:lnTo>
                  <a:lnTo>
                    <a:pt x="127973" y="26300"/>
                  </a:lnTo>
                  <a:lnTo>
                    <a:pt x="85010" y="45100"/>
                  </a:lnTo>
                  <a:lnTo>
                    <a:pt x="49566" y="67884"/>
                  </a:lnTo>
                  <a:lnTo>
                    <a:pt x="5895" y="122916"/>
                  </a:lnTo>
                  <a:lnTo>
                    <a:pt x="0" y="153924"/>
                  </a:lnTo>
                  <a:lnTo>
                    <a:pt x="5895" y="184946"/>
                  </a:lnTo>
                  <a:lnTo>
                    <a:pt x="49566" y="239986"/>
                  </a:lnTo>
                  <a:lnTo>
                    <a:pt x="85010" y="262766"/>
                  </a:lnTo>
                  <a:lnTo>
                    <a:pt x="127973" y="281561"/>
                  </a:lnTo>
                  <a:lnTo>
                    <a:pt x="177290" y="295752"/>
                  </a:lnTo>
                  <a:lnTo>
                    <a:pt x="231794" y="304720"/>
                  </a:lnTo>
                  <a:lnTo>
                    <a:pt x="290322" y="307848"/>
                  </a:lnTo>
                  <a:lnTo>
                    <a:pt x="348849" y="304720"/>
                  </a:lnTo>
                  <a:lnTo>
                    <a:pt x="403353" y="295752"/>
                  </a:lnTo>
                  <a:lnTo>
                    <a:pt x="452670" y="281561"/>
                  </a:lnTo>
                  <a:lnTo>
                    <a:pt x="495633" y="262766"/>
                  </a:lnTo>
                  <a:lnTo>
                    <a:pt x="531077" y="239986"/>
                  </a:lnTo>
                  <a:lnTo>
                    <a:pt x="574748" y="184946"/>
                  </a:lnTo>
                  <a:lnTo>
                    <a:pt x="580644" y="153924"/>
                  </a:lnTo>
                  <a:lnTo>
                    <a:pt x="574748" y="122916"/>
                  </a:lnTo>
                  <a:lnTo>
                    <a:pt x="531077" y="67884"/>
                  </a:lnTo>
                  <a:lnTo>
                    <a:pt x="495633" y="45100"/>
                  </a:lnTo>
                  <a:lnTo>
                    <a:pt x="452670" y="26300"/>
                  </a:lnTo>
                  <a:lnTo>
                    <a:pt x="403353" y="12102"/>
                  </a:lnTo>
                  <a:lnTo>
                    <a:pt x="348849" y="3129"/>
                  </a:lnTo>
                  <a:lnTo>
                    <a:pt x="290322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8922258" y="5465826"/>
              <a:ext cx="581025" cy="307975"/>
            </a:xfrm>
            <a:custGeom>
              <a:avLst/>
              <a:gdLst/>
              <a:ahLst/>
              <a:cxnLst/>
              <a:rect l="l" t="t" r="r" b="b"/>
              <a:pathLst>
                <a:path w="581025" h="307975">
                  <a:moveTo>
                    <a:pt x="0" y="153924"/>
                  </a:moveTo>
                  <a:lnTo>
                    <a:pt x="22806" y="94029"/>
                  </a:lnTo>
                  <a:lnTo>
                    <a:pt x="85010" y="45100"/>
                  </a:lnTo>
                  <a:lnTo>
                    <a:pt x="127973" y="26300"/>
                  </a:lnTo>
                  <a:lnTo>
                    <a:pt x="177290" y="12102"/>
                  </a:lnTo>
                  <a:lnTo>
                    <a:pt x="231794" y="3129"/>
                  </a:lnTo>
                  <a:lnTo>
                    <a:pt x="290322" y="0"/>
                  </a:lnTo>
                  <a:lnTo>
                    <a:pt x="348849" y="3129"/>
                  </a:lnTo>
                  <a:lnTo>
                    <a:pt x="403353" y="12102"/>
                  </a:lnTo>
                  <a:lnTo>
                    <a:pt x="452670" y="26300"/>
                  </a:lnTo>
                  <a:lnTo>
                    <a:pt x="495633" y="45100"/>
                  </a:lnTo>
                  <a:lnTo>
                    <a:pt x="531077" y="67884"/>
                  </a:lnTo>
                  <a:lnTo>
                    <a:pt x="574748" y="122916"/>
                  </a:lnTo>
                  <a:lnTo>
                    <a:pt x="580644" y="153924"/>
                  </a:lnTo>
                  <a:lnTo>
                    <a:pt x="574748" y="184946"/>
                  </a:lnTo>
                  <a:lnTo>
                    <a:pt x="531077" y="239986"/>
                  </a:lnTo>
                  <a:lnTo>
                    <a:pt x="495633" y="262766"/>
                  </a:lnTo>
                  <a:lnTo>
                    <a:pt x="452670" y="281561"/>
                  </a:lnTo>
                  <a:lnTo>
                    <a:pt x="403353" y="295752"/>
                  </a:lnTo>
                  <a:lnTo>
                    <a:pt x="348849" y="304720"/>
                  </a:lnTo>
                  <a:lnTo>
                    <a:pt x="290322" y="307848"/>
                  </a:lnTo>
                  <a:lnTo>
                    <a:pt x="231794" y="304720"/>
                  </a:lnTo>
                  <a:lnTo>
                    <a:pt x="177290" y="295752"/>
                  </a:lnTo>
                  <a:lnTo>
                    <a:pt x="127973" y="281561"/>
                  </a:lnTo>
                  <a:lnTo>
                    <a:pt x="85010" y="262766"/>
                  </a:lnTo>
                  <a:lnTo>
                    <a:pt x="49566" y="239986"/>
                  </a:lnTo>
                  <a:lnTo>
                    <a:pt x="5895" y="184946"/>
                  </a:lnTo>
                  <a:lnTo>
                    <a:pt x="0" y="153924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9097136" y="5543499"/>
            <a:ext cx="23050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"/>
                <a:cs typeface="Arial"/>
              </a:rPr>
              <a:t>ICID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9209468" y="5506148"/>
            <a:ext cx="607060" cy="334010"/>
            <a:chOff x="9209468" y="5506148"/>
            <a:chExt cx="607060" cy="334010"/>
          </a:xfrm>
        </p:grpSpPr>
        <p:sp>
          <p:nvSpPr>
            <p:cNvPr id="49" name="object 49" descr=""/>
            <p:cNvSpPr/>
            <p:nvPr/>
          </p:nvSpPr>
          <p:spPr>
            <a:xfrm>
              <a:off x="9222486" y="5519165"/>
              <a:ext cx="581025" cy="307975"/>
            </a:xfrm>
            <a:custGeom>
              <a:avLst/>
              <a:gdLst/>
              <a:ahLst/>
              <a:cxnLst/>
              <a:rect l="l" t="t" r="r" b="b"/>
              <a:pathLst>
                <a:path w="581025" h="307975">
                  <a:moveTo>
                    <a:pt x="290322" y="0"/>
                  </a:moveTo>
                  <a:lnTo>
                    <a:pt x="231794" y="3127"/>
                  </a:lnTo>
                  <a:lnTo>
                    <a:pt x="177290" y="12095"/>
                  </a:lnTo>
                  <a:lnTo>
                    <a:pt x="127973" y="26286"/>
                  </a:lnTo>
                  <a:lnTo>
                    <a:pt x="85010" y="45081"/>
                  </a:lnTo>
                  <a:lnTo>
                    <a:pt x="49566" y="67861"/>
                  </a:lnTo>
                  <a:lnTo>
                    <a:pt x="5895" y="122901"/>
                  </a:lnTo>
                  <a:lnTo>
                    <a:pt x="0" y="153924"/>
                  </a:lnTo>
                  <a:lnTo>
                    <a:pt x="5895" y="184946"/>
                  </a:lnTo>
                  <a:lnTo>
                    <a:pt x="49566" y="239986"/>
                  </a:lnTo>
                  <a:lnTo>
                    <a:pt x="85010" y="262766"/>
                  </a:lnTo>
                  <a:lnTo>
                    <a:pt x="127973" y="281561"/>
                  </a:lnTo>
                  <a:lnTo>
                    <a:pt x="177290" y="295752"/>
                  </a:lnTo>
                  <a:lnTo>
                    <a:pt x="231794" y="304720"/>
                  </a:lnTo>
                  <a:lnTo>
                    <a:pt x="290322" y="307848"/>
                  </a:lnTo>
                  <a:lnTo>
                    <a:pt x="348849" y="304720"/>
                  </a:lnTo>
                  <a:lnTo>
                    <a:pt x="403353" y="295752"/>
                  </a:lnTo>
                  <a:lnTo>
                    <a:pt x="452670" y="281561"/>
                  </a:lnTo>
                  <a:lnTo>
                    <a:pt x="495633" y="262766"/>
                  </a:lnTo>
                  <a:lnTo>
                    <a:pt x="531077" y="239986"/>
                  </a:lnTo>
                  <a:lnTo>
                    <a:pt x="574748" y="184946"/>
                  </a:lnTo>
                  <a:lnTo>
                    <a:pt x="580644" y="153924"/>
                  </a:lnTo>
                  <a:lnTo>
                    <a:pt x="574748" y="122901"/>
                  </a:lnTo>
                  <a:lnTo>
                    <a:pt x="531077" y="67861"/>
                  </a:lnTo>
                  <a:lnTo>
                    <a:pt x="495633" y="45081"/>
                  </a:lnTo>
                  <a:lnTo>
                    <a:pt x="452670" y="26286"/>
                  </a:lnTo>
                  <a:lnTo>
                    <a:pt x="403353" y="12095"/>
                  </a:lnTo>
                  <a:lnTo>
                    <a:pt x="348849" y="3127"/>
                  </a:lnTo>
                  <a:lnTo>
                    <a:pt x="290322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222486" y="5519165"/>
              <a:ext cx="581025" cy="307975"/>
            </a:xfrm>
            <a:custGeom>
              <a:avLst/>
              <a:gdLst/>
              <a:ahLst/>
              <a:cxnLst/>
              <a:rect l="l" t="t" r="r" b="b"/>
              <a:pathLst>
                <a:path w="581025" h="307975">
                  <a:moveTo>
                    <a:pt x="0" y="153924"/>
                  </a:moveTo>
                  <a:lnTo>
                    <a:pt x="22806" y="94008"/>
                  </a:lnTo>
                  <a:lnTo>
                    <a:pt x="85010" y="45081"/>
                  </a:lnTo>
                  <a:lnTo>
                    <a:pt x="127973" y="26286"/>
                  </a:lnTo>
                  <a:lnTo>
                    <a:pt x="177290" y="12095"/>
                  </a:lnTo>
                  <a:lnTo>
                    <a:pt x="231794" y="3127"/>
                  </a:lnTo>
                  <a:lnTo>
                    <a:pt x="290322" y="0"/>
                  </a:lnTo>
                  <a:lnTo>
                    <a:pt x="348849" y="3127"/>
                  </a:lnTo>
                  <a:lnTo>
                    <a:pt x="403353" y="12095"/>
                  </a:lnTo>
                  <a:lnTo>
                    <a:pt x="452670" y="26286"/>
                  </a:lnTo>
                  <a:lnTo>
                    <a:pt x="495633" y="45081"/>
                  </a:lnTo>
                  <a:lnTo>
                    <a:pt x="531077" y="67861"/>
                  </a:lnTo>
                  <a:lnTo>
                    <a:pt x="574748" y="122901"/>
                  </a:lnTo>
                  <a:lnTo>
                    <a:pt x="580644" y="153924"/>
                  </a:lnTo>
                  <a:lnTo>
                    <a:pt x="574748" y="184946"/>
                  </a:lnTo>
                  <a:lnTo>
                    <a:pt x="531077" y="239986"/>
                  </a:lnTo>
                  <a:lnTo>
                    <a:pt x="495633" y="262766"/>
                  </a:lnTo>
                  <a:lnTo>
                    <a:pt x="452670" y="281561"/>
                  </a:lnTo>
                  <a:lnTo>
                    <a:pt x="403353" y="295752"/>
                  </a:lnTo>
                  <a:lnTo>
                    <a:pt x="348849" y="304720"/>
                  </a:lnTo>
                  <a:lnTo>
                    <a:pt x="290322" y="307848"/>
                  </a:lnTo>
                  <a:lnTo>
                    <a:pt x="231794" y="304720"/>
                  </a:lnTo>
                  <a:lnTo>
                    <a:pt x="177290" y="295752"/>
                  </a:lnTo>
                  <a:lnTo>
                    <a:pt x="127973" y="281561"/>
                  </a:lnTo>
                  <a:lnTo>
                    <a:pt x="85010" y="262766"/>
                  </a:lnTo>
                  <a:lnTo>
                    <a:pt x="49566" y="239986"/>
                  </a:lnTo>
                  <a:lnTo>
                    <a:pt x="5895" y="184946"/>
                  </a:lnTo>
                  <a:lnTo>
                    <a:pt x="0" y="15392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9397745" y="5596839"/>
            <a:ext cx="23050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"/>
                <a:cs typeface="Arial"/>
              </a:rPr>
              <a:t>ICID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9509696" y="5547296"/>
            <a:ext cx="607060" cy="334010"/>
            <a:chOff x="9509696" y="5547296"/>
            <a:chExt cx="607060" cy="334010"/>
          </a:xfrm>
        </p:grpSpPr>
        <p:sp>
          <p:nvSpPr>
            <p:cNvPr id="53" name="object 53" descr=""/>
            <p:cNvSpPr/>
            <p:nvPr/>
          </p:nvSpPr>
          <p:spPr>
            <a:xfrm>
              <a:off x="9522713" y="5560314"/>
              <a:ext cx="581025" cy="307975"/>
            </a:xfrm>
            <a:custGeom>
              <a:avLst/>
              <a:gdLst/>
              <a:ahLst/>
              <a:cxnLst/>
              <a:rect l="l" t="t" r="r" b="b"/>
              <a:pathLst>
                <a:path w="581025" h="307975">
                  <a:moveTo>
                    <a:pt x="290321" y="0"/>
                  </a:moveTo>
                  <a:lnTo>
                    <a:pt x="231794" y="3127"/>
                  </a:lnTo>
                  <a:lnTo>
                    <a:pt x="177290" y="12095"/>
                  </a:lnTo>
                  <a:lnTo>
                    <a:pt x="127973" y="26286"/>
                  </a:lnTo>
                  <a:lnTo>
                    <a:pt x="85010" y="45081"/>
                  </a:lnTo>
                  <a:lnTo>
                    <a:pt x="49566" y="67861"/>
                  </a:lnTo>
                  <a:lnTo>
                    <a:pt x="5895" y="122901"/>
                  </a:lnTo>
                  <a:lnTo>
                    <a:pt x="0" y="153924"/>
                  </a:lnTo>
                  <a:lnTo>
                    <a:pt x="5895" y="184946"/>
                  </a:lnTo>
                  <a:lnTo>
                    <a:pt x="49566" y="239986"/>
                  </a:lnTo>
                  <a:lnTo>
                    <a:pt x="85010" y="262766"/>
                  </a:lnTo>
                  <a:lnTo>
                    <a:pt x="127973" y="281561"/>
                  </a:lnTo>
                  <a:lnTo>
                    <a:pt x="177290" y="295752"/>
                  </a:lnTo>
                  <a:lnTo>
                    <a:pt x="231794" y="304720"/>
                  </a:lnTo>
                  <a:lnTo>
                    <a:pt x="290321" y="307848"/>
                  </a:lnTo>
                  <a:lnTo>
                    <a:pt x="348849" y="304720"/>
                  </a:lnTo>
                  <a:lnTo>
                    <a:pt x="403353" y="295752"/>
                  </a:lnTo>
                  <a:lnTo>
                    <a:pt x="452670" y="281561"/>
                  </a:lnTo>
                  <a:lnTo>
                    <a:pt x="495633" y="262766"/>
                  </a:lnTo>
                  <a:lnTo>
                    <a:pt x="531077" y="239986"/>
                  </a:lnTo>
                  <a:lnTo>
                    <a:pt x="574748" y="184946"/>
                  </a:lnTo>
                  <a:lnTo>
                    <a:pt x="580643" y="153924"/>
                  </a:lnTo>
                  <a:lnTo>
                    <a:pt x="574748" y="122901"/>
                  </a:lnTo>
                  <a:lnTo>
                    <a:pt x="531077" y="67861"/>
                  </a:lnTo>
                  <a:lnTo>
                    <a:pt x="495633" y="45081"/>
                  </a:lnTo>
                  <a:lnTo>
                    <a:pt x="452670" y="26286"/>
                  </a:lnTo>
                  <a:lnTo>
                    <a:pt x="403353" y="12095"/>
                  </a:lnTo>
                  <a:lnTo>
                    <a:pt x="348849" y="3127"/>
                  </a:lnTo>
                  <a:lnTo>
                    <a:pt x="290321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522713" y="5560314"/>
              <a:ext cx="581025" cy="307975"/>
            </a:xfrm>
            <a:custGeom>
              <a:avLst/>
              <a:gdLst/>
              <a:ahLst/>
              <a:cxnLst/>
              <a:rect l="l" t="t" r="r" b="b"/>
              <a:pathLst>
                <a:path w="581025" h="307975">
                  <a:moveTo>
                    <a:pt x="0" y="153924"/>
                  </a:moveTo>
                  <a:lnTo>
                    <a:pt x="22806" y="94008"/>
                  </a:lnTo>
                  <a:lnTo>
                    <a:pt x="85010" y="45081"/>
                  </a:lnTo>
                  <a:lnTo>
                    <a:pt x="127973" y="26286"/>
                  </a:lnTo>
                  <a:lnTo>
                    <a:pt x="177290" y="12095"/>
                  </a:lnTo>
                  <a:lnTo>
                    <a:pt x="231794" y="3127"/>
                  </a:lnTo>
                  <a:lnTo>
                    <a:pt x="290321" y="0"/>
                  </a:lnTo>
                  <a:lnTo>
                    <a:pt x="348849" y="3127"/>
                  </a:lnTo>
                  <a:lnTo>
                    <a:pt x="403353" y="12095"/>
                  </a:lnTo>
                  <a:lnTo>
                    <a:pt x="452670" y="26286"/>
                  </a:lnTo>
                  <a:lnTo>
                    <a:pt x="495633" y="45081"/>
                  </a:lnTo>
                  <a:lnTo>
                    <a:pt x="531077" y="67861"/>
                  </a:lnTo>
                  <a:lnTo>
                    <a:pt x="574748" y="122901"/>
                  </a:lnTo>
                  <a:lnTo>
                    <a:pt x="580643" y="153924"/>
                  </a:lnTo>
                  <a:lnTo>
                    <a:pt x="574748" y="184946"/>
                  </a:lnTo>
                  <a:lnTo>
                    <a:pt x="531077" y="239986"/>
                  </a:lnTo>
                  <a:lnTo>
                    <a:pt x="495633" y="262766"/>
                  </a:lnTo>
                  <a:lnTo>
                    <a:pt x="452670" y="281561"/>
                  </a:lnTo>
                  <a:lnTo>
                    <a:pt x="403353" y="295752"/>
                  </a:lnTo>
                  <a:lnTo>
                    <a:pt x="348849" y="304720"/>
                  </a:lnTo>
                  <a:lnTo>
                    <a:pt x="290321" y="307848"/>
                  </a:lnTo>
                  <a:lnTo>
                    <a:pt x="231794" y="304720"/>
                  </a:lnTo>
                  <a:lnTo>
                    <a:pt x="177290" y="295752"/>
                  </a:lnTo>
                  <a:lnTo>
                    <a:pt x="127973" y="281561"/>
                  </a:lnTo>
                  <a:lnTo>
                    <a:pt x="85010" y="262766"/>
                  </a:lnTo>
                  <a:lnTo>
                    <a:pt x="49566" y="239986"/>
                  </a:lnTo>
                  <a:lnTo>
                    <a:pt x="5895" y="184946"/>
                  </a:lnTo>
                  <a:lnTo>
                    <a:pt x="0" y="15392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9698481" y="5637987"/>
            <a:ext cx="23050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"/>
                <a:cs typeface="Arial"/>
              </a:rPr>
              <a:t>ICID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9125648" y="2103056"/>
            <a:ext cx="407034" cy="189230"/>
            <a:chOff x="9125648" y="2103056"/>
            <a:chExt cx="407034" cy="189230"/>
          </a:xfrm>
        </p:grpSpPr>
        <p:sp>
          <p:nvSpPr>
            <p:cNvPr id="57" name="object 57" descr=""/>
            <p:cNvSpPr/>
            <p:nvPr/>
          </p:nvSpPr>
          <p:spPr>
            <a:xfrm>
              <a:off x="9127235" y="2104644"/>
              <a:ext cx="403860" cy="186055"/>
            </a:xfrm>
            <a:custGeom>
              <a:avLst/>
              <a:gdLst/>
              <a:ahLst/>
              <a:cxnLst/>
              <a:rect l="l" t="t" r="r" b="b"/>
              <a:pathLst>
                <a:path w="403859" h="186055">
                  <a:moveTo>
                    <a:pt x="403859" y="0"/>
                  </a:moveTo>
                  <a:lnTo>
                    <a:pt x="0" y="0"/>
                  </a:lnTo>
                  <a:lnTo>
                    <a:pt x="0" y="185927"/>
                  </a:lnTo>
                  <a:lnTo>
                    <a:pt x="403859" y="185927"/>
                  </a:lnTo>
                  <a:lnTo>
                    <a:pt x="403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9127235" y="2104644"/>
              <a:ext cx="403860" cy="186055"/>
            </a:xfrm>
            <a:custGeom>
              <a:avLst/>
              <a:gdLst/>
              <a:ahLst/>
              <a:cxnLst/>
              <a:rect l="l" t="t" r="r" b="b"/>
              <a:pathLst>
                <a:path w="403859" h="186055">
                  <a:moveTo>
                    <a:pt x="0" y="185927"/>
                  </a:moveTo>
                  <a:lnTo>
                    <a:pt x="403859" y="185927"/>
                  </a:lnTo>
                  <a:lnTo>
                    <a:pt x="403859" y="0"/>
                  </a:lnTo>
                  <a:lnTo>
                    <a:pt x="0" y="0"/>
                  </a:lnTo>
                  <a:lnTo>
                    <a:pt x="0" y="1859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9288144" y="2157877"/>
            <a:ext cx="103505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90"/>
              </a:lnSpc>
            </a:pPr>
            <a:r>
              <a:rPr dirty="0" sz="800" spc="-25">
                <a:latin typeface="Arial"/>
                <a:cs typeface="Arial"/>
              </a:rPr>
              <a:t>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9265856" y="2156396"/>
            <a:ext cx="407034" cy="191135"/>
            <a:chOff x="9265856" y="2156396"/>
            <a:chExt cx="407034" cy="191135"/>
          </a:xfrm>
        </p:grpSpPr>
        <p:sp>
          <p:nvSpPr>
            <p:cNvPr id="61" name="object 61" descr=""/>
            <p:cNvSpPr/>
            <p:nvPr/>
          </p:nvSpPr>
          <p:spPr>
            <a:xfrm>
              <a:off x="9267443" y="2157983"/>
              <a:ext cx="403860" cy="187960"/>
            </a:xfrm>
            <a:custGeom>
              <a:avLst/>
              <a:gdLst/>
              <a:ahLst/>
              <a:cxnLst/>
              <a:rect l="l" t="t" r="r" b="b"/>
              <a:pathLst>
                <a:path w="403859" h="187960">
                  <a:moveTo>
                    <a:pt x="403859" y="0"/>
                  </a:moveTo>
                  <a:lnTo>
                    <a:pt x="0" y="0"/>
                  </a:lnTo>
                  <a:lnTo>
                    <a:pt x="0" y="187451"/>
                  </a:lnTo>
                  <a:lnTo>
                    <a:pt x="403859" y="187451"/>
                  </a:lnTo>
                  <a:lnTo>
                    <a:pt x="403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9267443" y="2157983"/>
              <a:ext cx="403860" cy="187960"/>
            </a:xfrm>
            <a:custGeom>
              <a:avLst/>
              <a:gdLst/>
              <a:ahLst/>
              <a:cxnLst/>
              <a:rect l="l" t="t" r="r" b="b"/>
              <a:pathLst>
                <a:path w="403859" h="187960">
                  <a:moveTo>
                    <a:pt x="0" y="187451"/>
                  </a:moveTo>
                  <a:lnTo>
                    <a:pt x="403859" y="187451"/>
                  </a:lnTo>
                  <a:lnTo>
                    <a:pt x="403859" y="0"/>
                  </a:lnTo>
                  <a:lnTo>
                    <a:pt x="0" y="0"/>
                  </a:lnTo>
                  <a:lnTo>
                    <a:pt x="0" y="18745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9181465" y="2135200"/>
            <a:ext cx="28511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latin typeface="Arial"/>
                <a:cs typeface="Arial"/>
              </a:rPr>
              <a:t>P</a:t>
            </a:r>
            <a:r>
              <a:rPr dirty="0" sz="800" spc="340">
                <a:latin typeface="Arial"/>
                <a:cs typeface="Arial"/>
              </a:rPr>
              <a:t> </a:t>
            </a:r>
            <a:r>
              <a:rPr dirty="0" baseline="-27777" sz="1200" spc="-75">
                <a:latin typeface="Arial"/>
                <a:cs typeface="Arial"/>
              </a:rPr>
              <a:t>P</a:t>
            </a:r>
            <a:endParaRPr baseline="-27777" sz="1200">
              <a:latin typeface="Arial"/>
              <a:cs typeface="Arial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9428082" y="2210941"/>
            <a:ext cx="103505" cy="114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90"/>
              </a:lnSpc>
            </a:pPr>
            <a:r>
              <a:rPr dirty="0" sz="800" spc="-25">
                <a:latin typeface="Arial"/>
                <a:cs typeface="Arial"/>
              </a:rPr>
              <a:t>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9406064" y="2211260"/>
            <a:ext cx="407034" cy="189230"/>
            <a:chOff x="9406064" y="2211260"/>
            <a:chExt cx="407034" cy="189230"/>
          </a:xfrm>
        </p:grpSpPr>
        <p:sp>
          <p:nvSpPr>
            <p:cNvPr id="66" name="object 66" descr=""/>
            <p:cNvSpPr/>
            <p:nvPr/>
          </p:nvSpPr>
          <p:spPr>
            <a:xfrm>
              <a:off x="9407652" y="2212848"/>
              <a:ext cx="403860" cy="186055"/>
            </a:xfrm>
            <a:custGeom>
              <a:avLst/>
              <a:gdLst/>
              <a:ahLst/>
              <a:cxnLst/>
              <a:rect l="l" t="t" r="r" b="b"/>
              <a:pathLst>
                <a:path w="403859" h="186055">
                  <a:moveTo>
                    <a:pt x="403859" y="0"/>
                  </a:moveTo>
                  <a:lnTo>
                    <a:pt x="0" y="0"/>
                  </a:lnTo>
                  <a:lnTo>
                    <a:pt x="0" y="185927"/>
                  </a:lnTo>
                  <a:lnTo>
                    <a:pt x="403859" y="185927"/>
                  </a:lnTo>
                  <a:lnTo>
                    <a:pt x="403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9407652" y="2212848"/>
              <a:ext cx="403860" cy="186055"/>
            </a:xfrm>
            <a:custGeom>
              <a:avLst/>
              <a:gdLst/>
              <a:ahLst/>
              <a:cxnLst/>
              <a:rect l="l" t="t" r="r" b="b"/>
              <a:pathLst>
                <a:path w="403859" h="186055">
                  <a:moveTo>
                    <a:pt x="0" y="185927"/>
                  </a:moveTo>
                  <a:lnTo>
                    <a:pt x="403859" y="185927"/>
                  </a:lnTo>
                  <a:lnTo>
                    <a:pt x="403859" y="0"/>
                  </a:lnTo>
                  <a:lnTo>
                    <a:pt x="0" y="0"/>
                  </a:lnTo>
                  <a:lnTo>
                    <a:pt x="0" y="1859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9487027" y="2242566"/>
            <a:ext cx="19748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latin typeface="Arial"/>
                <a:cs typeface="Arial"/>
              </a:rPr>
              <a:t>PID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9101264" y="4242752"/>
            <a:ext cx="407034" cy="189230"/>
            <a:chOff x="9101264" y="4242752"/>
            <a:chExt cx="407034" cy="189230"/>
          </a:xfrm>
        </p:grpSpPr>
        <p:sp>
          <p:nvSpPr>
            <p:cNvPr id="70" name="object 70" descr=""/>
            <p:cNvSpPr/>
            <p:nvPr/>
          </p:nvSpPr>
          <p:spPr>
            <a:xfrm>
              <a:off x="9102852" y="4244340"/>
              <a:ext cx="403860" cy="186055"/>
            </a:xfrm>
            <a:custGeom>
              <a:avLst/>
              <a:gdLst/>
              <a:ahLst/>
              <a:cxnLst/>
              <a:rect l="l" t="t" r="r" b="b"/>
              <a:pathLst>
                <a:path w="403859" h="186054">
                  <a:moveTo>
                    <a:pt x="403859" y="0"/>
                  </a:moveTo>
                  <a:lnTo>
                    <a:pt x="0" y="0"/>
                  </a:lnTo>
                  <a:lnTo>
                    <a:pt x="0" y="185928"/>
                  </a:lnTo>
                  <a:lnTo>
                    <a:pt x="403859" y="185928"/>
                  </a:lnTo>
                  <a:lnTo>
                    <a:pt x="403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9102852" y="4244340"/>
              <a:ext cx="403860" cy="186055"/>
            </a:xfrm>
            <a:custGeom>
              <a:avLst/>
              <a:gdLst/>
              <a:ahLst/>
              <a:cxnLst/>
              <a:rect l="l" t="t" r="r" b="b"/>
              <a:pathLst>
                <a:path w="403859" h="186054">
                  <a:moveTo>
                    <a:pt x="0" y="185928"/>
                  </a:moveTo>
                  <a:lnTo>
                    <a:pt x="403859" y="185928"/>
                  </a:lnTo>
                  <a:lnTo>
                    <a:pt x="403859" y="0"/>
                  </a:lnTo>
                  <a:lnTo>
                    <a:pt x="0" y="0"/>
                  </a:lnTo>
                  <a:lnTo>
                    <a:pt x="0" y="18592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9182481" y="4274946"/>
            <a:ext cx="539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9224077" y="4297319"/>
            <a:ext cx="175895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90"/>
              </a:lnSpc>
            </a:pPr>
            <a:r>
              <a:rPr dirty="0" sz="800" spc="-25">
                <a:latin typeface="Arial"/>
                <a:cs typeface="Arial"/>
              </a:rPr>
              <a:t>CID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9241472" y="4344860"/>
            <a:ext cx="407034" cy="189230"/>
            <a:chOff x="9241472" y="4344860"/>
            <a:chExt cx="407034" cy="189230"/>
          </a:xfrm>
        </p:grpSpPr>
        <p:sp>
          <p:nvSpPr>
            <p:cNvPr id="75" name="object 75" descr=""/>
            <p:cNvSpPr/>
            <p:nvPr/>
          </p:nvSpPr>
          <p:spPr>
            <a:xfrm>
              <a:off x="9243059" y="4346447"/>
              <a:ext cx="403860" cy="186055"/>
            </a:xfrm>
            <a:custGeom>
              <a:avLst/>
              <a:gdLst/>
              <a:ahLst/>
              <a:cxnLst/>
              <a:rect l="l" t="t" r="r" b="b"/>
              <a:pathLst>
                <a:path w="403859" h="186054">
                  <a:moveTo>
                    <a:pt x="403859" y="0"/>
                  </a:moveTo>
                  <a:lnTo>
                    <a:pt x="0" y="0"/>
                  </a:lnTo>
                  <a:lnTo>
                    <a:pt x="0" y="185927"/>
                  </a:lnTo>
                  <a:lnTo>
                    <a:pt x="403859" y="185927"/>
                  </a:lnTo>
                  <a:lnTo>
                    <a:pt x="403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9243059" y="4346447"/>
              <a:ext cx="403860" cy="186055"/>
            </a:xfrm>
            <a:custGeom>
              <a:avLst/>
              <a:gdLst/>
              <a:ahLst/>
              <a:cxnLst/>
              <a:rect l="l" t="t" r="r" b="b"/>
              <a:pathLst>
                <a:path w="403859" h="186054">
                  <a:moveTo>
                    <a:pt x="0" y="185927"/>
                  </a:moveTo>
                  <a:lnTo>
                    <a:pt x="403859" y="185927"/>
                  </a:lnTo>
                  <a:lnTo>
                    <a:pt x="403859" y="0"/>
                  </a:lnTo>
                  <a:lnTo>
                    <a:pt x="0" y="0"/>
                  </a:lnTo>
                  <a:lnTo>
                    <a:pt x="0" y="1859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9244583" y="4411979"/>
            <a:ext cx="137160" cy="1193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790"/>
              </a:lnSpc>
            </a:pPr>
            <a:r>
              <a:rPr dirty="0" sz="800" spc="-5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9364285" y="4399681"/>
            <a:ext cx="175895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90"/>
              </a:lnSpc>
            </a:pPr>
            <a:r>
              <a:rPr dirty="0" sz="800" spc="-25">
                <a:latin typeface="Arial"/>
                <a:cs typeface="Arial"/>
              </a:rPr>
              <a:t>CID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9" name="object 79" descr=""/>
          <p:cNvGrpSpPr/>
          <p:nvPr/>
        </p:nvGrpSpPr>
        <p:grpSpPr>
          <a:xfrm>
            <a:off x="9381680" y="4410392"/>
            <a:ext cx="407034" cy="189230"/>
            <a:chOff x="9381680" y="4410392"/>
            <a:chExt cx="407034" cy="189230"/>
          </a:xfrm>
        </p:grpSpPr>
        <p:sp>
          <p:nvSpPr>
            <p:cNvPr id="80" name="object 80" descr=""/>
            <p:cNvSpPr/>
            <p:nvPr/>
          </p:nvSpPr>
          <p:spPr>
            <a:xfrm>
              <a:off x="9383268" y="4411979"/>
              <a:ext cx="403860" cy="186055"/>
            </a:xfrm>
            <a:custGeom>
              <a:avLst/>
              <a:gdLst/>
              <a:ahLst/>
              <a:cxnLst/>
              <a:rect l="l" t="t" r="r" b="b"/>
              <a:pathLst>
                <a:path w="403859" h="186054">
                  <a:moveTo>
                    <a:pt x="403859" y="0"/>
                  </a:moveTo>
                  <a:lnTo>
                    <a:pt x="0" y="0"/>
                  </a:lnTo>
                  <a:lnTo>
                    <a:pt x="0" y="185928"/>
                  </a:lnTo>
                  <a:lnTo>
                    <a:pt x="403859" y="185928"/>
                  </a:lnTo>
                  <a:lnTo>
                    <a:pt x="403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9383268" y="4411979"/>
              <a:ext cx="403860" cy="186055"/>
            </a:xfrm>
            <a:custGeom>
              <a:avLst/>
              <a:gdLst/>
              <a:ahLst/>
              <a:cxnLst/>
              <a:rect l="l" t="t" r="r" b="b"/>
              <a:pathLst>
                <a:path w="403859" h="186054">
                  <a:moveTo>
                    <a:pt x="0" y="185928"/>
                  </a:moveTo>
                  <a:lnTo>
                    <a:pt x="403859" y="185928"/>
                  </a:lnTo>
                  <a:lnTo>
                    <a:pt x="403859" y="0"/>
                  </a:lnTo>
                  <a:lnTo>
                    <a:pt x="0" y="0"/>
                  </a:lnTo>
                  <a:lnTo>
                    <a:pt x="0" y="18592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 txBox="1"/>
          <p:nvPr/>
        </p:nvSpPr>
        <p:spPr>
          <a:xfrm>
            <a:off x="9462643" y="4442282"/>
            <a:ext cx="230504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0">
                <a:latin typeface="Arial"/>
                <a:cs typeface="Arial"/>
              </a:rPr>
              <a:t>ICID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7990331" y="3136392"/>
            <a:ext cx="469900" cy="513715"/>
            <a:chOff x="7990331" y="3136392"/>
            <a:chExt cx="469900" cy="513715"/>
          </a:xfrm>
        </p:grpSpPr>
        <p:sp>
          <p:nvSpPr>
            <p:cNvPr id="84" name="object 84" descr=""/>
            <p:cNvSpPr/>
            <p:nvPr/>
          </p:nvSpPr>
          <p:spPr>
            <a:xfrm>
              <a:off x="7991855" y="3137916"/>
              <a:ext cx="186055" cy="403860"/>
            </a:xfrm>
            <a:custGeom>
              <a:avLst/>
              <a:gdLst/>
              <a:ahLst/>
              <a:cxnLst/>
              <a:rect l="l" t="t" r="r" b="b"/>
              <a:pathLst>
                <a:path w="186054" h="403860">
                  <a:moveTo>
                    <a:pt x="185927" y="0"/>
                  </a:moveTo>
                  <a:lnTo>
                    <a:pt x="0" y="0"/>
                  </a:lnTo>
                  <a:lnTo>
                    <a:pt x="0" y="403860"/>
                  </a:lnTo>
                  <a:lnTo>
                    <a:pt x="185927" y="403860"/>
                  </a:lnTo>
                  <a:lnTo>
                    <a:pt x="185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991855" y="3137916"/>
              <a:ext cx="186055" cy="403860"/>
            </a:xfrm>
            <a:custGeom>
              <a:avLst/>
              <a:gdLst/>
              <a:ahLst/>
              <a:cxnLst/>
              <a:rect l="l" t="t" r="r" b="b"/>
              <a:pathLst>
                <a:path w="186054" h="403860">
                  <a:moveTo>
                    <a:pt x="0" y="403860"/>
                  </a:moveTo>
                  <a:lnTo>
                    <a:pt x="185927" y="403860"/>
                  </a:lnTo>
                  <a:lnTo>
                    <a:pt x="185927" y="0"/>
                  </a:lnTo>
                  <a:lnTo>
                    <a:pt x="0" y="0"/>
                  </a:lnTo>
                  <a:lnTo>
                    <a:pt x="0" y="40386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8132063" y="3191256"/>
              <a:ext cx="186055" cy="403860"/>
            </a:xfrm>
            <a:custGeom>
              <a:avLst/>
              <a:gdLst/>
              <a:ahLst/>
              <a:cxnLst/>
              <a:rect l="l" t="t" r="r" b="b"/>
              <a:pathLst>
                <a:path w="186054" h="403860">
                  <a:moveTo>
                    <a:pt x="185927" y="0"/>
                  </a:moveTo>
                  <a:lnTo>
                    <a:pt x="0" y="0"/>
                  </a:lnTo>
                  <a:lnTo>
                    <a:pt x="0" y="403860"/>
                  </a:lnTo>
                  <a:lnTo>
                    <a:pt x="185927" y="403860"/>
                  </a:lnTo>
                  <a:lnTo>
                    <a:pt x="185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132063" y="3191256"/>
              <a:ext cx="186055" cy="403860"/>
            </a:xfrm>
            <a:custGeom>
              <a:avLst/>
              <a:gdLst/>
              <a:ahLst/>
              <a:cxnLst/>
              <a:rect l="l" t="t" r="r" b="b"/>
              <a:pathLst>
                <a:path w="186054" h="403860">
                  <a:moveTo>
                    <a:pt x="0" y="403860"/>
                  </a:moveTo>
                  <a:lnTo>
                    <a:pt x="185927" y="403860"/>
                  </a:lnTo>
                  <a:lnTo>
                    <a:pt x="185927" y="0"/>
                  </a:lnTo>
                  <a:lnTo>
                    <a:pt x="0" y="0"/>
                  </a:lnTo>
                  <a:lnTo>
                    <a:pt x="0" y="40386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272271" y="3244596"/>
              <a:ext cx="186055" cy="403860"/>
            </a:xfrm>
            <a:custGeom>
              <a:avLst/>
              <a:gdLst/>
              <a:ahLst/>
              <a:cxnLst/>
              <a:rect l="l" t="t" r="r" b="b"/>
              <a:pathLst>
                <a:path w="186054" h="403860">
                  <a:moveTo>
                    <a:pt x="185927" y="0"/>
                  </a:moveTo>
                  <a:lnTo>
                    <a:pt x="0" y="0"/>
                  </a:lnTo>
                  <a:lnTo>
                    <a:pt x="0" y="403859"/>
                  </a:lnTo>
                  <a:lnTo>
                    <a:pt x="185927" y="403859"/>
                  </a:lnTo>
                  <a:lnTo>
                    <a:pt x="185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8272271" y="3244596"/>
              <a:ext cx="186055" cy="403860"/>
            </a:xfrm>
            <a:custGeom>
              <a:avLst/>
              <a:gdLst/>
              <a:ahLst/>
              <a:cxnLst/>
              <a:rect l="l" t="t" r="r" b="b"/>
              <a:pathLst>
                <a:path w="186054" h="403860">
                  <a:moveTo>
                    <a:pt x="0" y="403859"/>
                  </a:moveTo>
                  <a:lnTo>
                    <a:pt x="185927" y="403859"/>
                  </a:lnTo>
                  <a:lnTo>
                    <a:pt x="185927" y="0"/>
                  </a:lnTo>
                  <a:lnTo>
                    <a:pt x="0" y="0"/>
                  </a:lnTo>
                  <a:lnTo>
                    <a:pt x="0" y="40385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 txBox="1"/>
          <p:nvPr/>
        </p:nvSpPr>
        <p:spPr>
          <a:xfrm>
            <a:off x="7216591" y="2880486"/>
            <a:ext cx="1203325" cy="989965"/>
          </a:xfrm>
          <a:prstGeom prst="rect">
            <a:avLst/>
          </a:prstGeom>
        </p:spPr>
        <p:txBody>
          <a:bodyPr wrap="square" lIns="0" tIns="3175" rIns="0" bIns="0" rtlCol="0" vert="vert">
            <a:spAutoFit/>
          </a:bodyPr>
          <a:lstStyle/>
          <a:p>
            <a:pPr marL="45593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latin typeface="Arial"/>
                <a:cs typeface="Arial"/>
              </a:rPr>
              <a:t>ICID</a:t>
            </a:r>
            <a:endParaRPr sz="800">
              <a:latin typeface="Arial"/>
              <a:cs typeface="Arial"/>
            </a:endParaRPr>
          </a:p>
          <a:p>
            <a:pPr marL="348615" marR="374015" indent="53340">
              <a:lnSpc>
                <a:spcPct val="114799"/>
              </a:lnSpc>
              <a:spcBef>
                <a:spcPts val="5"/>
              </a:spcBef>
            </a:pPr>
            <a:r>
              <a:rPr dirty="0" sz="800" spc="-20">
                <a:latin typeface="Arial"/>
                <a:cs typeface="Arial"/>
              </a:rPr>
              <a:t>ICID ICID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800" spc="-10">
                <a:latin typeface="Arial"/>
                <a:cs typeface="Arial"/>
              </a:rPr>
              <a:t>Authorize</a:t>
            </a:r>
            <a:endParaRPr sz="1800">
              <a:latin typeface="Arial"/>
              <a:cs typeface="Arial"/>
            </a:endParaRPr>
          </a:p>
          <a:p>
            <a:pPr marL="74930">
              <a:lnSpc>
                <a:spcPct val="100000"/>
              </a:lnSpc>
              <a:spcBef>
                <a:spcPts val="1370"/>
              </a:spcBef>
            </a:pPr>
            <a:r>
              <a:rPr dirty="0" sz="1800" spc="-10">
                <a:latin typeface="Arial"/>
                <a:cs typeface="Arial"/>
              </a:rPr>
              <a:t>Q/BMan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1" name="object 9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92" name="object 9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15</a:t>
            </a:r>
          </a:p>
        </p:txBody>
      </p:sp>
      <p:sp>
        <p:nvSpPr>
          <p:cNvPr id="93" name="object 9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DPAA2</a:t>
            </a:r>
            <a:r>
              <a:rPr dirty="0" spc="-35"/>
              <a:t> </a:t>
            </a:r>
            <a:r>
              <a:rPr dirty="0"/>
              <a:t>Device</a:t>
            </a:r>
            <a:r>
              <a:rPr dirty="0" spc="-85"/>
              <a:t> </a:t>
            </a:r>
            <a:r>
              <a:rPr dirty="0"/>
              <a:t>Direct</a:t>
            </a:r>
            <a:r>
              <a:rPr dirty="0" spc="-155"/>
              <a:t> </a:t>
            </a:r>
            <a:r>
              <a:rPr dirty="0"/>
              <a:t>Assignment</a:t>
            </a:r>
            <a:r>
              <a:rPr dirty="0" spc="-85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 spc="-25"/>
              <a:t>VM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07008" y="1211580"/>
            <a:ext cx="9138285" cy="4893945"/>
            <a:chOff x="1207008" y="1211580"/>
            <a:chExt cx="9138285" cy="4893945"/>
          </a:xfrm>
        </p:grpSpPr>
        <p:sp>
          <p:nvSpPr>
            <p:cNvPr id="4" name="object 4" descr=""/>
            <p:cNvSpPr/>
            <p:nvPr/>
          </p:nvSpPr>
          <p:spPr>
            <a:xfrm>
              <a:off x="1217676" y="4779264"/>
              <a:ext cx="9127490" cy="1325880"/>
            </a:xfrm>
            <a:custGeom>
              <a:avLst/>
              <a:gdLst/>
              <a:ahLst/>
              <a:cxnLst/>
              <a:rect l="l" t="t" r="r" b="b"/>
              <a:pathLst>
                <a:path w="9127490" h="1325879">
                  <a:moveTo>
                    <a:pt x="8906256" y="0"/>
                  </a:moveTo>
                  <a:lnTo>
                    <a:pt x="220980" y="0"/>
                  </a:lnTo>
                  <a:lnTo>
                    <a:pt x="176443" y="4489"/>
                  </a:lnTo>
                  <a:lnTo>
                    <a:pt x="134963" y="17365"/>
                  </a:lnTo>
                  <a:lnTo>
                    <a:pt x="97426" y="37739"/>
                  </a:lnTo>
                  <a:lnTo>
                    <a:pt x="64722" y="64722"/>
                  </a:lnTo>
                  <a:lnTo>
                    <a:pt x="37739" y="97426"/>
                  </a:lnTo>
                  <a:lnTo>
                    <a:pt x="17365" y="134963"/>
                  </a:lnTo>
                  <a:lnTo>
                    <a:pt x="4489" y="176443"/>
                  </a:lnTo>
                  <a:lnTo>
                    <a:pt x="0" y="220980"/>
                  </a:lnTo>
                  <a:lnTo>
                    <a:pt x="0" y="1104900"/>
                  </a:lnTo>
                  <a:lnTo>
                    <a:pt x="4489" y="1149436"/>
                  </a:lnTo>
                  <a:lnTo>
                    <a:pt x="17365" y="1190916"/>
                  </a:lnTo>
                  <a:lnTo>
                    <a:pt x="37739" y="1228453"/>
                  </a:lnTo>
                  <a:lnTo>
                    <a:pt x="64722" y="1261157"/>
                  </a:lnTo>
                  <a:lnTo>
                    <a:pt x="97426" y="1288140"/>
                  </a:lnTo>
                  <a:lnTo>
                    <a:pt x="134963" y="1308514"/>
                  </a:lnTo>
                  <a:lnTo>
                    <a:pt x="176443" y="1321390"/>
                  </a:lnTo>
                  <a:lnTo>
                    <a:pt x="220980" y="1325880"/>
                  </a:lnTo>
                  <a:lnTo>
                    <a:pt x="8906256" y="1325880"/>
                  </a:lnTo>
                  <a:lnTo>
                    <a:pt x="8950792" y="1321390"/>
                  </a:lnTo>
                  <a:lnTo>
                    <a:pt x="8992272" y="1308514"/>
                  </a:lnTo>
                  <a:lnTo>
                    <a:pt x="9029809" y="1288140"/>
                  </a:lnTo>
                  <a:lnTo>
                    <a:pt x="9062513" y="1261157"/>
                  </a:lnTo>
                  <a:lnTo>
                    <a:pt x="9089496" y="1228453"/>
                  </a:lnTo>
                  <a:lnTo>
                    <a:pt x="9109870" y="1190916"/>
                  </a:lnTo>
                  <a:lnTo>
                    <a:pt x="9122746" y="1149436"/>
                  </a:lnTo>
                  <a:lnTo>
                    <a:pt x="9127236" y="1104900"/>
                  </a:lnTo>
                  <a:lnTo>
                    <a:pt x="9127236" y="220980"/>
                  </a:lnTo>
                  <a:lnTo>
                    <a:pt x="9122746" y="176443"/>
                  </a:lnTo>
                  <a:lnTo>
                    <a:pt x="9109870" y="134963"/>
                  </a:lnTo>
                  <a:lnTo>
                    <a:pt x="9089496" y="97426"/>
                  </a:lnTo>
                  <a:lnTo>
                    <a:pt x="9062513" y="64722"/>
                  </a:lnTo>
                  <a:lnTo>
                    <a:pt x="9029809" y="37739"/>
                  </a:lnTo>
                  <a:lnTo>
                    <a:pt x="8992272" y="17365"/>
                  </a:lnTo>
                  <a:lnTo>
                    <a:pt x="8950792" y="4489"/>
                  </a:lnTo>
                  <a:lnTo>
                    <a:pt x="8906256" y="0"/>
                  </a:lnTo>
                  <a:close/>
                </a:path>
              </a:pathLst>
            </a:custGeom>
            <a:solidFill>
              <a:srgbClr val="969D00">
                <a:alpha val="1607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07008" y="3727703"/>
              <a:ext cx="9127490" cy="980440"/>
            </a:xfrm>
            <a:custGeom>
              <a:avLst/>
              <a:gdLst/>
              <a:ahLst/>
              <a:cxnLst/>
              <a:rect l="l" t="t" r="r" b="b"/>
              <a:pathLst>
                <a:path w="9127490" h="980439">
                  <a:moveTo>
                    <a:pt x="8963914" y="0"/>
                  </a:moveTo>
                  <a:lnTo>
                    <a:pt x="163322" y="0"/>
                  </a:lnTo>
                  <a:lnTo>
                    <a:pt x="119915" y="5836"/>
                  </a:lnTo>
                  <a:lnTo>
                    <a:pt x="80903" y="22304"/>
                  </a:lnTo>
                  <a:lnTo>
                    <a:pt x="47847" y="47847"/>
                  </a:lnTo>
                  <a:lnTo>
                    <a:pt x="22304" y="80903"/>
                  </a:lnTo>
                  <a:lnTo>
                    <a:pt x="5836" y="119915"/>
                  </a:lnTo>
                  <a:lnTo>
                    <a:pt x="0" y="163322"/>
                  </a:lnTo>
                  <a:lnTo>
                    <a:pt x="0" y="816610"/>
                  </a:lnTo>
                  <a:lnTo>
                    <a:pt x="5836" y="860016"/>
                  </a:lnTo>
                  <a:lnTo>
                    <a:pt x="22304" y="899028"/>
                  </a:lnTo>
                  <a:lnTo>
                    <a:pt x="47847" y="932084"/>
                  </a:lnTo>
                  <a:lnTo>
                    <a:pt x="80903" y="957627"/>
                  </a:lnTo>
                  <a:lnTo>
                    <a:pt x="119915" y="974095"/>
                  </a:lnTo>
                  <a:lnTo>
                    <a:pt x="163322" y="979932"/>
                  </a:lnTo>
                  <a:lnTo>
                    <a:pt x="8963914" y="979932"/>
                  </a:lnTo>
                  <a:lnTo>
                    <a:pt x="9007320" y="974095"/>
                  </a:lnTo>
                  <a:lnTo>
                    <a:pt x="9046332" y="957627"/>
                  </a:lnTo>
                  <a:lnTo>
                    <a:pt x="9079388" y="932084"/>
                  </a:lnTo>
                  <a:lnTo>
                    <a:pt x="9104931" y="899028"/>
                  </a:lnTo>
                  <a:lnTo>
                    <a:pt x="9121399" y="860016"/>
                  </a:lnTo>
                  <a:lnTo>
                    <a:pt x="9127236" y="816610"/>
                  </a:lnTo>
                  <a:lnTo>
                    <a:pt x="9127236" y="163322"/>
                  </a:lnTo>
                  <a:lnTo>
                    <a:pt x="9121399" y="119915"/>
                  </a:lnTo>
                  <a:lnTo>
                    <a:pt x="9104931" y="80903"/>
                  </a:lnTo>
                  <a:lnTo>
                    <a:pt x="9079388" y="47847"/>
                  </a:lnTo>
                  <a:lnTo>
                    <a:pt x="9046332" y="22304"/>
                  </a:lnTo>
                  <a:lnTo>
                    <a:pt x="9007320" y="5836"/>
                  </a:lnTo>
                  <a:lnTo>
                    <a:pt x="8963914" y="0"/>
                  </a:lnTo>
                  <a:close/>
                </a:path>
              </a:pathLst>
            </a:custGeom>
            <a:solidFill>
              <a:srgbClr val="92D05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07008" y="1211580"/>
              <a:ext cx="9127490" cy="2415540"/>
            </a:xfrm>
            <a:custGeom>
              <a:avLst/>
              <a:gdLst/>
              <a:ahLst/>
              <a:cxnLst/>
              <a:rect l="l" t="t" r="r" b="b"/>
              <a:pathLst>
                <a:path w="9127490" h="2415540">
                  <a:moveTo>
                    <a:pt x="8724646" y="0"/>
                  </a:moveTo>
                  <a:lnTo>
                    <a:pt x="402589" y="0"/>
                  </a:lnTo>
                  <a:lnTo>
                    <a:pt x="355633" y="2708"/>
                  </a:lnTo>
                  <a:lnTo>
                    <a:pt x="310269" y="10630"/>
                  </a:lnTo>
                  <a:lnTo>
                    <a:pt x="266800" y="23466"/>
                  </a:lnTo>
                  <a:lnTo>
                    <a:pt x="225526" y="40913"/>
                  </a:lnTo>
                  <a:lnTo>
                    <a:pt x="186751" y="62670"/>
                  </a:lnTo>
                  <a:lnTo>
                    <a:pt x="150776" y="88434"/>
                  </a:lnTo>
                  <a:lnTo>
                    <a:pt x="117903" y="117903"/>
                  </a:lnTo>
                  <a:lnTo>
                    <a:pt x="88434" y="150776"/>
                  </a:lnTo>
                  <a:lnTo>
                    <a:pt x="62670" y="186751"/>
                  </a:lnTo>
                  <a:lnTo>
                    <a:pt x="40913" y="225526"/>
                  </a:lnTo>
                  <a:lnTo>
                    <a:pt x="23466" y="266800"/>
                  </a:lnTo>
                  <a:lnTo>
                    <a:pt x="10630" y="310269"/>
                  </a:lnTo>
                  <a:lnTo>
                    <a:pt x="2708" y="355633"/>
                  </a:lnTo>
                  <a:lnTo>
                    <a:pt x="0" y="402590"/>
                  </a:lnTo>
                  <a:lnTo>
                    <a:pt x="0" y="2012950"/>
                  </a:lnTo>
                  <a:lnTo>
                    <a:pt x="2708" y="2059906"/>
                  </a:lnTo>
                  <a:lnTo>
                    <a:pt x="10630" y="2105270"/>
                  </a:lnTo>
                  <a:lnTo>
                    <a:pt x="23466" y="2148739"/>
                  </a:lnTo>
                  <a:lnTo>
                    <a:pt x="40913" y="2190013"/>
                  </a:lnTo>
                  <a:lnTo>
                    <a:pt x="62670" y="2228788"/>
                  </a:lnTo>
                  <a:lnTo>
                    <a:pt x="88434" y="2264763"/>
                  </a:lnTo>
                  <a:lnTo>
                    <a:pt x="117903" y="2297636"/>
                  </a:lnTo>
                  <a:lnTo>
                    <a:pt x="150776" y="2327105"/>
                  </a:lnTo>
                  <a:lnTo>
                    <a:pt x="186751" y="2352869"/>
                  </a:lnTo>
                  <a:lnTo>
                    <a:pt x="225526" y="2374626"/>
                  </a:lnTo>
                  <a:lnTo>
                    <a:pt x="266800" y="2392073"/>
                  </a:lnTo>
                  <a:lnTo>
                    <a:pt x="310269" y="2404909"/>
                  </a:lnTo>
                  <a:lnTo>
                    <a:pt x="355633" y="2412831"/>
                  </a:lnTo>
                  <a:lnTo>
                    <a:pt x="402589" y="2415540"/>
                  </a:lnTo>
                  <a:lnTo>
                    <a:pt x="8724646" y="2415540"/>
                  </a:lnTo>
                  <a:lnTo>
                    <a:pt x="8771602" y="2412831"/>
                  </a:lnTo>
                  <a:lnTo>
                    <a:pt x="8816966" y="2404909"/>
                  </a:lnTo>
                  <a:lnTo>
                    <a:pt x="8860435" y="2392073"/>
                  </a:lnTo>
                  <a:lnTo>
                    <a:pt x="8901709" y="2374626"/>
                  </a:lnTo>
                  <a:lnTo>
                    <a:pt x="8940484" y="2352869"/>
                  </a:lnTo>
                  <a:lnTo>
                    <a:pt x="8976459" y="2327105"/>
                  </a:lnTo>
                  <a:lnTo>
                    <a:pt x="9009332" y="2297636"/>
                  </a:lnTo>
                  <a:lnTo>
                    <a:pt x="9038801" y="2264763"/>
                  </a:lnTo>
                  <a:lnTo>
                    <a:pt x="9064565" y="2228788"/>
                  </a:lnTo>
                  <a:lnTo>
                    <a:pt x="9086322" y="2190013"/>
                  </a:lnTo>
                  <a:lnTo>
                    <a:pt x="9103769" y="2148739"/>
                  </a:lnTo>
                  <a:lnTo>
                    <a:pt x="9116605" y="2105270"/>
                  </a:lnTo>
                  <a:lnTo>
                    <a:pt x="9124527" y="2059906"/>
                  </a:lnTo>
                  <a:lnTo>
                    <a:pt x="9127236" y="2012950"/>
                  </a:lnTo>
                  <a:lnTo>
                    <a:pt x="9127236" y="402590"/>
                  </a:lnTo>
                  <a:lnTo>
                    <a:pt x="9124527" y="355633"/>
                  </a:lnTo>
                  <a:lnTo>
                    <a:pt x="9116605" y="310269"/>
                  </a:lnTo>
                  <a:lnTo>
                    <a:pt x="9103769" y="266800"/>
                  </a:lnTo>
                  <a:lnTo>
                    <a:pt x="9086322" y="225526"/>
                  </a:lnTo>
                  <a:lnTo>
                    <a:pt x="9064565" y="186751"/>
                  </a:lnTo>
                  <a:lnTo>
                    <a:pt x="9038801" y="150776"/>
                  </a:lnTo>
                  <a:lnTo>
                    <a:pt x="9009332" y="117903"/>
                  </a:lnTo>
                  <a:lnTo>
                    <a:pt x="8976459" y="88434"/>
                  </a:lnTo>
                  <a:lnTo>
                    <a:pt x="8940484" y="62670"/>
                  </a:lnTo>
                  <a:lnTo>
                    <a:pt x="8901709" y="40913"/>
                  </a:lnTo>
                  <a:lnTo>
                    <a:pt x="8860435" y="23466"/>
                  </a:lnTo>
                  <a:lnTo>
                    <a:pt x="8816966" y="10630"/>
                  </a:lnTo>
                  <a:lnTo>
                    <a:pt x="8771602" y="2708"/>
                  </a:lnTo>
                  <a:lnTo>
                    <a:pt x="8724646" y="0"/>
                  </a:lnTo>
                  <a:close/>
                </a:path>
              </a:pathLst>
            </a:custGeom>
            <a:solidFill>
              <a:srgbClr val="FCB08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53283" y="1392936"/>
              <a:ext cx="6764020" cy="2063750"/>
            </a:xfrm>
            <a:custGeom>
              <a:avLst/>
              <a:gdLst/>
              <a:ahLst/>
              <a:cxnLst/>
              <a:rect l="l" t="t" r="r" b="b"/>
              <a:pathLst>
                <a:path w="6764020" h="2063750">
                  <a:moveTo>
                    <a:pt x="6419596" y="0"/>
                  </a:moveTo>
                  <a:lnTo>
                    <a:pt x="343916" y="0"/>
                  </a:lnTo>
                  <a:lnTo>
                    <a:pt x="297237" y="3138"/>
                  </a:lnTo>
                  <a:lnTo>
                    <a:pt x="252471" y="12281"/>
                  </a:lnTo>
                  <a:lnTo>
                    <a:pt x="210026" y="27019"/>
                  </a:lnTo>
                  <a:lnTo>
                    <a:pt x="170311" y="46942"/>
                  </a:lnTo>
                  <a:lnTo>
                    <a:pt x="133736" y="71643"/>
                  </a:lnTo>
                  <a:lnTo>
                    <a:pt x="100710" y="100710"/>
                  </a:lnTo>
                  <a:lnTo>
                    <a:pt x="71643" y="133736"/>
                  </a:lnTo>
                  <a:lnTo>
                    <a:pt x="46942" y="170311"/>
                  </a:lnTo>
                  <a:lnTo>
                    <a:pt x="27019" y="210026"/>
                  </a:lnTo>
                  <a:lnTo>
                    <a:pt x="12281" y="252471"/>
                  </a:lnTo>
                  <a:lnTo>
                    <a:pt x="3138" y="297237"/>
                  </a:lnTo>
                  <a:lnTo>
                    <a:pt x="0" y="343915"/>
                  </a:lnTo>
                  <a:lnTo>
                    <a:pt x="0" y="1719579"/>
                  </a:lnTo>
                  <a:lnTo>
                    <a:pt x="3138" y="1766258"/>
                  </a:lnTo>
                  <a:lnTo>
                    <a:pt x="12281" y="1811024"/>
                  </a:lnTo>
                  <a:lnTo>
                    <a:pt x="27019" y="1853469"/>
                  </a:lnTo>
                  <a:lnTo>
                    <a:pt x="46942" y="1893184"/>
                  </a:lnTo>
                  <a:lnTo>
                    <a:pt x="71643" y="1929759"/>
                  </a:lnTo>
                  <a:lnTo>
                    <a:pt x="100711" y="1962785"/>
                  </a:lnTo>
                  <a:lnTo>
                    <a:pt x="133736" y="1991852"/>
                  </a:lnTo>
                  <a:lnTo>
                    <a:pt x="170311" y="2016553"/>
                  </a:lnTo>
                  <a:lnTo>
                    <a:pt x="210026" y="2036476"/>
                  </a:lnTo>
                  <a:lnTo>
                    <a:pt x="252471" y="2051214"/>
                  </a:lnTo>
                  <a:lnTo>
                    <a:pt x="297237" y="2060357"/>
                  </a:lnTo>
                  <a:lnTo>
                    <a:pt x="343916" y="2063496"/>
                  </a:lnTo>
                  <a:lnTo>
                    <a:pt x="6419596" y="2063496"/>
                  </a:lnTo>
                  <a:lnTo>
                    <a:pt x="6466274" y="2060357"/>
                  </a:lnTo>
                  <a:lnTo>
                    <a:pt x="6511040" y="2051214"/>
                  </a:lnTo>
                  <a:lnTo>
                    <a:pt x="6553485" y="2036476"/>
                  </a:lnTo>
                  <a:lnTo>
                    <a:pt x="6593200" y="2016553"/>
                  </a:lnTo>
                  <a:lnTo>
                    <a:pt x="6629775" y="1991852"/>
                  </a:lnTo>
                  <a:lnTo>
                    <a:pt x="6662801" y="1962785"/>
                  </a:lnTo>
                  <a:lnTo>
                    <a:pt x="6691868" y="1929759"/>
                  </a:lnTo>
                  <a:lnTo>
                    <a:pt x="6716569" y="1893184"/>
                  </a:lnTo>
                  <a:lnTo>
                    <a:pt x="6736492" y="1853469"/>
                  </a:lnTo>
                  <a:lnTo>
                    <a:pt x="6751230" y="1811024"/>
                  </a:lnTo>
                  <a:lnTo>
                    <a:pt x="6760373" y="1766258"/>
                  </a:lnTo>
                  <a:lnTo>
                    <a:pt x="6763512" y="1719579"/>
                  </a:lnTo>
                  <a:lnTo>
                    <a:pt x="6763512" y="343915"/>
                  </a:lnTo>
                  <a:lnTo>
                    <a:pt x="6760373" y="297237"/>
                  </a:lnTo>
                  <a:lnTo>
                    <a:pt x="6751230" y="252471"/>
                  </a:lnTo>
                  <a:lnTo>
                    <a:pt x="6736492" y="210026"/>
                  </a:lnTo>
                  <a:lnTo>
                    <a:pt x="6716569" y="170311"/>
                  </a:lnTo>
                  <a:lnTo>
                    <a:pt x="6691868" y="133736"/>
                  </a:lnTo>
                  <a:lnTo>
                    <a:pt x="6662801" y="100711"/>
                  </a:lnTo>
                  <a:lnTo>
                    <a:pt x="6629775" y="71643"/>
                  </a:lnTo>
                  <a:lnTo>
                    <a:pt x="6593200" y="46942"/>
                  </a:lnTo>
                  <a:lnTo>
                    <a:pt x="6553485" y="27019"/>
                  </a:lnTo>
                  <a:lnTo>
                    <a:pt x="6511040" y="12281"/>
                  </a:lnTo>
                  <a:lnTo>
                    <a:pt x="6466274" y="3138"/>
                  </a:lnTo>
                  <a:lnTo>
                    <a:pt x="6419596" y="0"/>
                  </a:lnTo>
                  <a:close/>
                </a:path>
              </a:pathLst>
            </a:custGeom>
            <a:solidFill>
              <a:srgbClr val="FFF0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5947028" y="1522856"/>
            <a:ext cx="633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latin typeface="Arial"/>
                <a:cs typeface="Arial"/>
              </a:rPr>
              <a:t>QEMU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207008" y="4750308"/>
            <a:ext cx="9127490" cy="0"/>
          </a:xfrm>
          <a:custGeom>
            <a:avLst/>
            <a:gdLst/>
            <a:ahLst/>
            <a:cxnLst/>
            <a:rect l="l" t="t" r="r" b="b"/>
            <a:pathLst>
              <a:path w="9127490" h="0">
                <a:moveTo>
                  <a:pt x="0" y="0"/>
                </a:moveTo>
                <a:lnTo>
                  <a:pt x="9127236" y="0"/>
                </a:lnTo>
              </a:path>
            </a:pathLst>
          </a:custGeom>
          <a:ln w="15240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631695" y="4808346"/>
            <a:ext cx="6305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Hardware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54504" y="3392551"/>
            <a:ext cx="74231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Arial"/>
                <a:cs typeface="Arial"/>
              </a:rPr>
              <a:t>User-space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95755" y="4522977"/>
            <a:ext cx="4305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Kernel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968625" y="1664080"/>
            <a:ext cx="2909570" cy="1826260"/>
            <a:chOff x="2968625" y="1664080"/>
            <a:chExt cx="2909570" cy="1826260"/>
          </a:xfrm>
        </p:grpSpPr>
        <p:sp>
          <p:nvSpPr>
            <p:cNvPr id="14" name="object 14" descr=""/>
            <p:cNvSpPr/>
            <p:nvPr/>
          </p:nvSpPr>
          <p:spPr>
            <a:xfrm>
              <a:off x="2971800" y="1667255"/>
              <a:ext cx="2903220" cy="1819910"/>
            </a:xfrm>
            <a:custGeom>
              <a:avLst/>
              <a:gdLst/>
              <a:ahLst/>
              <a:cxnLst/>
              <a:rect l="l" t="t" r="r" b="b"/>
              <a:pathLst>
                <a:path w="2903220" h="1819910">
                  <a:moveTo>
                    <a:pt x="2599944" y="0"/>
                  </a:moveTo>
                  <a:lnTo>
                    <a:pt x="303275" y="0"/>
                  </a:lnTo>
                  <a:lnTo>
                    <a:pt x="254078" y="3968"/>
                  </a:lnTo>
                  <a:lnTo>
                    <a:pt x="207410" y="15459"/>
                  </a:lnTo>
                  <a:lnTo>
                    <a:pt x="163895" y="33847"/>
                  </a:lnTo>
                  <a:lnTo>
                    <a:pt x="124157" y="58509"/>
                  </a:lnTo>
                  <a:lnTo>
                    <a:pt x="88820" y="88820"/>
                  </a:lnTo>
                  <a:lnTo>
                    <a:pt x="58509" y="124157"/>
                  </a:lnTo>
                  <a:lnTo>
                    <a:pt x="33847" y="163895"/>
                  </a:lnTo>
                  <a:lnTo>
                    <a:pt x="15459" y="207410"/>
                  </a:lnTo>
                  <a:lnTo>
                    <a:pt x="3968" y="254078"/>
                  </a:lnTo>
                  <a:lnTo>
                    <a:pt x="0" y="303276"/>
                  </a:lnTo>
                  <a:lnTo>
                    <a:pt x="0" y="1516380"/>
                  </a:lnTo>
                  <a:lnTo>
                    <a:pt x="3968" y="1565577"/>
                  </a:lnTo>
                  <a:lnTo>
                    <a:pt x="15459" y="1612245"/>
                  </a:lnTo>
                  <a:lnTo>
                    <a:pt x="33847" y="1655760"/>
                  </a:lnTo>
                  <a:lnTo>
                    <a:pt x="58509" y="1695498"/>
                  </a:lnTo>
                  <a:lnTo>
                    <a:pt x="88820" y="1730835"/>
                  </a:lnTo>
                  <a:lnTo>
                    <a:pt x="124157" y="1761146"/>
                  </a:lnTo>
                  <a:lnTo>
                    <a:pt x="163895" y="1785808"/>
                  </a:lnTo>
                  <a:lnTo>
                    <a:pt x="207410" y="1804196"/>
                  </a:lnTo>
                  <a:lnTo>
                    <a:pt x="254078" y="1815687"/>
                  </a:lnTo>
                  <a:lnTo>
                    <a:pt x="303275" y="1819656"/>
                  </a:lnTo>
                  <a:lnTo>
                    <a:pt x="2599944" y="1819656"/>
                  </a:lnTo>
                  <a:lnTo>
                    <a:pt x="2649141" y="1815687"/>
                  </a:lnTo>
                  <a:lnTo>
                    <a:pt x="2695809" y="1804196"/>
                  </a:lnTo>
                  <a:lnTo>
                    <a:pt x="2739324" y="1785808"/>
                  </a:lnTo>
                  <a:lnTo>
                    <a:pt x="2779062" y="1761146"/>
                  </a:lnTo>
                  <a:lnTo>
                    <a:pt x="2814399" y="1730835"/>
                  </a:lnTo>
                  <a:lnTo>
                    <a:pt x="2844710" y="1695498"/>
                  </a:lnTo>
                  <a:lnTo>
                    <a:pt x="2869372" y="1655760"/>
                  </a:lnTo>
                  <a:lnTo>
                    <a:pt x="2887760" y="1612245"/>
                  </a:lnTo>
                  <a:lnTo>
                    <a:pt x="2899251" y="1565577"/>
                  </a:lnTo>
                  <a:lnTo>
                    <a:pt x="2903220" y="1516380"/>
                  </a:lnTo>
                  <a:lnTo>
                    <a:pt x="2903220" y="303276"/>
                  </a:lnTo>
                  <a:lnTo>
                    <a:pt x="2899251" y="254078"/>
                  </a:lnTo>
                  <a:lnTo>
                    <a:pt x="2887760" y="207410"/>
                  </a:lnTo>
                  <a:lnTo>
                    <a:pt x="2869372" y="163895"/>
                  </a:lnTo>
                  <a:lnTo>
                    <a:pt x="2844710" y="124157"/>
                  </a:lnTo>
                  <a:lnTo>
                    <a:pt x="2814399" y="88820"/>
                  </a:lnTo>
                  <a:lnTo>
                    <a:pt x="2779062" y="58509"/>
                  </a:lnTo>
                  <a:lnTo>
                    <a:pt x="2739324" y="33847"/>
                  </a:lnTo>
                  <a:lnTo>
                    <a:pt x="2695809" y="15459"/>
                  </a:lnTo>
                  <a:lnTo>
                    <a:pt x="2649141" y="3968"/>
                  </a:lnTo>
                  <a:lnTo>
                    <a:pt x="2599944" y="0"/>
                  </a:lnTo>
                  <a:close/>
                </a:path>
              </a:pathLst>
            </a:custGeom>
            <a:solidFill>
              <a:srgbClr val="FFD3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971800" y="1667255"/>
              <a:ext cx="2903220" cy="1819910"/>
            </a:xfrm>
            <a:custGeom>
              <a:avLst/>
              <a:gdLst/>
              <a:ahLst/>
              <a:cxnLst/>
              <a:rect l="l" t="t" r="r" b="b"/>
              <a:pathLst>
                <a:path w="2903220" h="1819910">
                  <a:moveTo>
                    <a:pt x="0" y="303276"/>
                  </a:moveTo>
                  <a:lnTo>
                    <a:pt x="3968" y="254078"/>
                  </a:lnTo>
                  <a:lnTo>
                    <a:pt x="15459" y="207410"/>
                  </a:lnTo>
                  <a:lnTo>
                    <a:pt x="33847" y="163895"/>
                  </a:lnTo>
                  <a:lnTo>
                    <a:pt x="58509" y="124157"/>
                  </a:lnTo>
                  <a:lnTo>
                    <a:pt x="88820" y="88820"/>
                  </a:lnTo>
                  <a:lnTo>
                    <a:pt x="124157" y="58509"/>
                  </a:lnTo>
                  <a:lnTo>
                    <a:pt x="163895" y="33847"/>
                  </a:lnTo>
                  <a:lnTo>
                    <a:pt x="207410" y="15459"/>
                  </a:lnTo>
                  <a:lnTo>
                    <a:pt x="254078" y="3968"/>
                  </a:lnTo>
                  <a:lnTo>
                    <a:pt x="303275" y="0"/>
                  </a:lnTo>
                  <a:lnTo>
                    <a:pt x="2599944" y="0"/>
                  </a:lnTo>
                  <a:lnTo>
                    <a:pt x="2649141" y="3968"/>
                  </a:lnTo>
                  <a:lnTo>
                    <a:pt x="2695809" y="15459"/>
                  </a:lnTo>
                  <a:lnTo>
                    <a:pt x="2739324" y="33847"/>
                  </a:lnTo>
                  <a:lnTo>
                    <a:pt x="2779062" y="58509"/>
                  </a:lnTo>
                  <a:lnTo>
                    <a:pt x="2814399" y="88820"/>
                  </a:lnTo>
                  <a:lnTo>
                    <a:pt x="2844710" y="124157"/>
                  </a:lnTo>
                  <a:lnTo>
                    <a:pt x="2869372" y="163895"/>
                  </a:lnTo>
                  <a:lnTo>
                    <a:pt x="2887760" y="207410"/>
                  </a:lnTo>
                  <a:lnTo>
                    <a:pt x="2899251" y="254078"/>
                  </a:lnTo>
                  <a:lnTo>
                    <a:pt x="2903220" y="303276"/>
                  </a:lnTo>
                  <a:lnTo>
                    <a:pt x="2903220" y="1516380"/>
                  </a:lnTo>
                  <a:lnTo>
                    <a:pt x="2899251" y="1565577"/>
                  </a:lnTo>
                  <a:lnTo>
                    <a:pt x="2887760" y="1612245"/>
                  </a:lnTo>
                  <a:lnTo>
                    <a:pt x="2869372" y="1655760"/>
                  </a:lnTo>
                  <a:lnTo>
                    <a:pt x="2844710" y="1695498"/>
                  </a:lnTo>
                  <a:lnTo>
                    <a:pt x="2814399" y="1730835"/>
                  </a:lnTo>
                  <a:lnTo>
                    <a:pt x="2779062" y="1761146"/>
                  </a:lnTo>
                  <a:lnTo>
                    <a:pt x="2739324" y="1785808"/>
                  </a:lnTo>
                  <a:lnTo>
                    <a:pt x="2695809" y="1804196"/>
                  </a:lnTo>
                  <a:lnTo>
                    <a:pt x="2649141" y="1815687"/>
                  </a:lnTo>
                  <a:lnTo>
                    <a:pt x="2599944" y="1819656"/>
                  </a:lnTo>
                  <a:lnTo>
                    <a:pt x="303275" y="1819656"/>
                  </a:lnTo>
                  <a:lnTo>
                    <a:pt x="254078" y="1815687"/>
                  </a:lnTo>
                  <a:lnTo>
                    <a:pt x="207410" y="1804196"/>
                  </a:lnTo>
                  <a:lnTo>
                    <a:pt x="163895" y="1785808"/>
                  </a:lnTo>
                  <a:lnTo>
                    <a:pt x="124157" y="1761146"/>
                  </a:lnTo>
                  <a:lnTo>
                    <a:pt x="88820" y="1730835"/>
                  </a:lnTo>
                  <a:lnTo>
                    <a:pt x="58509" y="1695498"/>
                  </a:lnTo>
                  <a:lnTo>
                    <a:pt x="33847" y="1655760"/>
                  </a:lnTo>
                  <a:lnTo>
                    <a:pt x="15459" y="1612245"/>
                  </a:lnTo>
                  <a:lnTo>
                    <a:pt x="3968" y="1565577"/>
                  </a:lnTo>
                  <a:lnTo>
                    <a:pt x="0" y="1516380"/>
                  </a:lnTo>
                  <a:lnTo>
                    <a:pt x="0" y="303276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259326" y="1784730"/>
            <a:ext cx="3314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Arial"/>
                <a:cs typeface="Arial"/>
              </a:rPr>
              <a:t>VM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944241" y="3915028"/>
            <a:ext cx="2940050" cy="419734"/>
            <a:chOff x="2944241" y="3915028"/>
            <a:chExt cx="2940050" cy="419734"/>
          </a:xfrm>
        </p:grpSpPr>
        <p:sp>
          <p:nvSpPr>
            <p:cNvPr id="18" name="object 18" descr=""/>
            <p:cNvSpPr/>
            <p:nvPr/>
          </p:nvSpPr>
          <p:spPr>
            <a:xfrm>
              <a:off x="2947416" y="3918203"/>
              <a:ext cx="2933700" cy="413384"/>
            </a:xfrm>
            <a:custGeom>
              <a:avLst/>
              <a:gdLst/>
              <a:ahLst/>
              <a:cxnLst/>
              <a:rect l="l" t="t" r="r" b="b"/>
              <a:pathLst>
                <a:path w="2933700" h="413385">
                  <a:moveTo>
                    <a:pt x="2933700" y="0"/>
                  </a:moveTo>
                  <a:lnTo>
                    <a:pt x="0" y="0"/>
                  </a:lnTo>
                  <a:lnTo>
                    <a:pt x="0" y="413004"/>
                  </a:lnTo>
                  <a:lnTo>
                    <a:pt x="2933700" y="413004"/>
                  </a:lnTo>
                  <a:lnTo>
                    <a:pt x="2933700" y="0"/>
                  </a:lnTo>
                  <a:close/>
                </a:path>
              </a:pathLst>
            </a:custGeom>
            <a:solidFill>
              <a:srgbClr val="FADA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947416" y="3918203"/>
              <a:ext cx="2933700" cy="413384"/>
            </a:xfrm>
            <a:custGeom>
              <a:avLst/>
              <a:gdLst/>
              <a:ahLst/>
              <a:cxnLst/>
              <a:rect l="l" t="t" r="r" b="b"/>
              <a:pathLst>
                <a:path w="2933700" h="413385">
                  <a:moveTo>
                    <a:pt x="0" y="413004"/>
                  </a:moveTo>
                  <a:lnTo>
                    <a:pt x="2933700" y="413004"/>
                  </a:lnTo>
                  <a:lnTo>
                    <a:pt x="2933700" y="0"/>
                  </a:lnTo>
                  <a:lnTo>
                    <a:pt x="0" y="0"/>
                  </a:lnTo>
                  <a:lnTo>
                    <a:pt x="0" y="413004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251197" y="4023817"/>
            <a:ext cx="32766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latin typeface="Arial"/>
                <a:cs typeface="Arial"/>
              </a:rPr>
              <a:t>KVM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726808" y="3913504"/>
            <a:ext cx="2533650" cy="417830"/>
            <a:chOff x="6726808" y="3913504"/>
            <a:chExt cx="2533650" cy="417830"/>
          </a:xfrm>
        </p:grpSpPr>
        <p:sp>
          <p:nvSpPr>
            <p:cNvPr id="22" name="object 22" descr=""/>
            <p:cNvSpPr/>
            <p:nvPr/>
          </p:nvSpPr>
          <p:spPr>
            <a:xfrm>
              <a:off x="6729983" y="3916679"/>
              <a:ext cx="2527300" cy="411480"/>
            </a:xfrm>
            <a:custGeom>
              <a:avLst/>
              <a:gdLst/>
              <a:ahLst/>
              <a:cxnLst/>
              <a:rect l="l" t="t" r="r" b="b"/>
              <a:pathLst>
                <a:path w="2527300" h="411479">
                  <a:moveTo>
                    <a:pt x="2526792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2526792" y="411480"/>
                  </a:lnTo>
                  <a:lnTo>
                    <a:pt x="2526792" y="0"/>
                  </a:lnTo>
                  <a:close/>
                </a:path>
              </a:pathLst>
            </a:custGeom>
            <a:solidFill>
              <a:srgbClr val="FADA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729983" y="3916679"/>
              <a:ext cx="2527300" cy="411480"/>
            </a:xfrm>
            <a:custGeom>
              <a:avLst/>
              <a:gdLst/>
              <a:ahLst/>
              <a:cxnLst/>
              <a:rect l="l" t="t" r="r" b="b"/>
              <a:pathLst>
                <a:path w="2527300" h="411479">
                  <a:moveTo>
                    <a:pt x="0" y="411480"/>
                  </a:moveTo>
                  <a:lnTo>
                    <a:pt x="2526792" y="411480"/>
                  </a:lnTo>
                  <a:lnTo>
                    <a:pt x="2526792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540497" y="4021963"/>
            <a:ext cx="906144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VFIO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FSL-</a:t>
            </a:r>
            <a:r>
              <a:rPr dirty="0" sz="1100" spc="-25">
                <a:latin typeface="Arial"/>
                <a:cs typeface="Arial"/>
              </a:rPr>
              <a:t>MC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3284220" y="2866644"/>
            <a:ext cx="2260600" cy="326390"/>
          </a:xfrm>
          <a:custGeom>
            <a:avLst/>
            <a:gdLst/>
            <a:ahLst/>
            <a:cxnLst/>
            <a:rect l="l" t="t" r="r" b="b"/>
            <a:pathLst>
              <a:path w="2260600" h="326389">
                <a:moveTo>
                  <a:pt x="2205735" y="0"/>
                </a:moveTo>
                <a:lnTo>
                  <a:pt x="54355" y="0"/>
                </a:lnTo>
                <a:lnTo>
                  <a:pt x="33218" y="4278"/>
                </a:lnTo>
                <a:lnTo>
                  <a:pt x="15938" y="15938"/>
                </a:lnTo>
                <a:lnTo>
                  <a:pt x="4278" y="33218"/>
                </a:lnTo>
                <a:lnTo>
                  <a:pt x="0" y="54355"/>
                </a:lnTo>
                <a:lnTo>
                  <a:pt x="0" y="271779"/>
                </a:lnTo>
                <a:lnTo>
                  <a:pt x="4278" y="292917"/>
                </a:lnTo>
                <a:lnTo>
                  <a:pt x="15938" y="310197"/>
                </a:lnTo>
                <a:lnTo>
                  <a:pt x="33218" y="321857"/>
                </a:lnTo>
                <a:lnTo>
                  <a:pt x="54355" y="326135"/>
                </a:lnTo>
                <a:lnTo>
                  <a:pt x="2205735" y="326135"/>
                </a:lnTo>
                <a:lnTo>
                  <a:pt x="2226873" y="321857"/>
                </a:lnTo>
                <a:lnTo>
                  <a:pt x="2244153" y="310197"/>
                </a:lnTo>
                <a:lnTo>
                  <a:pt x="2255813" y="292917"/>
                </a:lnTo>
                <a:lnTo>
                  <a:pt x="2260091" y="271779"/>
                </a:lnTo>
                <a:lnTo>
                  <a:pt x="2260091" y="54355"/>
                </a:lnTo>
                <a:lnTo>
                  <a:pt x="2255813" y="33218"/>
                </a:lnTo>
                <a:lnTo>
                  <a:pt x="2244153" y="15938"/>
                </a:lnTo>
                <a:lnTo>
                  <a:pt x="2226873" y="4278"/>
                </a:lnTo>
                <a:lnTo>
                  <a:pt x="2205735" y="0"/>
                </a:lnTo>
                <a:close/>
              </a:path>
            </a:pathLst>
          </a:custGeom>
          <a:solidFill>
            <a:srgbClr val="BA87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3750055" y="2921253"/>
            <a:ext cx="1330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FSL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MC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Bus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 Driver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6682613" y="4922392"/>
            <a:ext cx="1765300" cy="366395"/>
            <a:chOff x="6682613" y="4922392"/>
            <a:chExt cx="1765300" cy="366395"/>
          </a:xfrm>
        </p:grpSpPr>
        <p:sp>
          <p:nvSpPr>
            <p:cNvPr id="28" name="object 28" descr=""/>
            <p:cNvSpPr/>
            <p:nvPr/>
          </p:nvSpPr>
          <p:spPr>
            <a:xfrm>
              <a:off x="6685788" y="4925567"/>
              <a:ext cx="1758950" cy="360045"/>
            </a:xfrm>
            <a:custGeom>
              <a:avLst/>
              <a:gdLst/>
              <a:ahLst/>
              <a:cxnLst/>
              <a:rect l="l" t="t" r="r" b="b"/>
              <a:pathLst>
                <a:path w="1758950" h="360045">
                  <a:moveTo>
                    <a:pt x="1758696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1758696" y="359663"/>
                  </a:lnTo>
                  <a:lnTo>
                    <a:pt x="1758696" y="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685788" y="4925567"/>
              <a:ext cx="1758950" cy="360045"/>
            </a:xfrm>
            <a:custGeom>
              <a:avLst/>
              <a:gdLst/>
              <a:ahLst/>
              <a:cxnLst/>
              <a:rect l="l" t="t" r="r" b="b"/>
              <a:pathLst>
                <a:path w="1758950" h="360045">
                  <a:moveTo>
                    <a:pt x="0" y="359663"/>
                  </a:moveTo>
                  <a:lnTo>
                    <a:pt x="1758696" y="359663"/>
                  </a:lnTo>
                  <a:lnTo>
                    <a:pt x="1758696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688835" y="5005577"/>
            <a:ext cx="17526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SMMU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685788" y="2703576"/>
            <a:ext cx="2527300" cy="487680"/>
          </a:xfrm>
          <a:prstGeom prst="rect">
            <a:avLst/>
          </a:prstGeom>
          <a:solidFill>
            <a:srgbClr val="AFD0E9"/>
          </a:solidFill>
        </p:spPr>
        <p:txBody>
          <a:bodyPr wrap="square" lIns="0" tIns="7239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570"/>
              </a:spcBef>
            </a:pPr>
            <a:r>
              <a:rPr dirty="0" sz="1100">
                <a:latin typeface="Arial"/>
                <a:cs typeface="Arial"/>
              </a:rPr>
              <a:t>QEMU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VFIO</a:t>
            </a:r>
            <a:endParaRPr sz="11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100">
                <a:latin typeface="Arial"/>
                <a:cs typeface="Arial"/>
              </a:rPr>
              <a:t>(FSL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MC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Emulation)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3655821" y="3191891"/>
            <a:ext cx="3879215" cy="2093595"/>
            <a:chOff x="3655821" y="3191891"/>
            <a:chExt cx="3879215" cy="2093595"/>
          </a:xfrm>
        </p:grpSpPr>
        <p:sp>
          <p:nvSpPr>
            <p:cNvPr id="33" name="object 33" descr=""/>
            <p:cNvSpPr/>
            <p:nvPr/>
          </p:nvSpPr>
          <p:spPr>
            <a:xfrm>
              <a:off x="7458582" y="3191891"/>
              <a:ext cx="76200" cy="725805"/>
            </a:xfrm>
            <a:custGeom>
              <a:avLst/>
              <a:gdLst/>
              <a:ahLst/>
              <a:cxnLst/>
              <a:rect l="l" t="t" r="r" b="b"/>
              <a:pathLst>
                <a:path w="76200" h="725804">
                  <a:moveTo>
                    <a:pt x="28155" y="649737"/>
                  </a:moveTo>
                  <a:lnTo>
                    <a:pt x="0" y="650113"/>
                  </a:lnTo>
                  <a:lnTo>
                    <a:pt x="39116" y="725805"/>
                  </a:lnTo>
                  <a:lnTo>
                    <a:pt x="69753" y="662432"/>
                  </a:lnTo>
                  <a:lnTo>
                    <a:pt x="28321" y="662432"/>
                  </a:lnTo>
                  <a:lnTo>
                    <a:pt x="28160" y="650113"/>
                  </a:lnTo>
                  <a:lnTo>
                    <a:pt x="28155" y="649737"/>
                  </a:lnTo>
                  <a:close/>
                </a:path>
                <a:path w="76200" h="725804">
                  <a:moveTo>
                    <a:pt x="47967" y="649473"/>
                  </a:moveTo>
                  <a:lnTo>
                    <a:pt x="28155" y="649737"/>
                  </a:lnTo>
                  <a:lnTo>
                    <a:pt x="28317" y="662178"/>
                  </a:lnTo>
                  <a:lnTo>
                    <a:pt x="28321" y="662432"/>
                  </a:lnTo>
                  <a:lnTo>
                    <a:pt x="48133" y="662178"/>
                  </a:lnTo>
                  <a:lnTo>
                    <a:pt x="47975" y="650113"/>
                  </a:lnTo>
                  <a:lnTo>
                    <a:pt x="47967" y="649473"/>
                  </a:lnTo>
                  <a:close/>
                </a:path>
                <a:path w="76200" h="725804">
                  <a:moveTo>
                    <a:pt x="76200" y="649097"/>
                  </a:moveTo>
                  <a:lnTo>
                    <a:pt x="47967" y="649473"/>
                  </a:lnTo>
                  <a:lnTo>
                    <a:pt x="48133" y="662178"/>
                  </a:lnTo>
                  <a:lnTo>
                    <a:pt x="28321" y="662432"/>
                  </a:lnTo>
                  <a:lnTo>
                    <a:pt x="69753" y="662432"/>
                  </a:lnTo>
                  <a:lnTo>
                    <a:pt x="76200" y="649097"/>
                  </a:lnTo>
                  <a:close/>
                </a:path>
                <a:path w="76200" h="725804">
                  <a:moveTo>
                    <a:pt x="39497" y="0"/>
                  </a:moveTo>
                  <a:lnTo>
                    <a:pt x="19685" y="254"/>
                  </a:lnTo>
                  <a:lnTo>
                    <a:pt x="28147" y="649097"/>
                  </a:lnTo>
                  <a:lnTo>
                    <a:pt x="28155" y="649737"/>
                  </a:lnTo>
                  <a:lnTo>
                    <a:pt x="47967" y="649473"/>
                  </a:lnTo>
                  <a:lnTo>
                    <a:pt x="39500" y="254"/>
                  </a:lnTo>
                  <a:lnTo>
                    <a:pt x="394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655821" y="3191891"/>
              <a:ext cx="76200" cy="1713864"/>
            </a:xfrm>
            <a:custGeom>
              <a:avLst/>
              <a:gdLst/>
              <a:ahLst/>
              <a:cxnLst/>
              <a:rect l="l" t="t" r="r" b="b"/>
              <a:pathLst>
                <a:path w="76200" h="1713864">
                  <a:moveTo>
                    <a:pt x="0" y="1636903"/>
                  </a:moveTo>
                  <a:lnTo>
                    <a:pt x="37591" y="1713484"/>
                  </a:lnTo>
                  <a:lnTo>
                    <a:pt x="69872" y="1649984"/>
                  </a:lnTo>
                  <a:lnTo>
                    <a:pt x="28066" y="1649984"/>
                  </a:lnTo>
                  <a:lnTo>
                    <a:pt x="28156" y="1637137"/>
                  </a:lnTo>
                  <a:lnTo>
                    <a:pt x="0" y="1636903"/>
                  </a:lnTo>
                  <a:close/>
                </a:path>
                <a:path w="76200" h="1713864">
                  <a:moveTo>
                    <a:pt x="28156" y="1637137"/>
                  </a:moveTo>
                  <a:lnTo>
                    <a:pt x="28066" y="1649984"/>
                  </a:lnTo>
                  <a:lnTo>
                    <a:pt x="47878" y="1649984"/>
                  </a:lnTo>
                  <a:lnTo>
                    <a:pt x="47967" y="1637302"/>
                  </a:lnTo>
                  <a:lnTo>
                    <a:pt x="28156" y="1637137"/>
                  </a:lnTo>
                  <a:close/>
                </a:path>
                <a:path w="76200" h="1713864">
                  <a:moveTo>
                    <a:pt x="47967" y="1637302"/>
                  </a:moveTo>
                  <a:lnTo>
                    <a:pt x="47878" y="1649984"/>
                  </a:lnTo>
                  <a:lnTo>
                    <a:pt x="69872" y="1649984"/>
                  </a:lnTo>
                  <a:lnTo>
                    <a:pt x="76200" y="1637538"/>
                  </a:lnTo>
                  <a:lnTo>
                    <a:pt x="47967" y="1637302"/>
                  </a:lnTo>
                  <a:close/>
                </a:path>
                <a:path w="76200" h="1713864">
                  <a:moveTo>
                    <a:pt x="39624" y="0"/>
                  </a:moveTo>
                  <a:lnTo>
                    <a:pt x="28157" y="1636903"/>
                  </a:lnTo>
                  <a:lnTo>
                    <a:pt x="28156" y="1637137"/>
                  </a:lnTo>
                  <a:lnTo>
                    <a:pt x="47967" y="1637302"/>
                  </a:lnTo>
                  <a:lnTo>
                    <a:pt x="59436" y="254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1FD7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503419" y="4925567"/>
              <a:ext cx="1537970" cy="360045"/>
            </a:xfrm>
            <a:custGeom>
              <a:avLst/>
              <a:gdLst/>
              <a:ahLst/>
              <a:cxnLst/>
              <a:rect l="l" t="t" r="r" b="b"/>
              <a:pathLst>
                <a:path w="1537970" h="360045">
                  <a:moveTo>
                    <a:pt x="1537715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1537715" y="359663"/>
                  </a:lnTo>
                  <a:lnTo>
                    <a:pt x="1537715" y="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4503420" y="4925567"/>
            <a:ext cx="1537970" cy="36004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wrap="square" lIns="0" tIns="92710" rIns="0" bIns="0" rtlCol="0" vert="horz">
            <a:spAutoFit/>
          </a:bodyPr>
          <a:lstStyle/>
          <a:p>
            <a:pPr marL="394335">
              <a:lnSpc>
                <a:spcPct val="100000"/>
              </a:lnSpc>
              <a:spcBef>
                <a:spcPts val="730"/>
              </a:spcBef>
            </a:pPr>
            <a:r>
              <a:rPr dirty="0" sz="1100">
                <a:latin typeface="Arial"/>
                <a:cs typeface="Arial"/>
              </a:rPr>
              <a:t>VM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Memory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1152144" y="3192017"/>
            <a:ext cx="9142730" cy="2813050"/>
            <a:chOff x="1152144" y="3192017"/>
            <a:chExt cx="9142730" cy="2813050"/>
          </a:xfrm>
        </p:grpSpPr>
        <p:sp>
          <p:nvSpPr>
            <p:cNvPr id="38" name="object 38" descr=""/>
            <p:cNvSpPr/>
            <p:nvPr/>
          </p:nvSpPr>
          <p:spPr>
            <a:xfrm>
              <a:off x="6041897" y="5068061"/>
              <a:ext cx="1186815" cy="400050"/>
            </a:xfrm>
            <a:custGeom>
              <a:avLst/>
              <a:gdLst/>
              <a:ahLst/>
              <a:cxnLst/>
              <a:rect l="l" t="t" r="r" b="b"/>
              <a:pathLst>
                <a:path w="1186815" h="400050">
                  <a:moveTo>
                    <a:pt x="1164335" y="38100"/>
                  </a:moveTo>
                  <a:lnTo>
                    <a:pt x="1164335" y="395731"/>
                  </a:lnTo>
                  <a:lnTo>
                    <a:pt x="1168780" y="400050"/>
                  </a:lnTo>
                  <a:lnTo>
                    <a:pt x="1186433" y="400050"/>
                  </a:lnTo>
                  <a:lnTo>
                    <a:pt x="1186433" y="390144"/>
                  </a:lnTo>
                  <a:lnTo>
                    <a:pt x="1184148" y="390144"/>
                  </a:lnTo>
                  <a:lnTo>
                    <a:pt x="1174242" y="380238"/>
                  </a:lnTo>
                  <a:lnTo>
                    <a:pt x="1184148" y="380238"/>
                  </a:lnTo>
                  <a:lnTo>
                    <a:pt x="1184148" y="48006"/>
                  </a:lnTo>
                  <a:lnTo>
                    <a:pt x="1174242" y="48006"/>
                  </a:lnTo>
                  <a:lnTo>
                    <a:pt x="1164335" y="38100"/>
                  </a:lnTo>
                  <a:close/>
                </a:path>
                <a:path w="1186815" h="400050">
                  <a:moveTo>
                    <a:pt x="1184148" y="380238"/>
                  </a:moveTo>
                  <a:lnTo>
                    <a:pt x="1174242" y="380238"/>
                  </a:lnTo>
                  <a:lnTo>
                    <a:pt x="1184148" y="390144"/>
                  </a:lnTo>
                  <a:lnTo>
                    <a:pt x="1184148" y="380238"/>
                  </a:lnTo>
                  <a:close/>
                </a:path>
                <a:path w="1186815" h="400050">
                  <a:moveTo>
                    <a:pt x="1186433" y="380238"/>
                  </a:moveTo>
                  <a:lnTo>
                    <a:pt x="1184148" y="380238"/>
                  </a:lnTo>
                  <a:lnTo>
                    <a:pt x="1184148" y="390144"/>
                  </a:lnTo>
                  <a:lnTo>
                    <a:pt x="1186433" y="390144"/>
                  </a:lnTo>
                  <a:lnTo>
                    <a:pt x="1186433" y="380238"/>
                  </a:lnTo>
                  <a:close/>
                </a:path>
                <a:path w="1186815" h="40005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3"/>
                  </a:lnTo>
                  <a:lnTo>
                    <a:pt x="76200" y="28193"/>
                  </a:lnTo>
                  <a:lnTo>
                    <a:pt x="76200" y="0"/>
                  </a:lnTo>
                  <a:close/>
                </a:path>
                <a:path w="1186815" h="400050">
                  <a:moveTo>
                    <a:pt x="76200" y="28193"/>
                  </a:moveTo>
                  <a:lnTo>
                    <a:pt x="63500" y="28193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3"/>
                  </a:lnTo>
                  <a:close/>
                </a:path>
                <a:path w="1186815" h="400050">
                  <a:moveTo>
                    <a:pt x="1179702" y="28193"/>
                  </a:moveTo>
                  <a:lnTo>
                    <a:pt x="76200" y="28193"/>
                  </a:lnTo>
                  <a:lnTo>
                    <a:pt x="76200" y="48006"/>
                  </a:lnTo>
                  <a:lnTo>
                    <a:pt x="1164335" y="48006"/>
                  </a:lnTo>
                  <a:lnTo>
                    <a:pt x="1164335" y="38100"/>
                  </a:lnTo>
                  <a:lnTo>
                    <a:pt x="1184148" y="38100"/>
                  </a:lnTo>
                  <a:lnTo>
                    <a:pt x="1184148" y="32638"/>
                  </a:lnTo>
                  <a:lnTo>
                    <a:pt x="1179702" y="28193"/>
                  </a:lnTo>
                  <a:close/>
                </a:path>
                <a:path w="1186815" h="400050">
                  <a:moveTo>
                    <a:pt x="1184148" y="38100"/>
                  </a:moveTo>
                  <a:lnTo>
                    <a:pt x="1164335" y="38100"/>
                  </a:lnTo>
                  <a:lnTo>
                    <a:pt x="1174242" y="48006"/>
                  </a:lnTo>
                  <a:lnTo>
                    <a:pt x="1184148" y="48006"/>
                  </a:lnTo>
                  <a:lnTo>
                    <a:pt x="1184148" y="381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159764" y="3680459"/>
              <a:ext cx="9127490" cy="0"/>
            </a:xfrm>
            <a:custGeom>
              <a:avLst/>
              <a:gdLst/>
              <a:ahLst/>
              <a:cxnLst/>
              <a:rect l="l" t="t" r="r" b="b"/>
              <a:pathLst>
                <a:path w="9127490" h="0">
                  <a:moveTo>
                    <a:pt x="0" y="0"/>
                  </a:moveTo>
                  <a:lnTo>
                    <a:pt x="9127236" y="0"/>
                  </a:lnTo>
                </a:path>
              </a:pathLst>
            </a:custGeom>
            <a:ln w="1524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754118" y="3192017"/>
              <a:ext cx="4124325" cy="2245995"/>
            </a:xfrm>
            <a:custGeom>
              <a:avLst/>
              <a:gdLst/>
              <a:ahLst/>
              <a:cxnLst/>
              <a:rect l="l" t="t" r="r" b="b"/>
              <a:pathLst>
                <a:path w="4124325" h="224599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194" y="76200"/>
                  </a:lnTo>
                  <a:lnTo>
                    <a:pt x="28194" y="725678"/>
                  </a:lnTo>
                  <a:lnTo>
                    <a:pt x="48006" y="725678"/>
                  </a:lnTo>
                  <a:lnTo>
                    <a:pt x="48006" y="76200"/>
                  </a:lnTo>
                  <a:lnTo>
                    <a:pt x="76200" y="76200"/>
                  </a:lnTo>
                  <a:close/>
                </a:path>
                <a:path w="4124325" h="2245995">
                  <a:moveTo>
                    <a:pt x="1932432" y="919734"/>
                  </a:moveTo>
                  <a:lnTo>
                    <a:pt x="1197864" y="919734"/>
                  </a:lnTo>
                  <a:lnTo>
                    <a:pt x="1197864" y="891540"/>
                  </a:lnTo>
                  <a:lnTo>
                    <a:pt x="1121664" y="929640"/>
                  </a:lnTo>
                  <a:lnTo>
                    <a:pt x="1197864" y="967740"/>
                  </a:lnTo>
                  <a:lnTo>
                    <a:pt x="1197864" y="939546"/>
                  </a:lnTo>
                  <a:lnTo>
                    <a:pt x="1932432" y="939546"/>
                  </a:lnTo>
                  <a:lnTo>
                    <a:pt x="1932432" y="919734"/>
                  </a:lnTo>
                  <a:close/>
                </a:path>
                <a:path w="4124325" h="2245995">
                  <a:moveTo>
                    <a:pt x="4123944" y="1216152"/>
                  </a:moveTo>
                  <a:lnTo>
                    <a:pt x="4117594" y="1203452"/>
                  </a:lnTo>
                  <a:lnTo>
                    <a:pt x="4085844" y="1139952"/>
                  </a:lnTo>
                  <a:lnTo>
                    <a:pt x="4047744" y="1216152"/>
                  </a:lnTo>
                  <a:lnTo>
                    <a:pt x="4075938" y="1216152"/>
                  </a:lnTo>
                  <a:lnTo>
                    <a:pt x="4075938" y="2245741"/>
                  </a:lnTo>
                  <a:lnTo>
                    <a:pt x="4095750" y="2245741"/>
                  </a:lnTo>
                  <a:lnTo>
                    <a:pt x="4095750" y="1216152"/>
                  </a:lnTo>
                  <a:lnTo>
                    <a:pt x="4123944" y="1216152"/>
                  </a:lnTo>
                  <a:close/>
                </a:path>
              </a:pathLst>
            </a:custGeom>
            <a:solidFill>
              <a:srgbClr val="D44E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540508" y="4874259"/>
              <a:ext cx="6960234" cy="1127760"/>
            </a:xfrm>
            <a:custGeom>
              <a:avLst/>
              <a:gdLst/>
              <a:ahLst/>
              <a:cxnLst/>
              <a:rect l="l" t="t" r="r" b="b"/>
              <a:pathLst>
                <a:path w="6960234" h="1127760">
                  <a:moveTo>
                    <a:pt x="6960108" y="563880"/>
                  </a:moveTo>
                  <a:lnTo>
                    <a:pt x="1860931" y="563880"/>
                  </a:lnTo>
                  <a:lnTo>
                    <a:pt x="1860931" y="0"/>
                  </a:lnTo>
                  <a:lnTo>
                    <a:pt x="0" y="0"/>
                  </a:lnTo>
                  <a:lnTo>
                    <a:pt x="0" y="563880"/>
                  </a:lnTo>
                  <a:lnTo>
                    <a:pt x="0" y="1127760"/>
                  </a:lnTo>
                  <a:lnTo>
                    <a:pt x="6960108" y="1127760"/>
                  </a:lnTo>
                  <a:lnTo>
                    <a:pt x="6960108" y="56388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540508" y="4873751"/>
              <a:ext cx="6960234" cy="1127760"/>
            </a:xfrm>
            <a:custGeom>
              <a:avLst/>
              <a:gdLst/>
              <a:ahLst/>
              <a:cxnLst/>
              <a:rect l="l" t="t" r="r" b="b"/>
              <a:pathLst>
                <a:path w="6960234" h="1127760">
                  <a:moveTo>
                    <a:pt x="0" y="0"/>
                  </a:moveTo>
                  <a:lnTo>
                    <a:pt x="1860931" y="0"/>
                  </a:lnTo>
                  <a:lnTo>
                    <a:pt x="1860931" y="563880"/>
                  </a:lnTo>
                  <a:lnTo>
                    <a:pt x="6960108" y="563880"/>
                  </a:lnTo>
                  <a:lnTo>
                    <a:pt x="6960108" y="1127760"/>
                  </a:lnTo>
                  <a:lnTo>
                    <a:pt x="0" y="1127760"/>
                  </a:lnTo>
                  <a:lnTo>
                    <a:pt x="0" y="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5239003" y="5457850"/>
            <a:ext cx="15627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LS2-</a:t>
            </a:r>
            <a:r>
              <a:rPr dirty="0" sz="1400">
                <a:latin typeface="Arial"/>
                <a:cs typeface="Arial"/>
              </a:rPr>
              <a:t>MC</a:t>
            </a:r>
            <a:r>
              <a:rPr dirty="0" sz="1400" spc="-10">
                <a:latin typeface="Arial"/>
                <a:cs typeface="Arial"/>
              </a:rPr>
              <a:t> (DPAA2.0)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284220" y="2343911"/>
            <a:ext cx="762000" cy="382905"/>
          </a:xfrm>
          <a:prstGeom prst="rect">
            <a:avLst/>
          </a:prstGeom>
          <a:solidFill>
            <a:srgbClr val="BA8700"/>
          </a:solidFill>
        </p:spPr>
        <p:txBody>
          <a:bodyPr wrap="square" lIns="0" tIns="67310" rIns="0" bIns="0" rtlCol="0" vert="horz">
            <a:spAutoFit/>
          </a:bodyPr>
          <a:lstStyle/>
          <a:p>
            <a:pPr marL="213360" marR="146685" indent="-59690">
              <a:lnSpc>
                <a:spcPct val="100000"/>
              </a:lnSpc>
              <a:spcBef>
                <a:spcPts val="530"/>
              </a:spcBef>
            </a:pP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Eth</a:t>
            </a:r>
            <a:r>
              <a:rPr dirty="0" sz="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Driver 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DPAA2</a:t>
            </a:r>
            <a:endParaRPr sz="80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4701540" y="2334767"/>
            <a:ext cx="788035" cy="358140"/>
          </a:xfrm>
          <a:prstGeom prst="rect">
            <a:avLst/>
          </a:prstGeom>
          <a:solidFill>
            <a:srgbClr val="BA8700"/>
          </a:solidFill>
        </p:spPr>
        <p:txBody>
          <a:bodyPr wrap="square" lIns="0" tIns="546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DPAA2</a:t>
            </a:r>
            <a:endParaRPr sz="800">
              <a:latin typeface="Arial"/>
              <a:cs typeface="Arial"/>
            </a:endParaRPr>
          </a:p>
          <a:p>
            <a:pPr algn="ctr" marL="1905">
              <a:lnSpc>
                <a:spcPct val="100000"/>
              </a:lnSpc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Crypto-Driver</a:t>
            </a:r>
            <a:endParaRPr sz="800">
              <a:latin typeface="Arial"/>
              <a:cs typeface="Arial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7454646" y="4293869"/>
            <a:ext cx="1160145" cy="1164590"/>
          </a:xfrm>
          <a:custGeom>
            <a:avLst/>
            <a:gdLst/>
            <a:ahLst/>
            <a:cxnLst/>
            <a:rect l="l" t="t" r="r" b="b"/>
            <a:pathLst>
              <a:path w="1160145" h="1164589">
                <a:moveTo>
                  <a:pt x="76200" y="568706"/>
                </a:moveTo>
                <a:lnTo>
                  <a:pt x="48006" y="568706"/>
                </a:lnTo>
                <a:lnTo>
                  <a:pt x="48006" y="32004"/>
                </a:lnTo>
                <a:lnTo>
                  <a:pt x="28194" y="32004"/>
                </a:lnTo>
                <a:lnTo>
                  <a:pt x="28194" y="568706"/>
                </a:lnTo>
                <a:lnTo>
                  <a:pt x="0" y="568706"/>
                </a:lnTo>
                <a:lnTo>
                  <a:pt x="38100" y="644906"/>
                </a:lnTo>
                <a:lnTo>
                  <a:pt x="69850" y="581406"/>
                </a:lnTo>
                <a:lnTo>
                  <a:pt x="76200" y="568706"/>
                </a:lnTo>
                <a:close/>
              </a:path>
              <a:path w="1160145" h="1164589">
                <a:moveTo>
                  <a:pt x="1159764" y="1088136"/>
                </a:moveTo>
                <a:lnTo>
                  <a:pt x="1131570" y="1088136"/>
                </a:lnTo>
                <a:lnTo>
                  <a:pt x="1131570" y="0"/>
                </a:lnTo>
                <a:lnTo>
                  <a:pt x="1111758" y="0"/>
                </a:lnTo>
                <a:lnTo>
                  <a:pt x="1111758" y="1088136"/>
                </a:lnTo>
                <a:lnTo>
                  <a:pt x="1083564" y="1088136"/>
                </a:lnTo>
                <a:lnTo>
                  <a:pt x="1121664" y="1164336"/>
                </a:lnTo>
                <a:lnTo>
                  <a:pt x="1153414" y="1100836"/>
                </a:lnTo>
                <a:lnTo>
                  <a:pt x="1159764" y="10881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0476738" y="2451354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1FD7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0475214" y="2612898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D44E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0487406" y="2785110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3" y="0"/>
                </a:lnTo>
              </a:path>
            </a:pathLst>
          </a:custGeom>
          <a:ln w="19812">
            <a:solidFill>
              <a:srgbClr val="34ACD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11205718" y="2351151"/>
            <a:ext cx="394970" cy="67183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60960" indent="5715">
              <a:lnSpc>
                <a:spcPct val="113399"/>
              </a:lnSpc>
              <a:spcBef>
                <a:spcPts val="35"/>
              </a:spcBef>
            </a:pPr>
            <a:r>
              <a:rPr dirty="0" sz="900" spc="-25">
                <a:latin typeface="Arial"/>
                <a:cs typeface="Arial"/>
              </a:rPr>
              <a:t>MMIO IRQ DMA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900" spc="-10">
                <a:latin typeface="Arial"/>
                <a:cs typeface="Arial"/>
              </a:rPr>
              <a:t>Control</a:t>
            </a:r>
            <a:endParaRPr sz="900">
              <a:latin typeface="Arial"/>
              <a:cs typeface="Arial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10484357" y="2969514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3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3" name="object 5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16</a:t>
            </a:r>
          </a:p>
        </p:txBody>
      </p:sp>
      <p:sp>
        <p:nvSpPr>
          <p:cNvPr id="54" name="object 5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DPAA2</a:t>
            </a:r>
            <a:r>
              <a:rPr dirty="0" spc="-40"/>
              <a:t> </a:t>
            </a:r>
            <a:r>
              <a:rPr dirty="0"/>
              <a:t>Device</a:t>
            </a:r>
            <a:r>
              <a:rPr dirty="0" spc="-85"/>
              <a:t> </a:t>
            </a:r>
            <a:r>
              <a:rPr dirty="0"/>
              <a:t>Pass-through</a:t>
            </a:r>
            <a:r>
              <a:rPr dirty="0" spc="-9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DPDK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 spc="-25"/>
              <a:t>VM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07008" y="1211580"/>
            <a:ext cx="9138285" cy="4893945"/>
            <a:chOff x="1207008" y="1211580"/>
            <a:chExt cx="9138285" cy="4893945"/>
          </a:xfrm>
        </p:grpSpPr>
        <p:sp>
          <p:nvSpPr>
            <p:cNvPr id="4" name="object 4" descr=""/>
            <p:cNvSpPr/>
            <p:nvPr/>
          </p:nvSpPr>
          <p:spPr>
            <a:xfrm>
              <a:off x="1217676" y="4779264"/>
              <a:ext cx="9127490" cy="1325880"/>
            </a:xfrm>
            <a:custGeom>
              <a:avLst/>
              <a:gdLst/>
              <a:ahLst/>
              <a:cxnLst/>
              <a:rect l="l" t="t" r="r" b="b"/>
              <a:pathLst>
                <a:path w="9127490" h="1325879">
                  <a:moveTo>
                    <a:pt x="8906256" y="0"/>
                  </a:moveTo>
                  <a:lnTo>
                    <a:pt x="220980" y="0"/>
                  </a:lnTo>
                  <a:lnTo>
                    <a:pt x="176443" y="4489"/>
                  </a:lnTo>
                  <a:lnTo>
                    <a:pt x="134963" y="17365"/>
                  </a:lnTo>
                  <a:lnTo>
                    <a:pt x="97426" y="37739"/>
                  </a:lnTo>
                  <a:lnTo>
                    <a:pt x="64722" y="64722"/>
                  </a:lnTo>
                  <a:lnTo>
                    <a:pt x="37739" y="97426"/>
                  </a:lnTo>
                  <a:lnTo>
                    <a:pt x="17365" y="134963"/>
                  </a:lnTo>
                  <a:lnTo>
                    <a:pt x="4489" y="176443"/>
                  </a:lnTo>
                  <a:lnTo>
                    <a:pt x="0" y="220980"/>
                  </a:lnTo>
                  <a:lnTo>
                    <a:pt x="0" y="1104900"/>
                  </a:lnTo>
                  <a:lnTo>
                    <a:pt x="4489" y="1149436"/>
                  </a:lnTo>
                  <a:lnTo>
                    <a:pt x="17365" y="1190916"/>
                  </a:lnTo>
                  <a:lnTo>
                    <a:pt x="37739" y="1228453"/>
                  </a:lnTo>
                  <a:lnTo>
                    <a:pt x="64722" y="1261157"/>
                  </a:lnTo>
                  <a:lnTo>
                    <a:pt x="97426" y="1288140"/>
                  </a:lnTo>
                  <a:lnTo>
                    <a:pt x="134963" y="1308514"/>
                  </a:lnTo>
                  <a:lnTo>
                    <a:pt x="176443" y="1321390"/>
                  </a:lnTo>
                  <a:lnTo>
                    <a:pt x="220980" y="1325880"/>
                  </a:lnTo>
                  <a:lnTo>
                    <a:pt x="8906256" y="1325880"/>
                  </a:lnTo>
                  <a:lnTo>
                    <a:pt x="8950792" y="1321390"/>
                  </a:lnTo>
                  <a:lnTo>
                    <a:pt x="8992272" y="1308514"/>
                  </a:lnTo>
                  <a:lnTo>
                    <a:pt x="9029809" y="1288140"/>
                  </a:lnTo>
                  <a:lnTo>
                    <a:pt x="9062513" y="1261157"/>
                  </a:lnTo>
                  <a:lnTo>
                    <a:pt x="9089496" y="1228453"/>
                  </a:lnTo>
                  <a:lnTo>
                    <a:pt x="9109870" y="1190916"/>
                  </a:lnTo>
                  <a:lnTo>
                    <a:pt x="9122746" y="1149436"/>
                  </a:lnTo>
                  <a:lnTo>
                    <a:pt x="9127236" y="1104900"/>
                  </a:lnTo>
                  <a:lnTo>
                    <a:pt x="9127236" y="220980"/>
                  </a:lnTo>
                  <a:lnTo>
                    <a:pt x="9122746" y="176443"/>
                  </a:lnTo>
                  <a:lnTo>
                    <a:pt x="9109870" y="134963"/>
                  </a:lnTo>
                  <a:lnTo>
                    <a:pt x="9089496" y="97426"/>
                  </a:lnTo>
                  <a:lnTo>
                    <a:pt x="9062513" y="64722"/>
                  </a:lnTo>
                  <a:lnTo>
                    <a:pt x="9029809" y="37739"/>
                  </a:lnTo>
                  <a:lnTo>
                    <a:pt x="8992272" y="17365"/>
                  </a:lnTo>
                  <a:lnTo>
                    <a:pt x="8950792" y="4489"/>
                  </a:lnTo>
                  <a:lnTo>
                    <a:pt x="8906256" y="0"/>
                  </a:lnTo>
                  <a:close/>
                </a:path>
              </a:pathLst>
            </a:custGeom>
            <a:solidFill>
              <a:srgbClr val="969D00">
                <a:alpha val="1607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07008" y="3727703"/>
              <a:ext cx="9127490" cy="980440"/>
            </a:xfrm>
            <a:custGeom>
              <a:avLst/>
              <a:gdLst/>
              <a:ahLst/>
              <a:cxnLst/>
              <a:rect l="l" t="t" r="r" b="b"/>
              <a:pathLst>
                <a:path w="9127490" h="980439">
                  <a:moveTo>
                    <a:pt x="8963914" y="0"/>
                  </a:moveTo>
                  <a:lnTo>
                    <a:pt x="163322" y="0"/>
                  </a:lnTo>
                  <a:lnTo>
                    <a:pt x="119915" y="5836"/>
                  </a:lnTo>
                  <a:lnTo>
                    <a:pt x="80903" y="22304"/>
                  </a:lnTo>
                  <a:lnTo>
                    <a:pt x="47847" y="47847"/>
                  </a:lnTo>
                  <a:lnTo>
                    <a:pt x="22304" y="80903"/>
                  </a:lnTo>
                  <a:lnTo>
                    <a:pt x="5836" y="119915"/>
                  </a:lnTo>
                  <a:lnTo>
                    <a:pt x="0" y="163322"/>
                  </a:lnTo>
                  <a:lnTo>
                    <a:pt x="0" y="816610"/>
                  </a:lnTo>
                  <a:lnTo>
                    <a:pt x="5836" y="860016"/>
                  </a:lnTo>
                  <a:lnTo>
                    <a:pt x="22304" y="899028"/>
                  </a:lnTo>
                  <a:lnTo>
                    <a:pt x="47847" y="932084"/>
                  </a:lnTo>
                  <a:lnTo>
                    <a:pt x="80903" y="957627"/>
                  </a:lnTo>
                  <a:lnTo>
                    <a:pt x="119915" y="974095"/>
                  </a:lnTo>
                  <a:lnTo>
                    <a:pt x="163322" y="979932"/>
                  </a:lnTo>
                  <a:lnTo>
                    <a:pt x="8963914" y="979932"/>
                  </a:lnTo>
                  <a:lnTo>
                    <a:pt x="9007320" y="974095"/>
                  </a:lnTo>
                  <a:lnTo>
                    <a:pt x="9046332" y="957627"/>
                  </a:lnTo>
                  <a:lnTo>
                    <a:pt x="9079388" y="932084"/>
                  </a:lnTo>
                  <a:lnTo>
                    <a:pt x="9104931" y="899028"/>
                  </a:lnTo>
                  <a:lnTo>
                    <a:pt x="9121399" y="860016"/>
                  </a:lnTo>
                  <a:lnTo>
                    <a:pt x="9127236" y="816610"/>
                  </a:lnTo>
                  <a:lnTo>
                    <a:pt x="9127236" y="163322"/>
                  </a:lnTo>
                  <a:lnTo>
                    <a:pt x="9121399" y="119915"/>
                  </a:lnTo>
                  <a:lnTo>
                    <a:pt x="9104931" y="80903"/>
                  </a:lnTo>
                  <a:lnTo>
                    <a:pt x="9079388" y="47847"/>
                  </a:lnTo>
                  <a:lnTo>
                    <a:pt x="9046332" y="22304"/>
                  </a:lnTo>
                  <a:lnTo>
                    <a:pt x="9007320" y="5836"/>
                  </a:lnTo>
                  <a:lnTo>
                    <a:pt x="8963914" y="0"/>
                  </a:lnTo>
                  <a:close/>
                </a:path>
              </a:pathLst>
            </a:custGeom>
            <a:solidFill>
              <a:srgbClr val="92D05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07008" y="1211580"/>
              <a:ext cx="9127490" cy="2415540"/>
            </a:xfrm>
            <a:custGeom>
              <a:avLst/>
              <a:gdLst/>
              <a:ahLst/>
              <a:cxnLst/>
              <a:rect l="l" t="t" r="r" b="b"/>
              <a:pathLst>
                <a:path w="9127490" h="2415540">
                  <a:moveTo>
                    <a:pt x="8724646" y="0"/>
                  </a:moveTo>
                  <a:lnTo>
                    <a:pt x="402589" y="0"/>
                  </a:lnTo>
                  <a:lnTo>
                    <a:pt x="355633" y="2708"/>
                  </a:lnTo>
                  <a:lnTo>
                    <a:pt x="310269" y="10630"/>
                  </a:lnTo>
                  <a:lnTo>
                    <a:pt x="266800" y="23466"/>
                  </a:lnTo>
                  <a:lnTo>
                    <a:pt x="225526" y="40913"/>
                  </a:lnTo>
                  <a:lnTo>
                    <a:pt x="186751" y="62670"/>
                  </a:lnTo>
                  <a:lnTo>
                    <a:pt x="150776" y="88434"/>
                  </a:lnTo>
                  <a:lnTo>
                    <a:pt x="117903" y="117903"/>
                  </a:lnTo>
                  <a:lnTo>
                    <a:pt x="88434" y="150776"/>
                  </a:lnTo>
                  <a:lnTo>
                    <a:pt x="62670" y="186751"/>
                  </a:lnTo>
                  <a:lnTo>
                    <a:pt x="40913" y="225526"/>
                  </a:lnTo>
                  <a:lnTo>
                    <a:pt x="23466" y="266800"/>
                  </a:lnTo>
                  <a:lnTo>
                    <a:pt x="10630" y="310269"/>
                  </a:lnTo>
                  <a:lnTo>
                    <a:pt x="2708" y="355633"/>
                  </a:lnTo>
                  <a:lnTo>
                    <a:pt x="0" y="402590"/>
                  </a:lnTo>
                  <a:lnTo>
                    <a:pt x="0" y="2012950"/>
                  </a:lnTo>
                  <a:lnTo>
                    <a:pt x="2708" y="2059906"/>
                  </a:lnTo>
                  <a:lnTo>
                    <a:pt x="10630" y="2105270"/>
                  </a:lnTo>
                  <a:lnTo>
                    <a:pt x="23466" y="2148739"/>
                  </a:lnTo>
                  <a:lnTo>
                    <a:pt x="40913" y="2190013"/>
                  </a:lnTo>
                  <a:lnTo>
                    <a:pt x="62670" y="2228788"/>
                  </a:lnTo>
                  <a:lnTo>
                    <a:pt x="88434" y="2264763"/>
                  </a:lnTo>
                  <a:lnTo>
                    <a:pt x="117903" y="2297636"/>
                  </a:lnTo>
                  <a:lnTo>
                    <a:pt x="150776" y="2327105"/>
                  </a:lnTo>
                  <a:lnTo>
                    <a:pt x="186751" y="2352869"/>
                  </a:lnTo>
                  <a:lnTo>
                    <a:pt x="225526" y="2374626"/>
                  </a:lnTo>
                  <a:lnTo>
                    <a:pt x="266800" y="2392073"/>
                  </a:lnTo>
                  <a:lnTo>
                    <a:pt x="310269" y="2404909"/>
                  </a:lnTo>
                  <a:lnTo>
                    <a:pt x="355633" y="2412831"/>
                  </a:lnTo>
                  <a:lnTo>
                    <a:pt x="402589" y="2415540"/>
                  </a:lnTo>
                  <a:lnTo>
                    <a:pt x="8724646" y="2415540"/>
                  </a:lnTo>
                  <a:lnTo>
                    <a:pt x="8771602" y="2412831"/>
                  </a:lnTo>
                  <a:lnTo>
                    <a:pt x="8816966" y="2404909"/>
                  </a:lnTo>
                  <a:lnTo>
                    <a:pt x="8860435" y="2392073"/>
                  </a:lnTo>
                  <a:lnTo>
                    <a:pt x="8901709" y="2374626"/>
                  </a:lnTo>
                  <a:lnTo>
                    <a:pt x="8940484" y="2352869"/>
                  </a:lnTo>
                  <a:lnTo>
                    <a:pt x="8976459" y="2327105"/>
                  </a:lnTo>
                  <a:lnTo>
                    <a:pt x="9009332" y="2297636"/>
                  </a:lnTo>
                  <a:lnTo>
                    <a:pt x="9038801" y="2264763"/>
                  </a:lnTo>
                  <a:lnTo>
                    <a:pt x="9064565" y="2228788"/>
                  </a:lnTo>
                  <a:lnTo>
                    <a:pt x="9086322" y="2190013"/>
                  </a:lnTo>
                  <a:lnTo>
                    <a:pt x="9103769" y="2148739"/>
                  </a:lnTo>
                  <a:lnTo>
                    <a:pt x="9116605" y="2105270"/>
                  </a:lnTo>
                  <a:lnTo>
                    <a:pt x="9124527" y="2059906"/>
                  </a:lnTo>
                  <a:lnTo>
                    <a:pt x="9127236" y="2012950"/>
                  </a:lnTo>
                  <a:lnTo>
                    <a:pt x="9127236" y="402590"/>
                  </a:lnTo>
                  <a:lnTo>
                    <a:pt x="9124527" y="355633"/>
                  </a:lnTo>
                  <a:lnTo>
                    <a:pt x="9116605" y="310269"/>
                  </a:lnTo>
                  <a:lnTo>
                    <a:pt x="9103769" y="266800"/>
                  </a:lnTo>
                  <a:lnTo>
                    <a:pt x="9086322" y="225526"/>
                  </a:lnTo>
                  <a:lnTo>
                    <a:pt x="9064565" y="186751"/>
                  </a:lnTo>
                  <a:lnTo>
                    <a:pt x="9038801" y="150776"/>
                  </a:lnTo>
                  <a:lnTo>
                    <a:pt x="9009332" y="117903"/>
                  </a:lnTo>
                  <a:lnTo>
                    <a:pt x="8976459" y="88434"/>
                  </a:lnTo>
                  <a:lnTo>
                    <a:pt x="8940484" y="62670"/>
                  </a:lnTo>
                  <a:lnTo>
                    <a:pt x="8901709" y="40913"/>
                  </a:lnTo>
                  <a:lnTo>
                    <a:pt x="8860435" y="23466"/>
                  </a:lnTo>
                  <a:lnTo>
                    <a:pt x="8816966" y="10630"/>
                  </a:lnTo>
                  <a:lnTo>
                    <a:pt x="8771602" y="2708"/>
                  </a:lnTo>
                  <a:lnTo>
                    <a:pt x="8724646" y="0"/>
                  </a:lnTo>
                  <a:close/>
                </a:path>
              </a:pathLst>
            </a:custGeom>
            <a:solidFill>
              <a:srgbClr val="FCB08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171700" y="1347216"/>
              <a:ext cx="7245350" cy="2109470"/>
            </a:xfrm>
            <a:custGeom>
              <a:avLst/>
              <a:gdLst/>
              <a:ahLst/>
              <a:cxnLst/>
              <a:rect l="l" t="t" r="r" b="b"/>
              <a:pathLst>
                <a:path w="7245350" h="2109470">
                  <a:moveTo>
                    <a:pt x="6893559" y="0"/>
                  </a:moveTo>
                  <a:lnTo>
                    <a:pt x="351536" y="0"/>
                  </a:lnTo>
                  <a:lnTo>
                    <a:pt x="303827" y="3208"/>
                  </a:lnTo>
                  <a:lnTo>
                    <a:pt x="258071" y="12554"/>
                  </a:lnTo>
                  <a:lnTo>
                    <a:pt x="214687" y="27620"/>
                  </a:lnTo>
                  <a:lnTo>
                    <a:pt x="174093" y="47987"/>
                  </a:lnTo>
                  <a:lnTo>
                    <a:pt x="136707" y="73236"/>
                  </a:lnTo>
                  <a:lnTo>
                    <a:pt x="102949" y="102949"/>
                  </a:lnTo>
                  <a:lnTo>
                    <a:pt x="73236" y="136707"/>
                  </a:lnTo>
                  <a:lnTo>
                    <a:pt x="47987" y="174093"/>
                  </a:lnTo>
                  <a:lnTo>
                    <a:pt x="27620" y="214687"/>
                  </a:lnTo>
                  <a:lnTo>
                    <a:pt x="12554" y="258071"/>
                  </a:lnTo>
                  <a:lnTo>
                    <a:pt x="3208" y="303827"/>
                  </a:lnTo>
                  <a:lnTo>
                    <a:pt x="0" y="351536"/>
                  </a:lnTo>
                  <a:lnTo>
                    <a:pt x="0" y="1757680"/>
                  </a:lnTo>
                  <a:lnTo>
                    <a:pt x="3208" y="1805388"/>
                  </a:lnTo>
                  <a:lnTo>
                    <a:pt x="12554" y="1851144"/>
                  </a:lnTo>
                  <a:lnTo>
                    <a:pt x="27620" y="1894528"/>
                  </a:lnTo>
                  <a:lnTo>
                    <a:pt x="47987" y="1935122"/>
                  </a:lnTo>
                  <a:lnTo>
                    <a:pt x="73236" y="1972508"/>
                  </a:lnTo>
                  <a:lnTo>
                    <a:pt x="102949" y="2006266"/>
                  </a:lnTo>
                  <a:lnTo>
                    <a:pt x="136707" y="2035979"/>
                  </a:lnTo>
                  <a:lnTo>
                    <a:pt x="174093" y="2061228"/>
                  </a:lnTo>
                  <a:lnTo>
                    <a:pt x="214687" y="2081595"/>
                  </a:lnTo>
                  <a:lnTo>
                    <a:pt x="258071" y="2096661"/>
                  </a:lnTo>
                  <a:lnTo>
                    <a:pt x="303827" y="2106007"/>
                  </a:lnTo>
                  <a:lnTo>
                    <a:pt x="351536" y="2109216"/>
                  </a:lnTo>
                  <a:lnTo>
                    <a:pt x="6893559" y="2109216"/>
                  </a:lnTo>
                  <a:lnTo>
                    <a:pt x="6941268" y="2106007"/>
                  </a:lnTo>
                  <a:lnTo>
                    <a:pt x="6987024" y="2096661"/>
                  </a:lnTo>
                  <a:lnTo>
                    <a:pt x="7030408" y="2081595"/>
                  </a:lnTo>
                  <a:lnTo>
                    <a:pt x="7071002" y="2061228"/>
                  </a:lnTo>
                  <a:lnTo>
                    <a:pt x="7108388" y="2035979"/>
                  </a:lnTo>
                  <a:lnTo>
                    <a:pt x="7142146" y="2006266"/>
                  </a:lnTo>
                  <a:lnTo>
                    <a:pt x="7171859" y="1972508"/>
                  </a:lnTo>
                  <a:lnTo>
                    <a:pt x="7197108" y="1935122"/>
                  </a:lnTo>
                  <a:lnTo>
                    <a:pt x="7217475" y="1894528"/>
                  </a:lnTo>
                  <a:lnTo>
                    <a:pt x="7232541" y="1851144"/>
                  </a:lnTo>
                  <a:lnTo>
                    <a:pt x="7241887" y="1805388"/>
                  </a:lnTo>
                  <a:lnTo>
                    <a:pt x="7245096" y="1757680"/>
                  </a:lnTo>
                  <a:lnTo>
                    <a:pt x="7245096" y="351536"/>
                  </a:lnTo>
                  <a:lnTo>
                    <a:pt x="7241887" y="303827"/>
                  </a:lnTo>
                  <a:lnTo>
                    <a:pt x="7232541" y="258071"/>
                  </a:lnTo>
                  <a:lnTo>
                    <a:pt x="7217475" y="214687"/>
                  </a:lnTo>
                  <a:lnTo>
                    <a:pt x="7197108" y="174093"/>
                  </a:lnTo>
                  <a:lnTo>
                    <a:pt x="7171859" y="136707"/>
                  </a:lnTo>
                  <a:lnTo>
                    <a:pt x="7142146" y="102949"/>
                  </a:lnTo>
                  <a:lnTo>
                    <a:pt x="7108388" y="73236"/>
                  </a:lnTo>
                  <a:lnTo>
                    <a:pt x="7071002" y="47987"/>
                  </a:lnTo>
                  <a:lnTo>
                    <a:pt x="7030408" y="27620"/>
                  </a:lnTo>
                  <a:lnTo>
                    <a:pt x="6987024" y="12554"/>
                  </a:lnTo>
                  <a:lnTo>
                    <a:pt x="6941268" y="3208"/>
                  </a:lnTo>
                  <a:lnTo>
                    <a:pt x="6893559" y="0"/>
                  </a:lnTo>
                  <a:close/>
                </a:path>
              </a:pathLst>
            </a:custGeom>
            <a:solidFill>
              <a:srgbClr val="FFF0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20636" y="1478661"/>
            <a:ext cx="633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latin typeface="Arial"/>
                <a:cs typeface="Arial"/>
              </a:rPr>
              <a:t>QEMU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207008" y="4750308"/>
            <a:ext cx="9127490" cy="0"/>
          </a:xfrm>
          <a:custGeom>
            <a:avLst/>
            <a:gdLst/>
            <a:ahLst/>
            <a:cxnLst/>
            <a:rect l="l" t="t" r="r" b="b"/>
            <a:pathLst>
              <a:path w="9127490" h="0">
                <a:moveTo>
                  <a:pt x="0" y="0"/>
                </a:moveTo>
                <a:lnTo>
                  <a:pt x="9127236" y="0"/>
                </a:lnTo>
              </a:path>
            </a:pathLst>
          </a:custGeom>
          <a:ln w="15240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631695" y="4808346"/>
            <a:ext cx="6305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Hardware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74672" y="3362959"/>
            <a:ext cx="74231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Arial"/>
                <a:cs typeface="Arial"/>
              </a:rPr>
              <a:t>User-space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95755" y="4522977"/>
            <a:ext cx="4305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Kernel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657855" y="1347216"/>
            <a:ext cx="3441700" cy="2139950"/>
          </a:xfrm>
          <a:custGeom>
            <a:avLst/>
            <a:gdLst/>
            <a:ahLst/>
            <a:cxnLst/>
            <a:rect l="l" t="t" r="r" b="b"/>
            <a:pathLst>
              <a:path w="3441700" h="2139950">
                <a:moveTo>
                  <a:pt x="3084576" y="0"/>
                </a:moveTo>
                <a:lnTo>
                  <a:pt x="356616" y="0"/>
                </a:lnTo>
                <a:lnTo>
                  <a:pt x="308220" y="3255"/>
                </a:lnTo>
                <a:lnTo>
                  <a:pt x="261805" y="12737"/>
                </a:lnTo>
                <a:lnTo>
                  <a:pt x="217795" y="28021"/>
                </a:lnTo>
                <a:lnTo>
                  <a:pt x="176614" y="48683"/>
                </a:lnTo>
                <a:lnTo>
                  <a:pt x="138688" y="74298"/>
                </a:lnTo>
                <a:lnTo>
                  <a:pt x="104441" y="104441"/>
                </a:lnTo>
                <a:lnTo>
                  <a:pt x="74298" y="138688"/>
                </a:lnTo>
                <a:lnTo>
                  <a:pt x="48683" y="176614"/>
                </a:lnTo>
                <a:lnTo>
                  <a:pt x="28021" y="217795"/>
                </a:lnTo>
                <a:lnTo>
                  <a:pt x="12737" y="261805"/>
                </a:lnTo>
                <a:lnTo>
                  <a:pt x="3255" y="308220"/>
                </a:lnTo>
                <a:lnTo>
                  <a:pt x="0" y="356616"/>
                </a:lnTo>
                <a:lnTo>
                  <a:pt x="0" y="1783080"/>
                </a:lnTo>
                <a:lnTo>
                  <a:pt x="3255" y="1831475"/>
                </a:lnTo>
                <a:lnTo>
                  <a:pt x="12737" y="1877890"/>
                </a:lnTo>
                <a:lnTo>
                  <a:pt x="28021" y="1921900"/>
                </a:lnTo>
                <a:lnTo>
                  <a:pt x="48683" y="1963081"/>
                </a:lnTo>
                <a:lnTo>
                  <a:pt x="74298" y="2001007"/>
                </a:lnTo>
                <a:lnTo>
                  <a:pt x="104441" y="2035254"/>
                </a:lnTo>
                <a:lnTo>
                  <a:pt x="138688" y="2065397"/>
                </a:lnTo>
                <a:lnTo>
                  <a:pt x="176614" y="2091012"/>
                </a:lnTo>
                <a:lnTo>
                  <a:pt x="217795" y="2111674"/>
                </a:lnTo>
                <a:lnTo>
                  <a:pt x="261805" y="2126958"/>
                </a:lnTo>
                <a:lnTo>
                  <a:pt x="308220" y="2136440"/>
                </a:lnTo>
                <a:lnTo>
                  <a:pt x="356616" y="2139696"/>
                </a:lnTo>
                <a:lnTo>
                  <a:pt x="3084576" y="2139696"/>
                </a:lnTo>
                <a:lnTo>
                  <a:pt x="3132971" y="2136440"/>
                </a:lnTo>
                <a:lnTo>
                  <a:pt x="3179386" y="2126958"/>
                </a:lnTo>
                <a:lnTo>
                  <a:pt x="3223396" y="2111674"/>
                </a:lnTo>
                <a:lnTo>
                  <a:pt x="3264577" y="2091012"/>
                </a:lnTo>
                <a:lnTo>
                  <a:pt x="3302503" y="2065397"/>
                </a:lnTo>
                <a:lnTo>
                  <a:pt x="3336750" y="2035254"/>
                </a:lnTo>
                <a:lnTo>
                  <a:pt x="3366893" y="2001007"/>
                </a:lnTo>
                <a:lnTo>
                  <a:pt x="3392508" y="1963081"/>
                </a:lnTo>
                <a:lnTo>
                  <a:pt x="3413170" y="1921900"/>
                </a:lnTo>
                <a:lnTo>
                  <a:pt x="3428454" y="1877890"/>
                </a:lnTo>
                <a:lnTo>
                  <a:pt x="3437936" y="1831475"/>
                </a:lnTo>
                <a:lnTo>
                  <a:pt x="3441192" y="1783080"/>
                </a:lnTo>
                <a:lnTo>
                  <a:pt x="3441192" y="356616"/>
                </a:lnTo>
                <a:lnTo>
                  <a:pt x="3437936" y="308220"/>
                </a:lnTo>
                <a:lnTo>
                  <a:pt x="3428454" y="261805"/>
                </a:lnTo>
                <a:lnTo>
                  <a:pt x="3413170" y="217795"/>
                </a:lnTo>
                <a:lnTo>
                  <a:pt x="3392508" y="176614"/>
                </a:lnTo>
                <a:lnTo>
                  <a:pt x="3366893" y="138688"/>
                </a:lnTo>
                <a:lnTo>
                  <a:pt x="3336750" y="104441"/>
                </a:lnTo>
                <a:lnTo>
                  <a:pt x="3302503" y="74298"/>
                </a:lnTo>
                <a:lnTo>
                  <a:pt x="3264577" y="48683"/>
                </a:lnTo>
                <a:lnTo>
                  <a:pt x="3223396" y="28021"/>
                </a:lnTo>
                <a:lnTo>
                  <a:pt x="3179386" y="12737"/>
                </a:lnTo>
                <a:lnTo>
                  <a:pt x="3132971" y="3255"/>
                </a:lnTo>
                <a:lnTo>
                  <a:pt x="3084576" y="0"/>
                </a:lnTo>
                <a:close/>
              </a:path>
            </a:pathLst>
          </a:custGeom>
          <a:solidFill>
            <a:srgbClr val="FFD3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167378" y="1434465"/>
            <a:ext cx="330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Arial"/>
                <a:cs typeface="Arial"/>
              </a:rPr>
              <a:t>VM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944241" y="3915028"/>
            <a:ext cx="2940050" cy="419734"/>
            <a:chOff x="2944241" y="3915028"/>
            <a:chExt cx="2940050" cy="419734"/>
          </a:xfrm>
        </p:grpSpPr>
        <p:sp>
          <p:nvSpPr>
            <p:cNvPr id="16" name="object 16" descr=""/>
            <p:cNvSpPr/>
            <p:nvPr/>
          </p:nvSpPr>
          <p:spPr>
            <a:xfrm>
              <a:off x="2947416" y="3918203"/>
              <a:ext cx="2933700" cy="413384"/>
            </a:xfrm>
            <a:custGeom>
              <a:avLst/>
              <a:gdLst/>
              <a:ahLst/>
              <a:cxnLst/>
              <a:rect l="l" t="t" r="r" b="b"/>
              <a:pathLst>
                <a:path w="2933700" h="413385">
                  <a:moveTo>
                    <a:pt x="2933700" y="0"/>
                  </a:moveTo>
                  <a:lnTo>
                    <a:pt x="0" y="0"/>
                  </a:lnTo>
                  <a:lnTo>
                    <a:pt x="0" y="413004"/>
                  </a:lnTo>
                  <a:lnTo>
                    <a:pt x="2933700" y="413004"/>
                  </a:lnTo>
                  <a:lnTo>
                    <a:pt x="2933700" y="0"/>
                  </a:lnTo>
                  <a:close/>
                </a:path>
              </a:pathLst>
            </a:custGeom>
            <a:solidFill>
              <a:srgbClr val="FADA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947416" y="3918203"/>
              <a:ext cx="2933700" cy="413384"/>
            </a:xfrm>
            <a:custGeom>
              <a:avLst/>
              <a:gdLst/>
              <a:ahLst/>
              <a:cxnLst/>
              <a:rect l="l" t="t" r="r" b="b"/>
              <a:pathLst>
                <a:path w="2933700" h="413385">
                  <a:moveTo>
                    <a:pt x="0" y="413004"/>
                  </a:moveTo>
                  <a:lnTo>
                    <a:pt x="2933700" y="413004"/>
                  </a:lnTo>
                  <a:lnTo>
                    <a:pt x="2933700" y="0"/>
                  </a:lnTo>
                  <a:lnTo>
                    <a:pt x="0" y="0"/>
                  </a:lnTo>
                  <a:lnTo>
                    <a:pt x="0" y="413004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251197" y="4023817"/>
            <a:ext cx="32766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latin typeface="Arial"/>
                <a:cs typeface="Arial"/>
              </a:rPr>
              <a:t>KVM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682613" y="3915028"/>
            <a:ext cx="2533650" cy="419734"/>
            <a:chOff x="6682613" y="3915028"/>
            <a:chExt cx="2533650" cy="419734"/>
          </a:xfrm>
        </p:grpSpPr>
        <p:sp>
          <p:nvSpPr>
            <p:cNvPr id="20" name="object 20" descr=""/>
            <p:cNvSpPr/>
            <p:nvPr/>
          </p:nvSpPr>
          <p:spPr>
            <a:xfrm>
              <a:off x="6685788" y="3918203"/>
              <a:ext cx="2527300" cy="413384"/>
            </a:xfrm>
            <a:custGeom>
              <a:avLst/>
              <a:gdLst/>
              <a:ahLst/>
              <a:cxnLst/>
              <a:rect l="l" t="t" r="r" b="b"/>
              <a:pathLst>
                <a:path w="2527300" h="413385">
                  <a:moveTo>
                    <a:pt x="2526792" y="0"/>
                  </a:moveTo>
                  <a:lnTo>
                    <a:pt x="0" y="0"/>
                  </a:lnTo>
                  <a:lnTo>
                    <a:pt x="0" y="413004"/>
                  </a:lnTo>
                  <a:lnTo>
                    <a:pt x="2526792" y="413004"/>
                  </a:lnTo>
                  <a:lnTo>
                    <a:pt x="2526792" y="0"/>
                  </a:lnTo>
                  <a:close/>
                </a:path>
              </a:pathLst>
            </a:custGeom>
            <a:solidFill>
              <a:srgbClr val="FADA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685788" y="3918203"/>
              <a:ext cx="2527300" cy="413384"/>
            </a:xfrm>
            <a:custGeom>
              <a:avLst/>
              <a:gdLst/>
              <a:ahLst/>
              <a:cxnLst/>
              <a:rect l="l" t="t" r="r" b="b"/>
              <a:pathLst>
                <a:path w="2527300" h="413385">
                  <a:moveTo>
                    <a:pt x="0" y="413004"/>
                  </a:moveTo>
                  <a:lnTo>
                    <a:pt x="2526792" y="413004"/>
                  </a:lnTo>
                  <a:lnTo>
                    <a:pt x="2526792" y="0"/>
                  </a:lnTo>
                  <a:lnTo>
                    <a:pt x="0" y="0"/>
                  </a:lnTo>
                  <a:lnTo>
                    <a:pt x="0" y="413004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496302" y="4023817"/>
            <a:ext cx="90678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Arial"/>
                <a:cs typeface="Arial"/>
              </a:rPr>
              <a:t>VFIO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FSL-</a:t>
            </a:r>
            <a:r>
              <a:rPr dirty="0" sz="1100" spc="-35">
                <a:latin typeface="Arial"/>
                <a:cs typeface="Arial"/>
              </a:rPr>
              <a:t>MC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457955" y="3076955"/>
            <a:ext cx="4989830" cy="2211705"/>
            <a:chOff x="3457955" y="3076955"/>
            <a:chExt cx="4989830" cy="2211705"/>
          </a:xfrm>
        </p:grpSpPr>
        <p:sp>
          <p:nvSpPr>
            <p:cNvPr id="24" name="object 24" descr=""/>
            <p:cNvSpPr/>
            <p:nvPr/>
          </p:nvSpPr>
          <p:spPr>
            <a:xfrm>
              <a:off x="3457955" y="3076955"/>
              <a:ext cx="1225550" cy="311150"/>
            </a:xfrm>
            <a:custGeom>
              <a:avLst/>
              <a:gdLst/>
              <a:ahLst/>
              <a:cxnLst/>
              <a:rect l="l" t="t" r="r" b="b"/>
              <a:pathLst>
                <a:path w="1225550" h="311150">
                  <a:moveTo>
                    <a:pt x="1173480" y="0"/>
                  </a:moveTo>
                  <a:lnTo>
                    <a:pt x="51816" y="0"/>
                  </a:lnTo>
                  <a:lnTo>
                    <a:pt x="31664" y="4077"/>
                  </a:lnTo>
                  <a:lnTo>
                    <a:pt x="15192" y="15192"/>
                  </a:lnTo>
                  <a:lnTo>
                    <a:pt x="4077" y="31664"/>
                  </a:lnTo>
                  <a:lnTo>
                    <a:pt x="0" y="51816"/>
                  </a:lnTo>
                  <a:lnTo>
                    <a:pt x="0" y="259080"/>
                  </a:lnTo>
                  <a:lnTo>
                    <a:pt x="4077" y="279231"/>
                  </a:lnTo>
                  <a:lnTo>
                    <a:pt x="15192" y="295703"/>
                  </a:lnTo>
                  <a:lnTo>
                    <a:pt x="31664" y="306818"/>
                  </a:lnTo>
                  <a:lnTo>
                    <a:pt x="51816" y="310896"/>
                  </a:lnTo>
                  <a:lnTo>
                    <a:pt x="1173480" y="310896"/>
                  </a:lnTo>
                  <a:lnTo>
                    <a:pt x="1193631" y="306818"/>
                  </a:lnTo>
                  <a:lnTo>
                    <a:pt x="1210103" y="295703"/>
                  </a:lnTo>
                  <a:lnTo>
                    <a:pt x="1221218" y="279231"/>
                  </a:lnTo>
                  <a:lnTo>
                    <a:pt x="1225296" y="259080"/>
                  </a:lnTo>
                  <a:lnTo>
                    <a:pt x="1225296" y="51816"/>
                  </a:lnTo>
                  <a:lnTo>
                    <a:pt x="1221218" y="31664"/>
                  </a:lnTo>
                  <a:lnTo>
                    <a:pt x="1210103" y="15192"/>
                  </a:lnTo>
                  <a:lnTo>
                    <a:pt x="1193631" y="4077"/>
                  </a:lnTo>
                  <a:lnTo>
                    <a:pt x="1173480" y="0"/>
                  </a:lnTo>
                  <a:close/>
                </a:path>
              </a:pathLst>
            </a:custGeom>
            <a:solidFill>
              <a:srgbClr val="BA87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685788" y="4925567"/>
              <a:ext cx="1758950" cy="360045"/>
            </a:xfrm>
            <a:custGeom>
              <a:avLst/>
              <a:gdLst/>
              <a:ahLst/>
              <a:cxnLst/>
              <a:rect l="l" t="t" r="r" b="b"/>
              <a:pathLst>
                <a:path w="1758950" h="360045">
                  <a:moveTo>
                    <a:pt x="1758696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1758696" y="359663"/>
                  </a:lnTo>
                  <a:lnTo>
                    <a:pt x="1758696" y="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685788" y="4925567"/>
              <a:ext cx="1758950" cy="360045"/>
            </a:xfrm>
            <a:custGeom>
              <a:avLst/>
              <a:gdLst/>
              <a:ahLst/>
              <a:cxnLst/>
              <a:rect l="l" t="t" r="r" b="b"/>
              <a:pathLst>
                <a:path w="1758950" h="360045">
                  <a:moveTo>
                    <a:pt x="0" y="359663"/>
                  </a:moveTo>
                  <a:lnTo>
                    <a:pt x="1758696" y="359663"/>
                  </a:lnTo>
                  <a:lnTo>
                    <a:pt x="1758696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688835" y="5005577"/>
            <a:ext cx="17526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SMMU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685788" y="2703576"/>
            <a:ext cx="2527300" cy="487680"/>
          </a:xfrm>
          <a:prstGeom prst="rect">
            <a:avLst/>
          </a:prstGeom>
          <a:solidFill>
            <a:srgbClr val="AFD0E9"/>
          </a:solidFill>
        </p:spPr>
        <p:txBody>
          <a:bodyPr wrap="square" lIns="0" tIns="7239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570"/>
              </a:spcBef>
            </a:pPr>
            <a:r>
              <a:rPr dirty="0" sz="1100">
                <a:latin typeface="Arial"/>
                <a:cs typeface="Arial"/>
              </a:rPr>
              <a:t>QEMU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VFIO</a:t>
            </a:r>
            <a:endParaRPr sz="11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100">
                <a:latin typeface="Arial"/>
                <a:cs typeface="Arial"/>
              </a:rPr>
              <a:t>(FSL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MC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Emulation)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4503420" y="3192017"/>
            <a:ext cx="3018790" cy="2093595"/>
            <a:chOff x="4503420" y="3192017"/>
            <a:chExt cx="3018790" cy="2093595"/>
          </a:xfrm>
        </p:grpSpPr>
        <p:sp>
          <p:nvSpPr>
            <p:cNvPr id="30" name="object 30" descr=""/>
            <p:cNvSpPr/>
            <p:nvPr/>
          </p:nvSpPr>
          <p:spPr>
            <a:xfrm>
              <a:off x="7446010" y="3192017"/>
              <a:ext cx="76200" cy="728345"/>
            </a:xfrm>
            <a:custGeom>
              <a:avLst/>
              <a:gdLst/>
              <a:ahLst/>
              <a:cxnLst/>
              <a:rect l="l" t="t" r="r" b="b"/>
              <a:pathLst>
                <a:path w="76200" h="728345">
                  <a:moveTo>
                    <a:pt x="0" y="651383"/>
                  </a:moveTo>
                  <a:lnTo>
                    <a:pt x="37592" y="727837"/>
                  </a:lnTo>
                  <a:lnTo>
                    <a:pt x="69808" y="664464"/>
                  </a:lnTo>
                  <a:lnTo>
                    <a:pt x="28066" y="664464"/>
                  </a:lnTo>
                  <a:lnTo>
                    <a:pt x="28145" y="651570"/>
                  </a:lnTo>
                  <a:lnTo>
                    <a:pt x="0" y="651383"/>
                  </a:lnTo>
                  <a:close/>
                </a:path>
                <a:path w="76200" h="728345">
                  <a:moveTo>
                    <a:pt x="28145" y="651570"/>
                  </a:moveTo>
                  <a:lnTo>
                    <a:pt x="28066" y="664464"/>
                  </a:lnTo>
                  <a:lnTo>
                    <a:pt x="47879" y="664464"/>
                  </a:lnTo>
                  <a:lnTo>
                    <a:pt x="47957" y="651702"/>
                  </a:lnTo>
                  <a:lnTo>
                    <a:pt x="28145" y="651570"/>
                  </a:lnTo>
                  <a:close/>
                </a:path>
                <a:path w="76200" h="728345">
                  <a:moveTo>
                    <a:pt x="47957" y="651702"/>
                  </a:moveTo>
                  <a:lnTo>
                    <a:pt x="47879" y="664464"/>
                  </a:lnTo>
                  <a:lnTo>
                    <a:pt x="69808" y="664464"/>
                  </a:lnTo>
                  <a:lnTo>
                    <a:pt x="76200" y="651891"/>
                  </a:lnTo>
                  <a:lnTo>
                    <a:pt x="47957" y="651702"/>
                  </a:lnTo>
                  <a:close/>
                </a:path>
                <a:path w="76200" h="728345">
                  <a:moveTo>
                    <a:pt x="51943" y="0"/>
                  </a:moveTo>
                  <a:lnTo>
                    <a:pt x="32131" y="0"/>
                  </a:lnTo>
                  <a:lnTo>
                    <a:pt x="28146" y="651383"/>
                  </a:lnTo>
                  <a:lnTo>
                    <a:pt x="28145" y="651570"/>
                  </a:lnTo>
                  <a:lnTo>
                    <a:pt x="47957" y="651702"/>
                  </a:lnTo>
                  <a:lnTo>
                    <a:pt x="51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503420" y="4925567"/>
              <a:ext cx="1537970" cy="360045"/>
            </a:xfrm>
            <a:custGeom>
              <a:avLst/>
              <a:gdLst/>
              <a:ahLst/>
              <a:cxnLst/>
              <a:rect l="l" t="t" r="r" b="b"/>
              <a:pathLst>
                <a:path w="1537970" h="360045">
                  <a:moveTo>
                    <a:pt x="1537715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1537715" y="359663"/>
                  </a:lnTo>
                  <a:lnTo>
                    <a:pt x="1537715" y="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4503420" y="4925567"/>
            <a:ext cx="1537970" cy="36004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wrap="square" lIns="0" tIns="92710" rIns="0" bIns="0" rtlCol="0" vert="horz">
            <a:spAutoFit/>
          </a:bodyPr>
          <a:lstStyle/>
          <a:p>
            <a:pPr marL="394335">
              <a:lnSpc>
                <a:spcPct val="100000"/>
              </a:lnSpc>
              <a:spcBef>
                <a:spcPts val="730"/>
              </a:spcBef>
            </a:pPr>
            <a:r>
              <a:rPr dirty="0" sz="1100">
                <a:latin typeface="Arial"/>
                <a:cs typeface="Arial"/>
              </a:rPr>
              <a:t>VM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Memory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1152144" y="2999994"/>
            <a:ext cx="9142730" cy="3004820"/>
            <a:chOff x="1152144" y="2999994"/>
            <a:chExt cx="9142730" cy="3004820"/>
          </a:xfrm>
        </p:grpSpPr>
        <p:sp>
          <p:nvSpPr>
            <p:cNvPr id="34" name="object 34" descr=""/>
            <p:cNvSpPr/>
            <p:nvPr/>
          </p:nvSpPr>
          <p:spPr>
            <a:xfrm>
              <a:off x="6041897" y="5068061"/>
              <a:ext cx="1186815" cy="400050"/>
            </a:xfrm>
            <a:custGeom>
              <a:avLst/>
              <a:gdLst/>
              <a:ahLst/>
              <a:cxnLst/>
              <a:rect l="l" t="t" r="r" b="b"/>
              <a:pathLst>
                <a:path w="1186815" h="400050">
                  <a:moveTo>
                    <a:pt x="1164335" y="38100"/>
                  </a:moveTo>
                  <a:lnTo>
                    <a:pt x="1164335" y="395731"/>
                  </a:lnTo>
                  <a:lnTo>
                    <a:pt x="1168780" y="400050"/>
                  </a:lnTo>
                  <a:lnTo>
                    <a:pt x="1186433" y="400050"/>
                  </a:lnTo>
                  <a:lnTo>
                    <a:pt x="1186433" y="390144"/>
                  </a:lnTo>
                  <a:lnTo>
                    <a:pt x="1184148" y="390144"/>
                  </a:lnTo>
                  <a:lnTo>
                    <a:pt x="1174242" y="380238"/>
                  </a:lnTo>
                  <a:lnTo>
                    <a:pt x="1184148" y="380238"/>
                  </a:lnTo>
                  <a:lnTo>
                    <a:pt x="1184148" y="48006"/>
                  </a:lnTo>
                  <a:lnTo>
                    <a:pt x="1174242" y="48006"/>
                  </a:lnTo>
                  <a:lnTo>
                    <a:pt x="1164335" y="38100"/>
                  </a:lnTo>
                  <a:close/>
                </a:path>
                <a:path w="1186815" h="400050">
                  <a:moveTo>
                    <a:pt x="1184148" y="380238"/>
                  </a:moveTo>
                  <a:lnTo>
                    <a:pt x="1174242" y="380238"/>
                  </a:lnTo>
                  <a:lnTo>
                    <a:pt x="1184148" y="390144"/>
                  </a:lnTo>
                  <a:lnTo>
                    <a:pt x="1184148" y="380238"/>
                  </a:lnTo>
                  <a:close/>
                </a:path>
                <a:path w="1186815" h="400050">
                  <a:moveTo>
                    <a:pt x="1186433" y="380238"/>
                  </a:moveTo>
                  <a:lnTo>
                    <a:pt x="1184148" y="380238"/>
                  </a:lnTo>
                  <a:lnTo>
                    <a:pt x="1184148" y="390144"/>
                  </a:lnTo>
                  <a:lnTo>
                    <a:pt x="1186433" y="390144"/>
                  </a:lnTo>
                  <a:lnTo>
                    <a:pt x="1186433" y="380238"/>
                  </a:lnTo>
                  <a:close/>
                </a:path>
                <a:path w="1186815" h="40005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3"/>
                  </a:lnTo>
                  <a:lnTo>
                    <a:pt x="76200" y="28193"/>
                  </a:lnTo>
                  <a:lnTo>
                    <a:pt x="76200" y="0"/>
                  </a:lnTo>
                  <a:close/>
                </a:path>
                <a:path w="1186815" h="400050">
                  <a:moveTo>
                    <a:pt x="76200" y="28193"/>
                  </a:moveTo>
                  <a:lnTo>
                    <a:pt x="63500" y="28193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3"/>
                  </a:lnTo>
                  <a:close/>
                </a:path>
                <a:path w="1186815" h="400050">
                  <a:moveTo>
                    <a:pt x="1179702" y="28193"/>
                  </a:moveTo>
                  <a:lnTo>
                    <a:pt x="76200" y="28193"/>
                  </a:lnTo>
                  <a:lnTo>
                    <a:pt x="76200" y="48006"/>
                  </a:lnTo>
                  <a:lnTo>
                    <a:pt x="1164335" y="48006"/>
                  </a:lnTo>
                  <a:lnTo>
                    <a:pt x="1164335" y="38100"/>
                  </a:lnTo>
                  <a:lnTo>
                    <a:pt x="1184148" y="38100"/>
                  </a:lnTo>
                  <a:lnTo>
                    <a:pt x="1184148" y="32638"/>
                  </a:lnTo>
                  <a:lnTo>
                    <a:pt x="1179702" y="28193"/>
                  </a:lnTo>
                  <a:close/>
                </a:path>
                <a:path w="1186815" h="400050">
                  <a:moveTo>
                    <a:pt x="1184148" y="38100"/>
                  </a:moveTo>
                  <a:lnTo>
                    <a:pt x="1164335" y="38100"/>
                  </a:lnTo>
                  <a:lnTo>
                    <a:pt x="1174242" y="48006"/>
                  </a:lnTo>
                  <a:lnTo>
                    <a:pt x="1184148" y="48006"/>
                  </a:lnTo>
                  <a:lnTo>
                    <a:pt x="1184148" y="381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159764" y="3680460"/>
              <a:ext cx="9127490" cy="0"/>
            </a:xfrm>
            <a:custGeom>
              <a:avLst/>
              <a:gdLst/>
              <a:ahLst/>
              <a:cxnLst/>
              <a:rect l="l" t="t" r="r" b="b"/>
              <a:pathLst>
                <a:path w="9127490" h="0">
                  <a:moveTo>
                    <a:pt x="0" y="0"/>
                  </a:moveTo>
                  <a:lnTo>
                    <a:pt x="9127236" y="0"/>
                  </a:lnTo>
                </a:path>
              </a:pathLst>
            </a:custGeom>
            <a:ln w="1524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776978" y="2999993"/>
              <a:ext cx="4101465" cy="2437765"/>
            </a:xfrm>
            <a:custGeom>
              <a:avLst/>
              <a:gdLst/>
              <a:ahLst/>
              <a:cxnLst/>
              <a:rect l="l" t="t" r="r" b="b"/>
              <a:pathLst>
                <a:path w="4101465" h="243776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194" y="76200"/>
                  </a:lnTo>
                  <a:lnTo>
                    <a:pt x="28194" y="919226"/>
                  </a:lnTo>
                  <a:lnTo>
                    <a:pt x="48006" y="919226"/>
                  </a:lnTo>
                  <a:lnTo>
                    <a:pt x="48006" y="76200"/>
                  </a:lnTo>
                  <a:lnTo>
                    <a:pt x="76200" y="76200"/>
                  </a:lnTo>
                  <a:close/>
                </a:path>
                <a:path w="4101465" h="2437765">
                  <a:moveTo>
                    <a:pt x="1900428" y="1207770"/>
                  </a:moveTo>
                  <a:lnTo>
                    <a:pt x="1165860" y="1207770"/>
                  </a:lnTo>
                  <a:lnTo>
                    <a:pt x="1165860" y="1179576"/>
                  </a:lnTo>
                  <a:lnTo>
                    <a:pt x="1089660" y="1217676"/>
                  </a:lnTo>
                  <a:lnTo>
                    <a:pt x="1165860" y="1255776"/>
                  </a:lnTo>
                  <a:lnTo>
                    <a:pt x="1165860" y="1227582"/>
                  </a:lnTo>
                  <a:lnTo>
                    <a:pt x="1900428" y="1227582"/>
                  </a:lnTo>
                  <a:lnTo>
                    <a:pt x="1900428" y="1207770"/>
                  </a:lnTo>
                  <a:close/>
                </a:path>
                <a:path w="4101465" h="2437765">
                  <a:moveTo>
                    <a:pt x="4101084" y="1408176"/>
                  </a:moveTo>
                  <a:lnTo>
                    <a:pt x="4094734" y="1395476"/>
                  </a:lnTo>
                  <a:lnTo>
                    <a:pt x="4062984" y="1331976"/>
                  </a:lnTo>
                  <a:lnTo>
                    <a:pt x="4024884" y="1408176"/>
                  </a:lnTo>
                  <a:lnTo>
                    <a:pt x="4053078" y="1408176"/>
                  </a:lnTo>
                  <a:lnTo>
                    <a:pt x="4053078" y="2437765"/>
                  </a:lnTo>
                  <a:lnTo>
                    <a:pt x="4072890" y="2437765"/>
                  </a:lnTo>
                  <a:lnTo>
                    <a:pt x="4072890" y="1408176"/>
                  </a:lnTo>
                  <a:lnTo>
                    <a:pt x="4101084" y="1408176"/>
                  </a:lnTo>
                  <a:close/>
                </a:path>
              </a:pathLst>
            </a:custGeom>
            <a:solidFill>
              <a:srgbClr val="D44E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540508" y="4874259"/>
              <a:ext cx="6960234" cy="1127760"/>
            </a:xfrm>
            <a:custGeom>
              <a:avLst/>
              <a:gdLst/>
              <a:ahLst/>
              <a:cxnLst/>
              <a:rect l="l" t="t" r="r" b="b"/>
              <a:pathLst>
                <a:path w="6960234" h="1127760">
                  <a:moveTo>
                    <a:pt x="6960108" y="563880"/>
                  </a:moveTo>
                  <a:lnTo>
                    <a:pt x="1860931" y="563880"/>
                  </a:lnTo>
                  <a:lnTo>
                    <a:pt x="1860931" y="0"/>
                  </a:lnTo>
                  <a:lnTo>
                    <a:pt x="0" y="0"/>
                  </a:lnTo>
                  <a:lnTo>
                    <a:pt x="0" y="563880"/>
                  </a:lnTo>
                  <a:lnTo>
                    <a:pt x="0" y="1127760"/>
                  </a:lnTo>
                  <a:lnTo>
                    <a:pt x="6960108" y="1127760"/>
                  </a:lnTo>
                  <a:lnTo>
                    <a:pt x="6960108" y="56388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540508" y="4873751"/>
              <a:ext cx="6960234" cy="1127760"/>
            </a:xfrm>
            <a:custGeom>
              <a:avLst/>
              <a:gdLst/>
              <a:ahLst/>
              <a:cxnLst/>
              <a:rect l="l" t="t" r="r" b="b"/>
              <a:pathLst>
                <a:path w="6960234" h="1127760">
                  <a:moveTo>
                    <a:pt x="0" y="0"/>
                  </a:moveTo>
                  <a:lnTo>
                    <a:pt x="1860931" y="0"/>
                  </a:lnTo>
                  <a:lnTo>
                    <a:pt x="1860931" y="563880"/>
                  </a:lnTo>
                  <a:lnTo>
                    <a:pt x="6960108" y="563880"/>
                  </a:lnTo>
                  <a:lnTo>
                    <a:pt x="6960108" y="1127760"/>
                  </a:lnTo>
                  <a:lnTo>
                    <a:pt x="0" y="1127760"/>
                  </a:lnTo>
                  <a:lnTo>
                    <a:pt x="0" y="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5239003" y="5457850"/>
            <a:ext cx="15627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LS2-</a:t>
            </a:r>
            <a:r>
              <a:rPr dirty="0" sz="1400">
                <a:latin typeface="Arial"/>
                <a:cs typeface="Arial"/>
              </a:rPr>
              <a:t>MC</a:t>
            </a:r>
            <a:r>
              <a:rPr dirty="0" sz="1400" spc="-10">
                <a:latin typeface="Arial"/>
                <a:cs typeface="Arial"/>
              </a:rPr>
              <a:t> (DPAA2.0)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2894076" y="1705355"/>
            <a:ext cx="2574290" cy="928369"/>
            <a:chOff x="2894076" y="1705355"/>
            <a:chExt cx="2574290" cy="928369"/>
          </a:xfrm>
        </p:grpSpPr>
        <p:sp>
          <p:nvSpPr>
            <p:cNvPr id="41" name="object 41" descr=""/>
            <p:cNvSpPr/>
            <p:nvPr/>
          </p:nvSpPr>
          <p:spPr>
            <a:xfrm>
              <a:off x="2894076" y="1705355"/>
              <a:ext cx="2574290" cy="928369"/>
            </a:xfrm>
            <a:custGeom>
              <a:avLst/>
              <a:gdLst/>
              <a:ahLst/>
              <a:cxnLst/>
              <a:rect l="l" t="t" r="r" b="b"/>
              <a:pathLst>
                <a:path w="2574290" h="928369">
                  <a:moveTo>
                    <a:pt x="2574036" y="0"/>
                  </a:moveTo>
                  <a:lnTo>
                    <a:pt x="0" y="0"/>
                  </a:lnTo>
                  <a:lnTo>
                    <a:pt x="0" y="928115"/>
                  </a:lnTo>
                  <a:lnTo>
                    <a:pt x="2574036" y="928115"/>
                  </a:lnTo>
                  <a:lnTo>
                    <a:pt x="2574036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145536" y="2023871"/>
              <a:ext cx="2059305" cy="542925"/>
            </a:xfrm>
            <a:custGeom>
              <a:avLst/>
              <a:gdLst/>
              <a:ahLst/>
              <a:cxnLst/>
              <a:rect l="l" t="t" r="r" b="b"/>
              <a:pathLst>
                <a:path w="2059304" h="542925">
                  <a:moveTo>
                    <a:pt x="2058924" y="344424"/>
                  </a:moveTo>
                  <a:lnTo>
                    <a:pt x="2055799" y="329018"/>
                  </a:lnTo>
                  <a:lnTo>
                    <a:pt x="2047303" y="316433"/>
                  </a:lnTo>
                  <a:lnTo>
                    <a:pt x="2034705" y="307924"/>
                  </a:lnTo>
                  <a:lnTo>
                    <a:pt x="2019300" y="304800"/>
                  </a:lnTo>
                  <a:lnTo>
                    <a:pt x="39624" y="304800"/>
                  </a:lnTo>
                  <a:lnTo>
                    <a:pt x="24206" y="307924"/>
                  </a:lnTo>
                  <a:lnTo>
                    <a:pt x="11620" y="316433"/>
                  </a:lnTo>
                  <a:lnTo>
                    <a:pt x="3111" y="329018"/>
                  </a:lnTo>
                  <a:lnTo>
                    <a:pt x="0" y="344424"/>
                  </a:lnTo>
                  <a:lnTo>
                    <a:pt x="0" y="502920"/>
                  </a:lnTo>
                  <a:lnTo>
                    <a:pt x="3111" y="518337"/>
                  </a:lnTo>
                  <a:lnTo>
                    <a:pt x="11620" y="530923"/>
                  </a:lnTo>
                  <a:lnTo>
                    <a:pt x="24206" y="539432"/>
                  </a:lnTo>
                  <a:lnTo>
                    <a:pt x="39624" y="542544"/>
                  </a:lnTo>
                  <a:lnTo>
                    <a:pt x="2019300" y="542544"/>
                  </a:lnTo>
                  <a:lnTo>
                    <a:pt x="2034705" y="539432"/>
                  </a:lnTo>
                  <a:lnTo>
                    <a:pt x="2047303" y="530923"/>
                  </a:lnTo>
                  <a:lnTo>
                    <a:pt x="2055799" y="518337"/>
                  </a:lnTo>
                  <a:lnTo>
                    <a:pt x="2058924" y="502920"/>
                  </a:lnTo>
                  <a:lnTo>
                    <a:pt x="2058924" y="344424"/>
                  </a:lnTo>
                  <a:close/>
                </a:path>
                <a:path w="2059304" h="542925">
                  <a:moveTo>
                    <a:pt x="2058924" y="45974"/>
                  </a:moveTo>
                  <a:lnTo>
                    <a:pt x="2055304" y="28079"/>
                  </a:lnTo>
                  <a:lnTo>
                    <a:pt x="2045462" y="13462"/>
                  </a:lnTo>
                  <a:lnTo>
                    <a:pt x="2030844" y="3619"/>
                  </a:lnTo>
                  <a:lnTo>
                    <a:pt x="2012950" y="0"/>
                  </a:lnTo>
                  <a:lnTo>
                    <a:pt x="45974" y="0"/>
                  </a:lnTo>
                  <a:lnTo>
                    <a:pt x="28067" y="3619"/>
                  </a:lnTo>
                  <a:lnTo>
                    <a:pt x="13462" y="13462"/>
                  </a:lnTo>
                  <a:lnTo>
                    <a:pt x="3606" y="28079"/>
                  </a:lnTo>
                  <a:lnTo>
                    <a:pt x="0" y="45974"/>
                  </a:lnTo>
                  <a:lnTo>
                    <a:pt x="0" y="229870"/>
                  </a:lnTo>
                  <a:lnTo>
                    <a:pt x="3606" y="247777"/>
                  </a:lnTo>
                  <a:lnTo>
                    <a:pt x="13462" y="262382"/>
                  </a:lnTo>
                  <a:lnTo>
                    <a:pt x="28067" y="272237"/>
                  </a:lnTo>
                  <a:lnTo>
                    <a:pt x="45974" y="275844"/>
                  </a:lnTo>
                  <a:lnTo>
                    <a:pt x="2012950" y="275844"/>
                  </a:lnTo>
                  <a:lnTo>
                    <a:pt x="2030844" y="272237"/>
                  </a:lnTo>
                  <a:lnTo>
                    <a:pt x="2045462" y="262382"/>
                  </a:lnTo>
                  <a:lnTo>
                    <a:pt x="2055304" y="247777"/>
                  </a:lnTo>
                  <a:lnTo>
                    <a:pt x="2058924" y="229870"/>
                  </a:lnTo>
                  <a:lnTo>
                    <a:pt x="2058924" y="45974"/>
                  </a:lnTo>
                  <a:close/>
                </a:path>
              </a:pathLst>
            </a:custGeom>
            <a:solidFill>
              <a:srgbClr val="BA87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3579114" y="1611126"/>
            <a:ext cx="1191260" cy="9296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algn="ctr" marL="12065">
              <a:lnSpc>
                <a:spcPct val="100000"/>
              </a:lnSpc>
              <a:spcBef>
                <a:spcPts val="1060"/>
              </a:spcBef>
            </a:pPr>
            <a:r>
              <a:rPr dirty="0" u="sng" sz="16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DPDK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DPDK</a:t>
            </a:r>
            <a:r>
              <a:rPr dirty="0" sz="11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applications</a:t>
            </a:r>
            <a:endParaRPr sz="11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925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DPAA</a:t>
            </a:r>
            <a:r>
              <a:rPr dirty="0" sz="11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Drivers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2719577" y="2666238"/>
            <a:ext cx="3322320" cy="3810"/>
          </a:xfrm>
          <a:custGeom>
            <a:avLst/>
            <a:gdLst/>
            <a:ahLst/>
            <a:cxnLst/>
            <a:rect l="l" t="t" r="r" b="b"/>
            <a:pathLst>
              <a:path w="3322320" h="3810">
                <a:moveTo>
                  <a:pt x="0" y="3428"/>
                </a:moveTo>
                <a:lnTo>
                  <a:pt x="3322320" y="0"/>
                </a:lnTo>
              </a:path>
            </a:pathLst>
          </a:custGeom>
          <a:ln w="22860">
            <a:solidFill>
              <a:srgbClr val="001F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5497195" y="2714625"/>
            <a:ext cx="31940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latin typeface="Arial"/>
                <a:cs typeface="Arial"/>
              </a:rPr>
              <a:t>Kernel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3256026" y="2501645"/>
            <a:ext cx="5358765" cy="2956560"/>
            <a:chOff x="3256026" y="2501645"/>
            <a:chExt cx="5358765" cy="2956560"/>
          </a:xfrm>
        </p:grpSpPr>
        <p:sp>
          <p:nvSpPr>
            <p:cNvPr id="47" name="object 47" descr=""/>
            <p:cNvSpPr/>
            <p:nvPr/>
          </p:nvSpPr>
          <p:spPr>
            <a:xfrm>
              <a:off x="3256026" y="2547365"/>
              <a:ext cx="76200" cy="2337435"/>
            </a:xfrm>
            <a:custGeom>
              <a:avLst/>
              <a:gdLst/>
              <a:ahLst/>
              <a:cxnLst/>
              <a:rect l="l" t="t" r="r" b="b"/>
              <a:pathLst>
                <a:path w="76200" h="2337435">
                  <a:moveTo>
                    <a:pt x="28194" y="2261108"/>
                  </a:moveTo>
                  <a:lnTo>
                    <a:pt x="0" y="2261108"/>
                  </a:lnTo>
                  <a:lnTo>
                    <a:pt x="38100" y="2337308"/>
                  </a:lnTo>
                  <a:lnTo>
                    <a:pt x="69850" y="2273808"/>
                  </a:lnTo>
                  <a:lnTo>
                    <a:pt x="28194" y="2273808"/>
                  </a:lnTo>
                  <a:lnTo>
                    <a:pt x="28194" y="2261108"/>
                  </a:lnTo>
                  <a:close/>
                </a:path>
                <a:path w="76200" h="2337435">
                  <a:moveTo>
                    <a:pt x="48006" y="0"/>
                  </a:moveTo>
                  <a:lnTo>
                    <a:pt x="28194" y="0"/>
                  </a:lnTo>
                  <a:lnTo>
                    <a:pt x="28194" y="2273808"/>
                  </a:lnTo>
                  <a:lnTo>
                    <a:pt x="48006" y="2273808"/>
                  </a:lnTo>
                  <a:lnTo>
                    <a:pt x="48006" y="0"/>
                  </a:lnTo>
                  <a:close/>
                </a:path>
                <a:path w="76200" h="2337435">
                  <a:moveTo>
                    <a:pt x="76200" y="2261108"/>
                  </a:moveTo>
                  <a:lnTo>
                    <a:pt x="48006" y="2261108"/>
                  </a:lnTo>
                  <a:lnTo>
                    <a:pt x="48006" y="2273808"/>
                  </a:lnTo>
                  <a:lnTo>
                    <a:pt x="69850" y="2273808"/>
                  </a:lnTo>
                  <a:lnTo>
                    <a:pt x="76200" y="2261108"/>
                  </a:lnTo>
                  <a:close/>
                </a:path>
              </a:pathLst>
            </a:custGeom>
            <a:solidFill>
              <a:srgbClr val="1FD7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776978" y="2501645"/>
              <a:ext cx="76200" cy="268605"/>
            </a:xfrm>
            <a:custGeom>
              <a:avLst/>
              <a:gdLst/>
              <a:ahLst/>
              <a:cxnLst/>
              <a:rect l="l" t="t" r="r" b="b"/>
              <a:pathLst>
                <a:path w="76200" h="268605">
                  <a:moveTo>
                    <a:pt x="48006" y="63500"/>
                  </a:moveTo>
                  <a:lnTo>
                    <a:pt x="28194" y="63500"/>
                  </a:lnTo>
                  <a:lnTo>
                    <a:pt x="28194" y="268096"/>
                  </a:lnTo>
                  <a:lnTo>
                    <a:pt x="48006" y="268096"/>
                  </a:lnTo>
                  <a:lnTo>
                    <a:pt x="48006" y="63500"/>
                  </a:lnTo>
                  <a:close/>
                </a:path>
                <a:path w="76200" h="268605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6860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D44E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454646" y="4293869"/>
              <a:ext cx="1160145" cy="1164590"/>
            </a:xfrm>
            <a:custGeom>
              <a:avLst/>
              <a:gdLst/>
              <a:ahLst/>
              <a:cxnLst/>
              <a:rect l="l" t="t" r="r" b="b"/>
              <a:pathLst>
                <a:path w="1160145" h="1164589">
                  <a:moveTo>
                    <a:pt x="76200" y="568706"/>
                  </a:moveTo>
                  <a:lnTo>
                    <a:pt x="48006" y="568706"/>
                  </a:lnTo>
                  <a:lnTo>
                    <a:pt x="48006" y="32004"/>
                  </a:lnTo>
                  <a:lnTo>
                    <a:pt x="28194" y="32004"/>
                  </a:lnTo>
                  <a:lnTo>
                    <a:pt x="28194" y="568706"/>
                  </a:lnTo>
                  <a:lnTo>
                    <a:pt x="0" y="568706"/>
                  </a:lnTo>
                  <a:lnTo>
                    <a:pt x="38100" y="644906"/>
                  </a:lnTo>
                  <a:lnTo>
                    <a:pt x="69850" y="581406"/>
                  </a:lnTo>
                  <a:lnTo>
                    <a:pt x="76200" y="568706"/>
                  </a:lnTo>
                  <a:close/>
                </a:path>
                <a:path w="1160145" h="1164589">
                  <a:moveTo>
                    <a:pt x="1159764" y="1088136"/>
                  </a:moveTo>
                  <a:lnTo>
                    <a:pt x="1131570" y="1088136"/>
                  </a:lnTo>
                  <a:lnTo>
                    <a:pt x="1131570" y="0"/>
                  </a:lnTo>
                  <a:lnTo>
                    <a:pt x="1111758" y="0"/>
                  </a:lnTo>
                  <a:lnTo>
                    <a:pt x="1111758" y="1088136"/>
                  </a:lnTo>
                  <a:lnTo>
                    <a:pt x="1083564" y="1088136"/>
                  </a:lnTo>
                  <a:lnTo>
                    <a:pt x="1121664" y="1164336"/>
                  </a:lnTo>
                  <a:lnTo>
                    <a:pt x="1153414" y="1100836"/>
                  </a:lnTo>
                  <a:lnTo>
                    <a:pt x="1159764" y="10881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462528" y="2770631"/>
              <a:ext cx="1603375" cy="259079"/>
            </a:xfrm>
            <a:custGeom>
              <a:avLst/>
              <a:gdLst/>
              <a:ahLst/>
              <a:cxnLst/>
              <a:rect l="l" t="t" r="r" b="b"/>
              <a:pathLst>
                <a:path w="1603375" h="259080">
                  <a:moveTo>
                    <a:pt x="1560068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1560068" y="259079"/>
                  </a:lnTo>
                  <a:lnTo>
                    <a:pt x="1576887" y="255690"/>
                  </a:lnTo>
                  <a:lnTo>
                    <a:pt x="1590611" y="246443"/>
                  </a:lnTo>
                  <a:lnTo>
                    <a:pt x="1599858" y="232719"/>
                  </a:lnTo>
                  <a:lnTo>
                    <a:pt x="1603248" y="215900"/>
                  </a:lnTo>
                  <a:lnTo>
                    <a:pt x="1603248" y="43179"/>
                  </a:lnTo>
                  <a:lnTo>
                    <a:pt x="1599858" y="26360"/>
                  </a:lnTo>
                  <a:lnTo>
                    <a:pt x="1590611" y="12636"/>
                  </a:lnTo>
                  <a:lnTo>
                    <a:pt x="1576887" y="3389"/>
                  </a:lnTo>
                  <a:lnTo>
                    <a:pt x="1560068" y="0"/>
                  </a:lnTo>
                  <a:close/>
                </a:path>
              </a:pathLst>
            </a:custGeom>
            <a:solidFill>
              <a:srgbClr val="BA87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5473953" y="2484247"/>
            <a:ext cx="54673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latin typeface="Arial"/>
                <a:cs typeface="Arial"/>
              </a:rPr>
              <a:t>User-space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3700017" y="2808477"/>
            <a:ext cx="977900" cy="586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256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VFIO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FSL-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MC</a:t>
            </a:r>
            <a:endParaRPr sz="1000">
              <a:latin typeface="Arial"/>
              <a:cs typeface="Arial"/>
            </a:endParaRPr>
          </a:p>
          <a:p>
            <a:pPr algn="ctr" marR="226695">
              <a:lnSpc>
                <a:spcPct val="100000"/>
              </a:lnSpc>
              <a:spcBef>
                <a:spcPts val="819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FSL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MC</a:t>
            </a:r>
            <a:r>
              <a:rPr dirty="0" sz="10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Bus</a:t>
            </a:r>
            <a:endParaRPr sz="1000">
              <a:latin typeface="Arial"/>
              <a:cs typeface="Arial"/>
            </a:endParaRPr>
          </a:p>
          <a:p>
            <a:pPr algn="ctr" marR="226695">
              <a:lnSpc>
                <a:spcPct val="100000"/>
              </a:lnSpc>
            </a:pP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Driver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10504169" y="2702814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1FD7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0502645" y="2864357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D44E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0514838" y="3036570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34ACD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11233784" y="2601848"/>
            <a:ext cx="394970" cy="67246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3335" marR="60960" indent="5715">
              <a:lnSpc>
                <a:spcPct val="113500"/>
              </a:lnSpc>
              <a:spcBef>
                <a:spcPts val="35"/>
              </a:spcBef>
            </a:pPr>
            <a:r>
              <a:rPr dirty="0" sz="900" spc="-25">
                <a:latin typeface="Arial"/>
                <a:cs typeface="Arial"/>
              </a:rPr>
              <a:t>MMIO IRQ DMA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900" spc="-10">
                <a:latin typeface="Arial"/>
                <a:cs typeface="Arial"/>
              </a:rPr>
              <a:t>Control</a:t>
            </a:r>
            <a:endParaRPr sz="900">
              <a:latin typeface="Arial"/>
              <a:cs typeface="Arial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10513314" y="3220973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9" name="object 5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17</a:t>
            </a:r>
          </a:p>
        </p:txBody>
      </p:sp>
      <p:sp>
        <p:nvSpPr>
          <p:cNvPr id="60" name="object 6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424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dirty="0"/>
              <a:t>Platform</a:t>
            </a:r>
            <a:r>
              <a:rPr dirty="0" spc="-60"/>
              <a:t> </a:t>
            </a:r>
            <a:r>
              <a:rPr dirty="0"/>
              <a:t>devices</a:t>
            </a:r>
            <a:r>
              <a:rPr dirty="0" spc="-45"/>
              <a:t> </a:t>
            </a:r>
            <a:r>
              <a:rPr dirty="0"/>
              <a:t>direct</a:t>
            </a:r>
            <a:r>
              <a:rPr dirty="0" spc="-35"/>
              <a:t> </a:t>
            </a:r>
            <a:r>
              <a:rPr dirty="0" spc="-10"/>
              <a:t>assignment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49452" y="979932"/>
            <a:ext cx="9084945" cy="4658995"/>
            <a:chOff x="949452" y="979932"/>
            <a:chExt cx="9084945" cy="4658995"/>
          </a:xfrm>
        </p:grpSpPr>
        <p:sp>
          <p:nvSpPr>
            <p:cNvPr id="4" name="object 4" descr=""/>
            <p:cNvSpPr/>
            <p:nvPr/>
          </p:nvSpPr>
          <p:spPr>
            <a:xfrm>
              <a:off x="967740" y="4375403"/>
              <a:ext cx="9066530" cy="1263650"/>
            </a:xfrm>
            <a:custGeom>
              <a:avLst/>
              <a:gdLst/>
              <a:ahLst/>
              <a:cxnLst/>
              <a:rect l="l" t="t" r="r" b="b"/>
              <a:pathLst>
                <a:path w="9066530" h="1263650">
                  <a:moveTo>
                    <a:pt x="8855710" y="0"/>
                  </a:moveTo>
                  <a:lnTo>
                    <a:pt x="210565" y="0"/>
                  </a:lnTo>
                  <a:lnTo>
                    <a:pt x="162284" y="5559"/>
                  </a:lnTo>
                  <a:lnTo>
                    <a:pt x="117963" y="21395"/>
                  </a:lnTo>
                  <a:lnTo>
                    <a:pt x="78867" y="46246"/>
                  </a:lnTo>
                  <a:lnTo>
                    <a:pt x="46258" y="78851"/>
                  </a:lnTo>
                  <a:lnTo>
                    <a:pt x="21401" y="117947"/>
                  </a:lnTo>
                  <a:lnTo>
                    <a:pt x="5561" y="162272"/>
                  </a:lnTo>
                  <a:lnTo>
                    <a:pt x="0" y="210566"/>
                  </a:lnTo>
                  <a:lnTo>
                    <a:pt x="0" y="1052830"/>
                  </a:lnTo>
                  <a:lnTo>
                    <a:pt x="5561" y="1101123"/>
                  </a:lnTo>
                  <a:lnTo>
                    <a:pt x="21401" y="1145448"/>
                  </a:lnTo>
                  <a:lnTo>
                    <a:pt x="46258" y="1184544"/>
                  </a:lnTo>
                  <a:lnTo>
                    <a:pt x="78867" y="1217149"/>
                  </a:lnTo>
                  <a:lnTo>
                    <a:pt x="117963" y="1242000"/>
                  </a:lnTo>
                  <a:lnTo>
                    <a:pt x="162284" y="1257836"/>
                  </a:lnTo>
                  <a:lnTo>
                    <a:pt x="210565" y="1263396"/>
                  </a:lnTo>
                  <a:lnTo>
                    <a:pt x="8855710" y="1263396"/>
                  </a:lnTo>
                  <a:lnTo>
                    <a:pt x="8904003" y="1257836"/>
                  </a:lnTo>
                  <a:lnTo>
                    <a:pt x="8948328" y="1242000"/>
                  </a:lnTo>
                  <a:lnTo>
                    <a:pt x="8987424" y="1217149"/>
                  </a:lnTo>
                  <a:lnTo>
                    <a:pt x="9020029" y="1184544"/>
                  </a:lnTo>
                  <a:lnTo>
                    <a:pt x="9044880" y="1145448"/>
                  </a:lnTo>
                  <a:lnTo>
                    <a:pt x="9060716" y="1101123"/>
                  </a:lnTo>
                  <a:lnTo>
                    <a:pt x="9066276" y="1052830"/>
                  </a:lnTo>
                  <a:lnTo>
                    <a:pt x="9066276" y="210566"/>
                  </a:lnTo>
                  <a:lnTo>
                    <a:pt x="9060716" y="162272"/>
                  </a:lnTo>
                  <a:lnTo>
                    <a:pt x="9044880" y="117947"/>
                  </a:lnTo>
                  <a:lnTo>
                    <a:pt x="9020029" y="78851"/>
                  </a:lnTo>
                  <a:lnTo>
                    <a:pt x="8987424" y="46246"/>
                  </a:lnTo>
                  <a:lnTo>
                    <a:pt x="8948328" y="21395"/>
                  </a:lnTo>
                  <a:lnTo>
                    <a:pt x="8904003" y="5559"/>
                  </a:lnTo>
                  <a:lnTo>
                    <a:pt x="8855710" y="0"/>
                  </a:lnTo>
                  <a:close/>
                </a:path>
              </a:pathLst>
            </a:custGeom>
            <a:solidFill>
              <a:srgbClr val="969D00">
                <a:alpha val="1607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57072" y="3375660"/>
              <a:ext cx="9066530" cy="932815"/>
            </a:xfrm>
            <a:custGeom>
              <a:avLst/>
              <a:gdLst/>
              <a:ahLst/>
              <a:cxnLst/>
              <a:rect l="l" t="t" r="r" b="b"/>
              <a:pathLst>
                <a:path w="9066530" h="932814">
                  <a:moveTo>
                    <a:pt x="8910828" y="0"/>
                  </a:moveTo>
                  <a:lnTo>
                    <a:pt x="155447" y="0"/>
                  </a:lnTo>
                  <a:lnTo>
                    <a:pt x="106314" y="7924"/>
                  </a:lnTo>
                  <a:lnTo>
                    <a:pt x="63642" y="29992"/>
                  </a:lnTo>
                  <a:lnTo>
                    <a:pt x="29992" y="63642"/>
                  </a:lnTo>
                  <a:lnTo>
                    <a:pt x="7924" y="106314"/>
                  </a:lnTo>
                  <a:lnTo>
                    <a:pt x="0" y="155448"/>
                  </a:lnTo>
                  <a:lnTo>
                    <a:pt x="0" y="777239"/>
                  </a:lnTo>
                  <a:lnTo>
                    <a:pt x="7924" y="826373"/>
                  </a:lnTo>
                  <a:lnTo>
                    <a:pt x="29992" y="869045"/>
                  </a:lnTo>
                  <a:lnTo>
                    <a:pt x="63642" y="902695"/>
                  </a:lnTo>
                  <a:lnTo>
                    <a:pt x="106314" y="924763"/>
                  </a:lnTo>
                  <a:lnTo>
                    <a:pt x="155447" y="932688"/>
                  </a:lnTo>
                  <a:lnTo>
                    <a:pt x="8910828" y="932688"/>
                  </a:lnTo>
                  <a:lnTo>
                    <a:pt x="8959961" y="924763"/>
                  </a:lnTo>
                  <a:lnTo>
                    <a:pt x="9002633" y="902695"/>
                  </a:lnTo>
                  <a:lnTo>
                    <a:pt x="9036283" y="869045"/>
                  </a:lnTo>
                  <a:lnTo>
                    <a:pt x="9058351" y="826373"/>
                  </a:lnTo>
                  <a:lnTo>
                    <a:pt x="9066276" y="777239"/>
                  </a:lnTo>
                  <a:lnTo>
                    <a:pt x="9066276" y="155448"/>
                  </a:lnTo>
                  <a:lnTo>
                    <a:pt x="9058351" y="106314"/>
                  </a:lnTo>
                  <a:lnTo>
                    <a:pt x="9036283" y="63642"/>
                  </a:lnTo>
                  <a:lnTo>
                    <a:pt x="9002633" y="29992"/>
                  </a:lnTo>
                  <a:lnTo>
                    <a:pt x="8959961" y="7924"/>
                  </a:lnTo>
                  <a:lnTo>
                    <a:pt x="8910828" y="0"/>
                  </a:lnTo>
                  <a:close/>
                </a:path>
              </a:pathLst>
            </a:custGeom>
            <a:solidFill>
              <a:srgbClr val="92D05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57072" y="979932"/>
              <a:ext cx="9066530" cy="2299970"/>
            </a:xfrm>
            <a:custGeom>
              <a:avLst/>
              <a:gdLst/>
              <a:ahLst/>
              <a:cxnLst/>
              <a:rect l="l" t="t" r="r" b="b"/>
              <a:pathLst>
                <a:path w="9066530" h="2299970">
                  <a:moveTo>
                    <a:pt x="8682990" y="0"/>
                  </a:moveTo>
                  <a:lnTo>
                    <a:pt x="383286" y="0"/>
                  </a:lnTo>
                  <a:lnTo>
                    <a:pt x="335207" y="2985"/>
                  </a:lnTo>
                  <a:lnTo>
                    <a:pt x="288910" y="11704"/>
                  </a:lnTo>
                  <a:lnTo>
                    <a:pt x="244755" y="25796"/>
                  </a:lnTo>
                  <a:lnTo>
                    <a:pt x="203101" y="44902"/>
                  </a:lnTo>
                  <a:lnTo>
                    <a:pt x="164306" y="68664"/>
                  </a:lnTo>
                  <a:lnTo>
                    <a:pt x="128730" y="96723"/>
                  </a:lnTo>
                  <a:lnTo>
                    <a:pt x="96732" y="128720"/>
                  </a:lnTo>
                  <a:lnTo>
                    <a:pt x="68671" y="164295"/>
                  </a:lnTo>
                  <a:lnTo>
                    <a:pt x="44907" y="203089"/>
                  </a:lnTo>
                  <a:lnTo>
                    <a:pt x="25799" y="244745"/>
                  </a:lnTo>
                  <a:lnTo>
                    <a:pt x="11705" y="288902"/>
                  </a:lnTo>
                  <a:lnTo>
                    <a:pt x="2986" y="335202"/>
                  </a:lnTo>
                  <a:lnTo>
                    <a:pt x="0" y="383285"/>
                  </a:lnTo>
                  <a:lnTo>
                    <a:pt x="0" y="1916429"/>
                  </a:lnTo>
                  <a:lnTo>
                    <a:pt x="2986" y="1964513"/>
                  </a:lnTo>
                  <a:lnTo>
                    <a:pt x="11705" y="2010813"/>
                  </a:lnTo>
                  <a:lnTo>
                    <a:pt x="25799" y="2054970"/>
                  </a:lnTo>
                  <a:lnTo>
                    <a:pt x="44907" y="2096626"/>
                  </a:lnTo>
                  <a:lnTo>
                    <a:pt x="68671" y="2135420"/>
                  </a:lnTo>
                  <a:lnTo>
                    <a:pt x="96732" y="2170995"/>
                  </a:lnTo>
                  <a:lnTo>
                    <a:pt x="128730" y="2202992"/>
                  </a:lnTo>
                  <a:lnTo>
                    <a:pt x="164306" y="2231051"/>
                  </a:lnTo>
                  <a:lnTo>
                    <a:pt x="203101" y="2254813"/>
                  </a:lnTo>
                  <a:lnTo>
                    <a:pt x="244755" y="2273919"/>
                  </a:lnTo>
                  <a:lnTo>
                    <a:pt x="288910" y="2288011"/>
                  </a:lnTo>
                  <a:lnTo>
                    <a:pt x="335207" y="2296730"/>
                  </a:lnTo>
                  <a:lnTo>
                    <a:pt x="383286" y="2299716"/>
                  </a:lnTo>
                  <a:lnTo>
                    <a:pt x="8682990" y="2299716"/>
                  </a:lnTo>
                  <a:lnTo>
                    <a:pt x="8731073" y="2296730"/>
                  </a:lnTo>
                  <a:lnTo>
                    <a:pt x="8777373" y="2288011"/>
                  </a:lnTo>
                  <a:lnTo>
                    <a:pt x="8821530" y="2273919"/>
                  </a:lnTo>
                  <a:lnTo>
                    <a:pt x="8863186" y="2254813"/>
                  </a:lnTo>
                  <a:lnTo>
                    <a:pt x="8901980" y="2231051"/>
                  </a:lnTo>
                  <a:lnTo>
                    <a:pt x="8937555" y="2202992"/>
                  </a:lnTo>
                  <a:lnTo>
                    <a:pt x="8969552" y="2170995"/>
                  </a:lnTo>
                  <a:lnTo>
                    <a:pt x="8997611" y="2135420"/>
                  </a:lnTo>
                  <a:lnTo>
                    <a:pt x="9021373" y="2096626"/>
                  </a:lnTo>
                  <a:lnTo>
                    <a:pt x="9040479" y="2054970"/>
                  </a:lnTo>
                  <a:lnTo>
                    <a:pt x="9054571" y="2010813"/>
                  </a:lnTo>
                  <a:lnTo>
                    <a:pt x="9063290" y="1964513"/>
                  </a:lnTo>
                  <a:lnTo>
                    <a:pt x="9066276" y="1916429"/>
                  </a:lnTo>
                  <a:lnTo>
                    <a:pt x="9066276" y="383285"/>
                  </a:lnTo>
                  <a:lnTo>
                    <a:pt x="9063290" y="335202"/>
                  </a:lnTo>
                  <a:lnTo>
                    <a:pt x="9054571" y="288902"/>
                  </a:lnTo>
                  <a:lnTo>
                    <a:pt x="9040479" y="244745"/>
                  </a:lnTo>
                  <a:lnTo>
                    <a:pt x="9021373" y="203089"/>
                  </a:lnTo>
                  <a:lnTo>
                    <a:pt x="8997611" y="164295"/>
                  </a:lnTo>
                  <a:lnTo>
                    <a:pt x="8969552" y="128720"/>
                  </a:lnTo>
                  <a:lnTo>
                    <a:pt x="8937555" y="96723"/>
                  </a:lnTo>
                  <a:lnTo>
                    <a:pt x="8901980" y="68664"/>
                  </a:lnTo>
                  <a:lnTo>
                    <a:pt x="8863186" y="44902"/>
                  </a:lnTo>
                  <a:lnTo>
                    <a:pt x="8821530" y="25796"/>
                  </a:lnTo>
                  <a:lnTo>
                    <a:pt x="8777373" y="11704"/>
                  </a:lnTo>
                  <a:lnTo>
                    <a:pt x="8731073" y="2985"/>
                  </a:lnTo>
                  <a:lnTo>
                    <a:pt x="8682990" y="0"/>
                  </a:lnTo>
                  <a:close/>
                </a:path>
              </a:pathLst>
            </a:custGeom>
            <a:solidFill>
              <a:srgbClr val="FCB08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94204" y="1153668"/>
              <a:ext cx="6718300" cy="1963420"/>
            </a:xfrm>
            <a:custGeom>
              <a:avLst/>
              <a:gdLst/>
              <a:ahLst/>
              <a:cxnLst/>
              <a:rect l="l" t="t" r="r" b="b"/>
              <a:pathLst>
                <a:path w="6718300" h="1963420">
                  <a:moveTo>
                    <a:pt x="6390640" y="0"/>
                  </a:moveTo>
                  <a:lnTo>
                    <a:pt x="327151" y="0"/>
                  </a:lnTo>
                  <a:lnTo>
                    <a:pt x="278798" y="3546"/>
                  </a:lnTo>
                  <a:lnTo>
                    <a:pt x="232651" y="13848"/>
                  </a:lnTo>
                  <a:lnTo>
                    <a:pt x="189215" y="30399"/>
                  </a:lnTo>
                  <a:lnTo>
                    <a:pt x="148996" y="52696"/>
                  </a:lnTo>
                  <a:lnTo>
                    <a:pt x="112500" y="80231"/>
                  </a:lnTo>
                  <a:lnTo>
                    <a:pt x="80231" y="112500"/>
                  </a:lnTo>
                  <a:lnTo>
                    <a:pt x="52696" y="148996"/>
                  </a:lnTo>
                  <a:lnTo>
                    <a:pt x="30399" y="189215"/>
                  </a:lnTo>
                  <a:lnTo>
                    <a:pt x="13848" y="232651"/>
                  </a:lnTo>
                  <a:lnTo>
                    <a:pt x="3546" y="278798"/>
                  </a:lnTo>
                  <a:lnTo>
                    <a:pt x="0" y="327152"/>
                  </a:lnTo>
                  <a:lnTo>
                    <a:pt x="0" y="1635760"/>
                  </a:lnTo>
                  <a:lnTo>
                    <a:pt x="3546" y="1684113"/>
                  </a:lnTo>
                  <a:lnTo>
                    <a:pt x="13848" y="1730260"/>
                  </a:lnTo>
                  <a:lnTo>
                    <a:pt x="30399" y="1773696"/>
                  </a:lnTo>
                  <a:lnTo>
                    <a:pt x="52696" y="1813915"/>
                  </a:lnTo>
                  <a:lnTo>
                    <a:pt x="80231" y="1850411"/>
                  </a:lnTo>
                  <a:lnTo>
                    <a:pt x="112500" y="1882680"/>
                  </a:lnTo>
                  <a:lnTo>
                    <a:pt x="148996" y="1910215"/>
                  </a:lnTo>
                  <a:lnTo>
                    <a:pt x="189215" y="1932512"/>
                  </a:lnTo>
                  <a:lnTo>
                    <a:pt x="232651" y="1949063"/>
                  </a:lnTo>
                  <a:lnTo>
                    <a:pt x="278798" y="1959365"/>
                  </a:lnTo>
                  <a:lnTo>
                    <a:pt x="327151" y="1962912"/>
                  </a:lnTo>
                  <a:lnTo>
                    <a:pt x="6390640" y="1962912"/>
                  </a:lnTo>
                  <a:lnTo>
                    <a:pt x="6438993" y="1959365"/>
                  </a:lnTo>
                  <a:lnTo>
                    <a:pt x="6485140" y="1949063"/>
                  </a:lnTo>
                  <a:lnTo>
                    <a:pt x="6528576" y="1932512"/>
                  </a:lnTo>
                  <a:lnTo>
                    <a:pt x="6568795" y="1910215"/>
                  </a:lnTo>
                  <a:lnTo>
                    <a:pt x="6605291" y="1882680"/>
                  </a:lnTo>
                  <a:lnTo>
                    <a:pt x="6637560" y="1850411"/>
                  </a:lnTo>
                  <a:lnTo>
                    <a:pt x="6665095" y="1813915"/>
                  </a:lnTo>
                  <a:lnTo>
                    <a:pt x="6687392" y="1773696"/>
                  </a:lnTo>
                  <a:lnTo>
                    <a:pt x="6703943" y="1730260"/>
                  </a:lnTo>
                  <a:lnTo>
                    <a:pt x="6714245" y="1684113"/>
                  </a:lnTo>
                  <a:lnTo>
                    <a:pt x="6717792" y="1635760"/>
                  </a:lnTo>
                  <a:lnTo>
                    <a:pt x="6717792" y="327152"/>
                  </a:lnTo>
                  <a:lnTo>
                    <a:pt x="6714245" y="278798"/>
                  </a:lnTo>
                  <a:lnTo>
                    <a:pt x="6703943" y="232651"/>
                  </a:lnTo>
                  <a:lnTo>
                    <a:pt x="6687392" y="189215"/>
                  </a:lnTo>
                  <a:lnTo>
                    <a:pt x="6665095" y="148996"/>
                  </a:lnTo>
                  <a:lnTo>
                    <a:pt x="6637560" y="112500"/>
                  </a:lnTo>
                  <a:lnTo>
                    <a:pt x="6605291" y="80231"/>
                  </a:lnTo>
                  <a:lnTo>
                    <a:pt x="6568795" y="52696"/>
                  </a:lnTo>
                  <a:lnTo>
                    <a:pt x="6528576" y="30399"/>
                  </a:lnTo>
                  <a:lnTo>
                    <a:pt x="6485140" y="13848"/>
                  </a:lnTo>
                  <a:lnTo>
                    <a:pt x="6438993" y="3546"/>
                  </a:lnTo>
                  <a:lnTo>
                    <a:pt x="6390640" y="0"/>
                  </a:lnTo>
                  <a:close/>
                </a:path>
              </a:pathLst>
            </a:custGeom>
            <a:solidFill>
              <a:srgbClr val="FFF0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57072" y="4349496"/>
              <a:ext cx="9066530" cy="0"/>
            </a:xfrm>
            <a:custGeom>
              <a:avLst/>
              <a:gdLst/>
              <a:ahLst/>
              <a:cxnLst/>
              <a:rect l="l" t="t" r="r" b="b"/>
              <a:pathLst>
                <a:path w="9066530" h="0">
                  <a:moveTo>
                    <a:pt x="0" y="0"/>
                  </a:moveTo>
                  <a:lnTo>
                    <a:pt x="9066022" y="0"/>
                  </a:lnTo>
                </a:path>
              </a:pathLst>
            </a:custGeom>
            <a:ln w="1524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682240" y="4994147"/>
              <a:ext cx="6430010" cy="411480"/>
            </a:xfrm>
            <a:custGeom>
              <a:avLst/>
              <a:gdLst/>
              <a:ahLst/>
              <a:cxnLst/>
              <a:rect l="l" t="t" r="r" b="b"/>
              <a:pathLst>
                <a:path w="6430009" h="411479">
                  <a:moveTo>
                    <a:pt x="6429756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6429756" y="411479"/>
                  </a:lnTo>
                  <a:lnTo>
                    <a:pt x="6429756" y="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572125" y="5100320"/>
            <a:ext cx="6502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I/O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device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99742" y="3057270"/>
            <a:ext cx="74231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Arial"/>
                <a:cs typeface="Arial"/>
              </a:rPr>
              <a:t>User-space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43025" y="4133469"/>
            <a:ext cx="666115" cy="465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Kernel</a:t>
            </a:r>
            <a:endParaRPr sz="1100">
              <a:latin typeface="Arial"/>
              <a:cs typeface="Arial"/>
            </a:endParaRPr>
          </a:p>
          <a:p>
            <a:pPr marL="48260">
              <a:lnSpc>
                <a:spcPct val="100000"/>
              </a:lnSpc>
              <a:spcBef>
                <a:spcPts val="819"/>
              </a:spcBef>
            </a:pPr>
            <a:r>
              <a:rPr dirty="0" sz="1100" spc="-10">
                <a:latin typeface="Arial"/>
                <a:cs typeface="Arial"/>
              </a:rPr>
              <a:t>Hardware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711195" y="1584960"/>
            <a:ext cx="2885440" cy="1560830"/>
          </a:xfrm>
          <a:custGeom>
            <a:avLst/>
            <a:gdLst/>
            <a:ahLst/>
            <a:cxnLst/>
            <a:rect l="l" t="t" r="r" b="b"/>
            <a:pathLst>
              <a:path w="2885440" h="1560830">
                <a:moveTo>
                  <a:pt x="2624836" y="0"/>
                </a:moveTo>
                <a:lnTo>
                  <a:pt x="260096" y="0"/>
                </a:lnTo>
                <a:lnTo>
                  <a:pt x="213346" y="4190"/>
                </a:lnTo>
                <a:lnTo>
                  <a:pt x="169344" y="16273"/>
                </a:lnTo>
                <a:lnTo>
                  <a:pt x="128825" y="35512"/>
                </a:lnTo>
                <a:lnTo>
                  <a:pt x="92523" y="61174"/>
                </a:lnTo>
                <a:lnTo>
                  <a:pt x="61174" y="92523"/>
                </a:lnTo>
                <a:lnTo>
                  <a:pt x="35512" y="128825"/>
                </a:lnTo>
                <a:lnTo>
                  <a:pt x="16273" y="169344"/>
                </a:lnTo>
                <a:lnTo>
                  <a:pt x="4190" y="213346"/>
                </a:lnTo>
                <a:lnTo>
                  <a:pt x="0" y="260095"/>
                </a:lnTo>
                <a:lnTo>
                  <a:pt x="0" y="1300479"/>
                </a:lnTo>
                <a:lnTo>
                  <a:pt x="4190" y="1347229"/>
                </a:lnTo>
                <a:lnTo>
                  <a:pt x="16273" y="1391231"/>
                </a:lnTo>
                <a:lnTo>
                  <a:pt x="35512" y="1431750"/>
                </a:lnTo>
                <a:lnTo>
                  <a:pt x="61174" y="1468052"/>
                </a:lnTo>
                <a:lnTo>
                  <a:pt x="92523" y="1499401"/>
                </a:lnTo>
                <a:lnTo>
                  <a:pt x="128825" y="1525063"/>
                </a:lnTo>
                <a:lnTo>
                  <a:pt x="169344" y="1544302"/>
                </a:lnTo>
                <a:lnTo>
                  <a:pt x="213346" y="1556385"/>
                </a:lnTo>
                <a:lnTo>
                  <a:pt x="260096" y="1560576"/>
                </a:lnTo>
                <a:lnTo>
                  <a:pt x="2624836" y="1560576"/>
                </a:lnTo>
                <a:lnTo>
                  <a:pt x="2671585" y="1556385"/>
                </a:lnTo>
                <a:lnTo>
                  <a:pt x="2715587" y="1544302"/>
                </a:lnTo>
                <a:lnTo>
                  <a:pt x="2756106" y="1525063"/>
                </a:lnTo>
                <a:lnTo>
                  <a:pt x="2792408" y="1499401"/>
                </a:lnTo>
                <a:lnTo>
                  <a:pt x="2823757" y="1468052"/>
                </a:lnTo>
                <a:lnTo>
                  <a:pt x="2849419" y="1431750"/>
                </a:lnTo>
                <a:lnTo>
                  <a:pt x="2868658" y="1391231"/>
                </a:lnTo>
                <a:lnTo>
                  <a:pt x="2880741" y="1347229"/>
                </a:lnTo>
                <a:lnTo>
                  <a:pt x="2884932" y="1300479"/>
                </a:lnTo>
                <a:lnTo>
                  <a:pt x="2884932" y="260095"/>
                </a:lnTo>
                <a:lnTo>
                  <a:pt x="2880741" y="213346"/>
                </a:lnTo>
                <a:lnTo>
                  <a:pt x="2868658" y="169344"/>
                </a:lnTo>
                <a:lnTo>
                  <a:pt x="2849419" y="128825"/>
                </a:lnTo>
                <a:lnTo>
                  <a:pt x="2823757" y="92523"/>
                </a:lnTo>
                <a:lnTo>
                  <a:pt x="2792408" y="61174"/>
                </a:lnTo>
                <a:lnTo>
                  <a:pt x="2756106" y="35512"/>
                </a:lnTo>
                <a:lnTo>
                  <a:pt x="2715587" y="16273"/>
                </a:lnTo>
                <a:lnTo>
                  <a:pt x="2671585" y="4190"/>
                </a:lnTo>
                <a:lnTo>
                  <a:pt x="2624836" y="0"/>
                </a:lnTo>
                <a:close/>
              </a:path>
            </a:pathLst>
          </a:custGeom>
          <a:solidFill>
            <a:srgbClr val="FFD3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3989070" y="1277873"/>
            <a:ext cx="2082164" cy="680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latin typeface="Arial"/>
                <a:cs typeface="Arial"/>
              </a:rPr>
              <a:t>QEMU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600" spc="-25">
                <a:latin typeface="Arial"/>
                <a:cs typeface="Arial"/>
              </a:rPr>
              <a:t>VM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2695955" y="3557015"/>
            <a:ext cx="2914015" cy="391795"/>
          </a:xfrm>
          <a:custGeom>
            <a:avLst/>
            <a:gdLst/>
            <a:ahLst/>
            <a:cxnLst/>
            <a:rect l="l" t="t" r="r" b="b"/>
            <a:pathLst>
              <a:path w="2914015" h="391795">
                <a:moveTo>
                  <a:pt x="2913888" y="0"/>
                </a:moveTo>
                <a:lnTo>
                  <a:pt x="0" y="0"/>
                </a:lnTo>
                <a:lnTo>
                  <a:pt x="0" y="391668"/>
                </a:lnTo>
                <a:lnTo>
                  <a:pt x="2913888" y="391668"/>
                </a:lnTo>
                <a:lnTo>
                  <a:pt x="2913888" y="0"/>
                </a:lnTo>
                <a:close/>
              </a:path>
            </a:pathLst>
          </a:custGeom>
          <a:solidFill>
            <a:srgbClr val="FADA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3990594" y="3652520"/>
            <a:ext cx="3289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Arial"/>
                <a:cs typeface="Arial"/>
              </a:rPr>
              <a:t>KVM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400800" y="3557015"/>
            <a:ext cx="2510155" cy="391795"/>
          </a:xfrm>
          <a:custGeom>
            <a:avLst/>
            <a:gdLst/>
            <a:ahLst/>
            <a:cxnLst/>
            <a:rect l="l" t="t" r="r" b="b"/>
            <a:pathLst>
              <a:path w="2510154" h="391795">
                <a:moveTo>
                  <a:pt x="2510028" y="0"/>
                </a:moveTo>
                <a:lnTo>
                  <a:pt x="0" y="0"/>
                </a:lnTo>
                <a:lnTo>
                  <a:pt x="0" y="391668"/>
                </a:lnTo>
                <a:lnTo>
                  <a:pt x="2510028" y="391668"/>
                </a:lnTo>
                <a:lnTo>
                  <a:pt x="2510028" y="0"/>
                </a:lnTo>
                <a:close/>
              </a:path>
            </a:pathLst>
          </a:custGeom>
          <a:solidFill>
            <a:srgbClr val="FADA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7479283" y="3652520"/>
            <a:ext cx="352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VFIO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014472" y="2400300"/>
            <a:ext cx="2245360" cy="469900"/>
          </a:xfrm>
          <a:custGeom>
            <a:avLst/>
            <a:gdLst/>
            <a:ahLst/>
            <a:cxnLst/>
            <a:rect l="l" t="t" r="r" b="b"/>
            <a:pathLst>
              <a:path w="2245360" h="469900">
                <a:moveTo>
                  <a:pt x="2166619" y="0"/>
                </a:moveTo>
                <a:lnTo>
                  <a:pt x="78231" y="0"/>
                </a:lnTo>
                <a:lnTo>
                  <a:pt x="47791" y="6151"/>
                </a:lnTo>
                <a:lnTo>
                  <a:pt x="22923" y="22923"/>
                </a:lnTo>
                <a:lnTo>
                  <a:pt x="6151" y="47791"/>
                </a:lnTo>
                <a:lnTo>
                  <a:pt x="0" y="78232"/>
                </a:lnTo>
                <a:lnTo>
                  <a:pt x="0" y="391160"/>
                </a:lnTo>
                <a:lnTo>
                  <a:pt x="6151" y="421600"/>
                </a:lnTo>
                <a:lnTo>
                  <a:pt x="22923" y="446468"/>
                </a:lnTo>
                <a:lnTo>
                  <a:pt x="47791" y="463240"/>
                </a:lnTo>
                <a:lnTo>
                  <a:pt x="78231" y="469391"/>
                </a:lnTo>
                <a:lnTo>
                  <a:pt x="2166619" y="469391"/>
                </a:lnTo>
                <a:lnTo>
                  <a:pt x="2197060" y="463240"/>
                </a:lnTo>
                <a:lnTo>
                  <a:pt x="2221928" y="446468"/>
                </a:lnTo>
                <a:lnTo>
                  <a:pt x="2238700" y="421600"/>
                </a:lnTo>
                <a:lnTo>
                  <a:pt x="2244852" y="391160"/>
                </a:lnTo>
                <a:lnTo>
                  <a:pt x="2244852" y="78232"/>
                </a:lnTo>
                <a:lnTo>
                  <a:pt x="2238700" y="47791"/>
                </a:lnTo>
                <a:lnTo>
                  <a:pt x="2221928" y="22923"/>
                </a:lnTo>
                <a:lnTo>
                  <a:pt x="2197060" y="6151"/>
                </a:lnTo>
                <a:lnTo>
                  <a:pt x="2166619" y="0"/>
                </a:lnTo>
                <a:close/>
              </a:path>
            </a:pathLst>
          </a:custGeom>
          <a:solidFill>
            <a:srgbClr val="BA87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3507994" y="2526919"/>
            <a:ext cx="1259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I/O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Device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Drivers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6400800" y="4515611"/>
            <a:ext cx="2510155" cy="350520"/>
          </a:xfrm>
          <a:custGeom>
            <a:avLst/>
            <a:gdLst/>
            <a:ahLst/>
            <a:cxnLst/>
            <a:rect l="l" t="t" r="r" b="b"/>
            <a:pathLst>
              <a:path w="2510154" h="350520">
                <a:moveTo>
                  <a:pt x="2510028" y="0"/>
                </a:moveTo>
                <a:lnTo>
                  <a:pt x="0" y="0"/>
                </a:lnTo>
                <a:lnTo>
                  <a:pt x="0" y="350519"/>
                </a:lnTo>
                <a:lnTo>
                  <a:pt x="2510028" y="350519"/>
                </a:lnTo>
                <a:lnTo>
                  <a:pt x="2510028" y="0"/>
                </a:lnTo>
                <a:close/>
              </a:path>
            </a:pathLst>
          </a:custGeom>
          <a:solidFill>
            <a:srgbClr val="969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7404607" y="4591050"/>
            <a:ext cx="5048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IOMMU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400800" y="2400300"/>
            <a:ext cx="2510155" cy="463550"/>
          </a:xfrm>
          <a:prstGeom prst="rect">
            <a:avLst/>
          </a:prstGeom>
          <a:solidFill>
            <a:srgbClr val="AFD0E9"/>
          </a:solidFill>
        </p:spPr>
        <p:txBody>
          <a:bodyPr wrap="square" lIns="0" tIns="1447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0"/>
              </a:spcBef>
            </a:pPr>
            <a:r>
              <a:rPr dirty="0" sz="1100">
                <a:latin typeface="Arial"/>
                <a:cs typeface="Arial"/>
              </a:rPr>
              <a:t>QEMU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VFIO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3216401" y="2864230"/>
            <a:ext cx="4478655" cy="2137410"/>
            <a:chOff x="3216401" y="2864230"/>
            <a:chExt cx="4478655" cy="2137410"/>
          </a:xfrm>
        </p:grpSpPr>
        <p:sp>
          <p:nvSpPr>
            <p:cNvPr id="25" name="object 25" descr=""/>
            <p:cNvSpPr/>
            <p:nvPr/>
          </p:nvSpPr>
          <p:spPr>
            <a:xfrm>
              <a:off x="7155052" y="2864230"/>
              <a:ext cx="76200" cy="1652270"/>
            </a:xfrm>
            <a:custGeom>
              <a:avLst/>
              <a:gdLst/>
              <a:ahLst/>
              <a:cxnLst/>
              <a:rect l="l" t="t" r="r" b="b"/>
              <a:pathLst>
                <a:path w="76200" h="1652270">
                  <a:moveTo>
                    <a:pt x="28229" y="1575754"/>
                  </a:moveTo>
                  <a:lnTo>
                    <a:pt x="0" y="1575943"/>
                  </a:lnTo>
                  <a:lnTo>
                    <a:pt x="38607" y="1651889"/>
                  </a:lnTo>
                  <a:lnTo>
                    <a:pt x="69768" y="1588516"/>
                  </a:lnTo>
                  <a:lnTo>
                    <a:pt x="28321" y="1588516"/>
                  </a:lnTo>
                  <a:lnTo>
                    <a:pt x="28229" y="1575754"/>
                  </a:lnTo>
                  <a:close/>
                </a:path>
                <a:path w="76200" h="1652270">
                  <a:moveTo>
                    <a:pt x="48041" y="1575622"/>
                  </a:moveTo>
                  <a:lnTo>
                    <a:pt x="28229" y="1575754"/>
                  </a:lnTo>
                  <a:lnTo>
                    <a:pt x="28321" y="1588516"/>
                  </a:lnTo>
                  <a:lnTo>
                    <a:pt x="48132" y="1588389"/>
                  </a:lnTo>
                  <a:lnTo>
                    <a:pt x="48041" y="1575622"/>
                  </a:lnTo>
                  <a:close/>
                </a:path>
                <a:path w="76200" h="1652270">
                  <a:moveTo>
                    <a:pt x="76200" y="1575435"/>
                  </a:moveTo>
                  <a:lnTo>
                    <a:pt x="48041" y="1575622"/>
                  </a:lnTo>
                  <a:lnTo>
                    <a:pt x="48132" y="1588389"/>
                  </a:lnTo>
                  <a:lnTo>
                    <a:pt x="28321" y="1588516"/>
                  </a:lnTo>
                  <a:lnTo>
                    <a:pt x="69768" y="1588516"/>
                  </a:lnTo>
                  <a:lnTo>
                    <a:pt x="75950" y="1575943"/>
                  </a:lnTo>
                  <a:lnTo>
                    <a:pt x="76042" y="1575754"/>
                  </a:lnTo>
                  <a:lnTo>
                    <a:pt x="76107" y="1575622"/>
                  </a:lnTo>
                  <a:lnTo>
                    <a:pt x="76200" y="1575435"/>
                  </a:lnTo>
                  <a:close/>
                </a:path>
                <a:path w="76200" h="1652270">
                  <a:moveTo>
                    <a:pt x="36702" y="0"/>
                  </a:moveTo>
                  <a:lnTo>
                    <a:pt x="16891" y="254"/>
                  </a:lnTo>
                  <a:lnTo>
                    <a:pt x="28226" y="1575435"/>
                  </a:lnTo>
                  <a:lnTo>
                    <a:pt x="28229" y="1575754"/>
                  </a:lnTo>
                  <a:lnTo>
                    <a:pt x="48041" y="1575622"/>
                  </a:lnTo>
                  <a:lnTo>
                    <a:pt x="36704" y="254"/>
                  </a:lnTo>
                  <a:lnTo>
                    <a:pt x="367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216401" y="2870453"/>
              <a:ext cx="76200" cy="2131695"/>
            </a:xfrm>
            <a:custGeom>
              <a:avLst/>
              <a:gdLst/>
              <a:ahLst/>
              <a:cxnLst/>
              <a:rect l="l" t="t" r="r" b="b"/>
              <a:pathLst>
                <a:path w="76200" h="2131695">
                  <a:moveTo>
                    <a:pt x="28193" y="2054987"/>
                  </a:moveTo>
                  <a:lnTo>
                    <a:pt x="0" y="2054987"/>
                  </a:lnTo>
                  <a:lnTo>
                    <a:pt x="38100" y="2131187"/>
                  </a:lnTo>
                  <a:lnTo>
                    <a:pt x="69850" y="2067687"/>
                  </a:lnTo>
                  <a:lnTo>
                    <a:pt x="28193" y="2067687"/>
                  </a:lnTo>
                  <a:lnTo>
                    <a:pt x="28193" y="2054987"/>
                  </a:lnTo>
                  <a:close/>
                </a:path>
                <a:path w="76200" h="2131695">
                  <a:moveTo>
                    <a:pt x="48006" y="0"/>
                  </a:moveTo>
                  <a:lnTo>
                    <a:pt x="28193" y="0"/>
                  </a:lnTo>
                  <a:lnTo>
                    <a:pt x="28193" y="2067687"/>
                  </a:lnTo>
                  <a:lnTo>
                    <a:pt x="48006" y="2067687"/>
                  </a:lnTo>
                  <a:lnTo>
                    <a:pt x="48006" y="0"/>
                  </a:lnTo>
                  <a:close/>
                </a:path>
                <a:path w="76200" h="2131695">
                  <a:moveTo>
                    <a:pt x="76200" y="2054987"/>
                  </a:moveTo>
                  <a:lnTo>
                    <a:pt x="48006" y="2054987"/>
                  </a:lnTo>
                  <a:lnTo>
                    <a:pt x="48006" y="2067687"/>
                  </a:lnTo>
                  <a:lnTo>
                    <a:pt x="69850" y="2067687"/>
                  </a:lnTo>
                  <a:lnTo>
                    <a:pt x="76200" y="2054987"/>
                  </a:lnTo>
                  <a:close/>
                </a:path>
              </a:pathLst>
            </a:custGeom>
            <a:solidFill>
              <a:srgbClr val="1FD7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102100" y="2870453"/>
              <a:ext cx="3593465" cy="2124710"/>
            </a:xfrm>
            <a:custGeom>
              <a:avLst/>
              <a:gdLst/>
              <a:ahLst/>
              <a:cxnLst/>
              <a:rect l="l" t="t" r="r" b="b"/>
              <a:pathLst>
                <a:path w="3593465" h="2124710">
                  <a:moveTo>
                    <a:pt x="76200" y="75311"/>
                  </a:moveTo>
                  <a:lnTo>
                    <a:pt x="69799" y="63246"/>
                  </a:lnTo>
                  <a:lnTo>
                    <a:pt x="36322" y="0"/>
                  </a:lnTo>
                  <a:lnTo>
                    <a:pt x="0" y="77089"/>
                  </a:lnTo>
                  <a:lnTo>
                    <a:pt x="28232" y="76441"/>
                  </a:lnTo>
                  <a:lnTo>
                    <a:pt x="27940" y="63754"/>
                  </a:lnTo>
                  <a:lnTo>
                    <a:pt x="28206" y="75311"/>
                  </a:lnTo>
                  <a:lnTo>
                    <a:pt x="28232" y="76441"/>
                  </a:lnTo>
                  <a:lnTo>
                    <a:pt x="42405" y="687070"/>
                  </a:lnTo>
                  <a:lnTo>
                    <a:pt x="42418" y="687590"/>
                  </a:lnTo>
                  <a:lnTo>
                    <a:pt x="62230" y="687070"/>
                  </a:lnTo>
                  <a:lnTo>
                    <a:pt x="48069" y="77089"/>
                  </a:lnTo>
                  <a:lnTo>
                    <a:pt x="48044" y="75971"/>
                  </a:lnTo>
                  <a:lnTo>
                    <a:pt x="47752" y="63754"/>
                  </a:lnTo>
                  <a:lnTo>
                    <a:pt x="48031" y="75311"/>
                  </a:lnTo>
                  <a:lnTo>
                    <a:pt x="48044" y="75971"/>
                  </a:lnTo>
                  <a:lnTo>
                    <a:pt x="76200" y="75311"/>
                  </a:lnTo>
                  <a:close/>
                </a:path>
                <a:path w="3593465" h="2124710">
                  <a:moveTo>
                    <a:pt x="2299208" y="872490"/>
                  </a:moveTo>
                  <a:lnTo>
                    <a:pt x="1584706" y="872490"/>
                  </a:lnTo>
                  <a:lnTo>
                    <a:pt x="1584706" y="844296"/>
                  </a:lnTo>
                  <a:lnTo>
                    <a:pt x="1508506" y="882396"/>
                  </a:lnTo>
                  <a:lnTo>
                    <a:pt x="1584706" y="920496"/>
                  </a:lnTo>
                  <a:lnTo>
                    <a:pt x="1584706" y="892302"/>
                  </a:lnTo>
                  <a:lnTo>
                    <a:pt x="2299208" y="892302"/>
                  </a:lnTo>
                  <a:lnTo>
                    <a:pt x="2299208" y="872490"/>
                  </a:lnTo>
                  <a:close/>
                </a:path>
                <a:path w="3593465" h="2124710">
                  <a:moveTo>
                    <a:pt x="3592957" y="1155192"/>
                  </a:moveTo>
                  <a:lnTo>
                    <a:pt x="3586607" y="1142492"/>
                  </a:lnTo>
                  <a:lnTo>
                    <a:pt x="3554857" y="1078992"/>
                  </a:lnTo>
                  <a:lnTo>
                    <a:pt x="3516757" y="1155192"/>
                  </a:lnTo>
                  <a:lnTo>
                    <a:pt x="3544951" y="1155192"/>
                  </a:lnTo>
                  <a:lnTo>
                    <a:pt x="3544951" y="1591945"/>
                  </a:lnTo>
                  <a:lnTo>
                    <a:pt x="1791081" y="1591945"/>
                  </a:lnTo>
                  <a:lnTo>
                    <a:pt x="1786636" y="1596390"/>
                  </a:lnTo>
                  <a:lnTo>
                    <a:pt x="1786636" y="2124710"/>
                  </a:lnTo>
                  <a:lnTo>
                    <a:pt x="1806448" y="2124710"/>
                  </a:lnTo>
                  <a:lnTo>
                    <a:pt x="1806448" y="1611757"/>
                  </a:lnTo>
                  <a:lnTo>
                    <a:pt x="3560445" y="1611757"/>
                  </a:lnTo>
                  <a:lnTo>
                    <a:pt x="3564763" y="1607312"/>
                  </a:lnTo>
                  <a:lnTo>
                    <a:pt x="3564763" y="1591945"/>
                  </a:lnTo>
                  <a:lnTo>
                    <a:pt x="3564763" y="1155192"/>
                  </a:lnTo>
                  <a:lnTo>
                    <a:pt x="3592957" y="1155192"/>
                  </a:lnTo>
                  <a:close/>
                </a:path>
              </a:pathLst>
            </a:custGeom>
            <a:solidFill>
              <a:srgbClr val="D44E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331463" y="4515611"/>
              <a:ext cx="2173605" cy="341630"/>
            </a:xfrm>
            <a:custGeom>
              <a:avLst/>
              <a:gdLst/>
              <a:ahLst/>
              <a:cxnLst/>
              <a:rect l="l" t="t" r="r" b="b"/>
              <a:pathLst>
                <a:path w="2173604" h="341629">
                  <a:moveTo>
                    <a:pt x="2173224" y="0"/>
                  </a:moveTo>
                  <a:lnTo>
                    <a:pt x="0" y="0"/>
                  </a:lnTo>
                  <a:lnTo>
                    <a:pt x="0" y="341375"/>
                  </a:lnTo>
                  <a:lnTo>
                    <a:pt x="2173224" y="341375"/>
                  </a:lnTo>
                  <a:lnTo>
                    <a:pt x="2173224" y="0"/>
                  </a:lnTo>
                  <a:close/>
                </a:path>
              </a:pathLst>
            </a:custGeom>
            <a:solidFill>
              <a:srgbClr val="969D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4030471" y="4586477"/>
            <a:ext cx="7766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VM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Memory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911352" y="3322320"/>
            <a:ext cx="9066530" cy="1683385"/>
            <a:chOff x="911352" y="3322320"/>
            <a:chExt cx="9066530" cy="1683385"/>
          </a:xfrm>
        </p:grpSpPr>
        <p:sp>
          <p:nvSpPr>
            <p:cNvPr id="31" name="object 31" descr=""/>
            <p:cNvSpPr/>
            <p:nvPr/>
          </p:nvSpPr>
          <p:spPr>
            <a:xfrm>
              <a:off x="5505449" y="4648962"/>
              <a:ext cx="2192655" cy="356235"/>
            </a:xfrm>
            <a:custGeom>
              <a:avLst/>
              <a:gdLst/>
              <a:ahLst/>
              <a:cxnLst/>
              <a:rect l="l" t="t" r="r" b="b"/>
              <a:pathLst>
                <a:path w="2192654" h="356235">
                  <a:moveTo>
                    <a:pt x="2172334" y="336423"/>
                  </a:moveTo>
                  <a:lnTo>
                    <a:pt x="2151379" y="336423"/>
                  </a:lnTo>
                  <a:lnTo>
                    <a:pt x="2151379" y="356235"/>
                  </a:lnTo>
                  <a:lnTo>
                    <a:pt x="2187702" y="356235"/>
                  </a:lnTo>
                  <a:lnTo>
                    <a:pt x="2192147" y="351789"/>
                  </a:lnTo>
                  <a:lnTo>
                    <a:pt x="2192147" y="346329"/>
                  </a:lnTo>
                  <a:lnTo>
                    <a:pt x="2172334" y="346329"/>
                  </a:lnTo>
                  <a:lnTo>
                    <a:pt x="2172334" y="336423"/>
                  </a:lnTo>
                  <a:close/>
                </a:path>
                <a:path w="2192654" h="356235">
                  <a:moveTo>
                    <a:pt x="2172334" y="38100"/>
                  </a:moveTo>
                  <a:lnTo>
                    <a:pt x="2172334" y="346329"/>
                  </a:lnTo>
                  <a:lnTo>
                    <a:pt x="2182241" y="336423"/>
                  </a:lnTo>
                  <a:lnTo>
                    <a:pt x="2192147" y="336423"/>
                  </a:lnTo>
                  <a:lnTo>
                    <a:pt x="2192147" y="48006"/>
                  </a:lnTo>
                  <a:lnTo>
                    <a:pt x="2182241" y="48006"/>
                  </a:lnTo>
                  <a:lnTo>
                    <a:pt x="2172334" y="38100"/>
                  </a:lnTo>
                  <a:close/>
                </a:path>
                <a:path w="2192654" h="356235">
                  <a:moveTo>
                    <a:pt x="2192147" y="336423"/>
                  </a:moveTo>
                  <a:lnTo>
                    <a:pt x="2182241" y="336423"/>
                  </a:lnTo>
                  <a:lnTo>
                    <a:pt x="2172334" y="346329"/>
                  </a:lnTo>
                  <a:lnTo>
                    <a:pt x="2192147" y="346329"/>
                  </a:lnTo>
                  <a:lnTo>
                    <a:pt x="2192147" y="336423"/>
                  </a:lnTo>
                  <a:close/>
                </a:path>
                <a:path w="2192654" h="356235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3"/>
                  </a:lnTo>
                  <a:lnTo>
                    <a:pt x="76200" y="28193"/>
                  </a:lnTo>
                  <a:lnTo>
                    <a:pt x="76200" y="0"/>
                  </a:lnTo>
                  <a:close/>
                </a:path>
                <a:path w="2192654" h="356235">
                  <a:moveTo>
                    <a:pt x="76200" y="28193"/>
                  </a:moveTo>
                  <a:lnTo>
                    <a:pt x="63500" y="28193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3"/>
                  </a:lnTo>
                  <a:close/>
                </a:path>
                <a:path w="2192654" h="356235">
                  <a:moveTo>
                    <a:pt x="2187702" y="28193"/>
                  </a:moveTo>
                  <a:lnTo>
                    <a:pt x="76200" y="28193"/>
                  </a:lnTo>
                  <a:lnTo>
                    <a:pt x="76200" y="48006"/>
                  </a:lnTo>
                  <a:lnTo>
                    <a:pt x="2172334" y="48006"/>
                  </a:lnTo>
                  <a:lnTo>
                    <a:pt x="2172334" y="38100"/>
                  </a:lnTo>
                  <a:lnTo>
                    <a:pt x="2192147" y="38100"/>
                  </a:lnTo>
                  <a:lnTo>
                    <a:pt x="2192147" y="32638"/>
                  </a:lnTo>
                  <a:lnTo>
                    <a:pt x="2187702" y="28193"/>
                  </a:lnTo>
                  <a:close/>
                </a:path>
                <a:path w="2192654" h="356235">
                  <a:moveTo>
                    <a:pt x="2192147" y="38100"/>
                  </a:moveTo>
                  <a:lnTo>
                    <a:pt x="2172334" y="38100"/>
                  </a:lnTo>
                  <a:lnTo>
                    <a:pt x="2182241" y="48006"/>
                  </a:lnTo>
                  <a:lnTo>
                    <a:pt x="2192147" y="48006"/>
                  </a:lnTo>
                  <a:lnTo>
                    <a:pt x="2192147" y="381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11352" y="3329940"/>
              <a:ext cx="9066530" cy="0"/>
            </a:xfrm>
            <a:custGeom>
              <a:avLst/>
              <a:gdLst/>
              <a:ahLst/>
              <a:cxnLst/>
              <a:rect l="l" t="t" r="r" b="b"/>
              <a:pathLst>
                <a:path w="9066530" h="0">
                  <a:moveTo>
                    <a:pt x="0" y="0"/>
                  </a:moveTo>
                  <a:lnTo>
                    <a:pt x="9066022" y="0"/>
                  </a:lnTo>
                </a:path>
              </a:pathLst>
            </a:custGeom>
            <a:ln w="1524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/>
          <p:nvPr/>
        </p:nvSpPr>
        <p:spPr>
          <a:xfrm>
            <a:off x="10225278" y="2926842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3" y="0"/>
                </a:lnTo>
              </a:path>
            </a:pathLst>
          </a:custGeom>
          <a:ln w="19812">
            <a:solidFill>
              <a:srgbClr val="1FD7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0223754" y="3088385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3" y="0"/>
                </a:lnTo>
              </a:path>
            </a:pathLst>
          </a:custGeom>
          <a:ln w="19812">
            <a:solidFill>
              <a:srgbClr val="D44E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0235945" y="3260597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34ACD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10954639" y="2825241"/>
            <a:ext cx="394970" cy="67246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60960" indent="5715">
              <a:lnSpc>
                <a:spcPct val="113500"/>
              </a:lnSpc>
              <a:spcBef>
                <a:spcPts val="35"/>
              </a:spcBef>
            </a:pPr>
            <a:r>
              <a:rPr dirty="0" sz="900" spc="-25">
                <a:latin typeface="Arial"/>
                <a:cs typeface="Arial"/>
              </a:rPr>
              <a:t>MMIO IRQ DMA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900" spc="-10">
                <a:latin typeface="Arial"/>
                <a:cs typeface="Arial"/>
              </a:rPr>
              <a:t>Control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10234421" y="3443478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0"/>
                </a:moveTo>
                <a:lnTo>
                  <a:pt x="719962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39" name="object 3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18</a:t>
            </a:r>
          </a:p>
        </p:txBody>
      </p:sp>
      <p:sp>
        <p:nvSpPr>
          <p:cNvPr id="40" name="object 4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5582" y="2718892"/>
            <a:ext cx="7372350" cy="1154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400">
                <a:solidFill>
                  <a:srgbClr val="FFFFFF"/>
                </a:solidFill>
              </a:rPr>
              <a:t>VIRTIO</a:t>
            </a:r>
            <a:r>
              <a:rPr dirty="0" sz="7400" spc="-35">
                <a:solidFill>
                  <a:srgbClr val="FFFFFF"/>
                </a:solidFill>
              </a:rPr>
              <a:t> </a:t>
            </a:r>
            <a:r>
              <a:rPr dirty="0" sz="7400" spc="10">
                <a:solidFill>
                  <a:srgbClr val="FFFFFF"/>
                </a:solidFill>
              </a:rPr>
              <a:t>DE</a:t>
            </a:r>
            <a:r>
              <a:rPr dirty="0" sz="7400" spc="-550">
                <a:solidFill>
                  <a:srgbClr val="FFFFFF"/>
                </a:solidFill>
              </a:rPr>
              <a:t>T</a:t>
            </a:r>
            <a:r>
              <a:rPr dirty="0" sz="7400" spc="10">
                <a:solidFill>
                  <a:srgbClr val="FFFFFF"/>
                </a:solidFill>
              </a:rPr>
              <a:t>AILS</a:t>
            </a:r>
            <a:endParaRPr sz="7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358" y="302717"/>
            <a:ext cx="3046730" cy="4686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Virtual</a:t>
            </a:r>
            <a:r>
              <a:rPr dirty="0" spc="-80"/>
              <a:t> </a:t>
            </a:r>
            <a:r>
              <a:rPr dirty="0"/>
              <a:t>I/O</a:t>
            </a:r>
            <a:r>
              <a:rPr dirty="0" spc="-60"/>
              <a:t> </a:t>
            </a:r>
            <a:r>
              <a:rPr dirty="0" spc="-10"/>
              <a:t>Device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78358" y="972439"/>
            <a:ext cx="4897755" cy="132143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500" b="1">
                <a:latin typeface="Arial"/>
                <a:cs typeface="Arial"/>
              </a:rPr>
              <a:t>Virtio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family</a:t>
            </a:r>
            <a:r>
              <a:rPr dirty="0" sz="1500" spc="-2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of</a:t>
            </a:r>
            <a:r>
              <a:rPr dirty="0" sz="1500" spc="-10" b="1">
                <a:latin typeface="Arial"/>
                <a:cs typeface="Arial"/>
              </a:rPr>
              <a:t> devices</a:t>
            </a:r>
            <a:endParaRPr sz="15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1500">
                <a:latin typeface="Arial"/>
                <a:cs typeface="Arial"/>
              </a:rPr>
              <a:t>Found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in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virtual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environments</a:t>
            </a:r>
            <a:endParaRPr sz="15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1500">
                <a:latin typeface="Arial"/>
                <a:cs typeface="Arial"/>
              </a:rPr>
              <a:t>By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design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they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look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like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physical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devices</a:t>
            </a:r>
            <a:endParaRPr sz="15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1500">
                <a:latin typeface="Arial"/>
                <a:cs typeface="Arial"/>
              </a:rPr>
              <a:t>Use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guest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standard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drivers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and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discovery </a:t>
            </a:r>
            <a:r>
              <a:rPr dirty="0" sz="1500" spc="-10">
                <a:latin typeface="Arial"/>
                <a:cs typeface="Arial"/>
              </a:rPr>
              <a:t>mechanisms</a:t>
            </a:r>
            <a:endParaRPr sz="15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1500">
                <a:latin typeface="Arial"/>
                <a:cs typeface="Arial"/>
              </a:rPr>
              <a:t>Specification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defined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by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OASIS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technical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committee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8358" y="2478404"/>
            <a:ext cx="10520045" cy="282765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500" b="1">
                <a:latin typeface="Arial"/>
                <a:cs typeface="Arial"/>
              </a:rPr>
              <a:t>Virtio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specification</a:t>
            </a:r>
            <a:r>
              <a:rPr dirty="0" sz="1500" spc="-60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purpose</a:t>
            </a:r>
            <a:endParaRPr sz="15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1500">
                <a:latin typeface="Arial"/>
                <a:cs typeface="Arial"/>
              </a:rPr>
              <a:t>Straightforward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-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use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normal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bus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mechanisms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of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interrupts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and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DMA</a:t>
            </a:r>
            <a:endParaRPr sz="15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1500">
                <a:latin typeface="Arial"/>
                <a:cs typeface="Arial"/>
              </a:rPr>
              <a:t>Efficient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-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rings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of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descriptors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for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both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input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and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output,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laid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out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to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avoid</a:t>
            </a:r>
            <a:r>
              <a:rPr dirty="0" sz="1500" spc="-2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cache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effects</a:t>
            </a:r>
            <a:endParaRPr sz="15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1500">
                <a:latin typeface="Arial"/>
                <a:cs typeface="Arial"/>
              </a:rPr>
              <a:t>Standard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-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makes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no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assumptions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about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guest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environment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beyond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supporting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MMIO,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Channel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I/O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or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PCI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bus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transports.</a:t>
            </a:r>
            <a:endParaRPr sz="150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245745" algn="l"/>
              </a:tabLst>
            </a:pPr>
            <a:r>
              <a:rPr dirty="0" sz="1500">
                <a:latin typeface="Arial"/>
                <a:cs typeface="Arial"/>
              </a:rPr>
              <a:t>Extensible</a:t>
            </a:r>
            <a:r>
              <a:rPr dirty="0" sz="1500" spc="-2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-</a:t>
            </a:r>
            <a:r>
              <a:rPr dirty="0" sz="1500" spc="-1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devices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contain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feature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bits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acknowledged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by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guest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OS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252525"/>
              </a:buClr>
              <a:buFont typeface="Arial"/>
              <a:buChar char="•"/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b="1">
                <a:latin typeface="Arial"/>
                <a:cs typeface="Arial"/>
              </a:rPr>
              <a:t>Virtio</a:t>
            </a:r>
            <a:r>
              <a:rPr dirty="0" sz="1500" spc="-5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device</a:t>
            </a:r>
            <a:r>
              <a:rPr dirty="0" sz="1500" spc="-1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facilities</a:t>
            </a:r>
            <a:endParaRPr sz="1500">
              <a:latin typeface="Arial"/>
              <a:cs typeface="Arial"/>
            </a:endParaRPr>
          </a:p>
          <a:p>
            <a:pPr marL="455930" indent="-443230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455930" algn="l"/>
              </a:tabLst>
            </a:pPr>
            <a:r>
              <a:rPr dirty="0" sz="1500">
                <a:latin typeface="Arial"/>
                <a:cs typeface="Arial"/>
              </a:rPr>
              <a:t>Device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status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field</a:t>
            </a:r>
            <a:endParaRPr sz="1500">
              <a:latin typeface="Arial"/>
              <a:cs typeface="Arial"/>
            </a:endParaRPr>
          </a:p>
          <a:p>
            <a:pPr marL="455930" indent="-443230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455930" algn="l"/>
              </a:tabLst>
            </a:pPr>
            <a:r>
              <a:rPr dirty="0" sz="1500">
                <a:latin typeface="Arial"/>
                <a:cs typeface="Arial"/>
              </a:rPr>
              <a:t>Feature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bits</a:t>
            </a:r>
            <a:endParaRPr sz="1500">
              <a:latin typeface="Arial"/>
              <a:cs typeface="Arial"/>
            </a:endParaRPr>
          </a:p>
          <a:p>
            <a:pPr marL="455930" indent="-443230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455930" algn="l"/>
              </a:tabLst>
            </a:pPr>
            <a:r>
              <a:rPr dirty="0" sz="1500">
                <a:latin typeface="Arial"/>
                <a:cs typeface="Arial"/>
              </a:rPr>
              <a:t>Device</a:t>
            </a:r>
            <a:r>
              <a:rPr dirty="0" sz="1500" spc="-10">
                <a:latin typeface="Arial"/>
                <a:cs typeface="Arial"/>
              </a:rPr>
              <a:t> Configuration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space</a:t>
            </a:r>
            <a:endParaRPr sz="1500">
              <a:latin typeface="Arial"/>
              <a:cs typeface="Arial"/>
            </a:endParaRPr>
          </a:p>
          <a:p>
            <a:pPr marL="455930" indent="-443230">
              <a:lnSpc>
                <a:spcPct val="100000"/>
              </a:lnSpc>
              <a:spcBef>
                <a:spcPts val="240"/>
              </a:spcBef>
              <a:buClr>
                <a:srgbClr val="252525"/>
              </a:buClr>
              <a:buSzPct val="80000"/>
              <a:buChar char="•"/>
              <a:tabLst>
                <a:tab pos="455930" algn="l"/>
              </a:tabLst>
            </a:pPr>
            <a:r>
              <a:rPr dirty="0" sz="1500">
                <a:latin typeface="Arial"/>
                <a:cs typeface="Arial"/>
              </a:rPr>
              <a:t>One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or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more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virtqueues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0562843" y="710183"/>
            <a:ext cx="134620" cy="1689100"/>
          </a:xfrm>
          <a:custGeom>
            <a:avLst/>
            <a:gdLst/>
            <a:ahLst/>
            <a:cxnLst/>
            <a:rect l="l" t="t" r="r" b="b"/>
            <a:pathLst>
              <a:path w="134620" h="1689100">
                <a:moveTo>
                  <a:pt x="6096" y="0"/>
                </a:moveTo>
                <a:lnTo>
                  <a:pt x="30991" y="845"/>
                </a:lnTo>
                <a:lnTo>
                  <a:pt x="51339" y="3143"/>
                </a:lnTo>
                <a:lnTo>
                  <a:pt x="65067" y="6536"/>
                </a:lnTo>
                <a:lnTo>
                  <a:pt x="70103" y="10667"/>
                </a:lnTo>
                <a:lnTo>
                  <a:pt x="70103" y="550926"/>
                </a:lnTo>
                <a:lnTo>
                  <a:pt x="75140" y="555057"/>
                </a:lnTo>
                <a:lnTo>
                  <a:pt x="88868" y="558450"/>
                </a:lnTo>
                <a:lnTo>
                  <a:pt x="109216" y="560748"/>
                </a:lnTo>
                <a:lnTo>
                  <a:pt x="134111" y="561593"/>
                </a:lnTo>
                <a:lnTo>
                  <a:pt x="109216" y="562439"/>
                </a:lnTo>
                <a:lnTo>
                  <a:pt x="88868" y="564737"/>
                </a:lnTo>
                <a:lnTo>
                  <a:pt x="75140" y="568130"/>
                </a:lnTo>
                <a:lnTo>
                  <a:pt x="70103" y="572262"/>
                </a:lnTo>
                <a:lnTo>
                  <a:pt x="70103" y="1112519"/>
                </a:lnTo>
                <a:lnTo>
                  <a:pt x="65067" y="1116651"/>
                </a:lnTo>
                <a:lnTo>
                  <a:pt x="51339" y="1120044"/>
                </a:lnTo>
                <a:lnTo>
                  <a:pt x="30991" y="1122342"/>
                </a:lnTo>
                <a:lnTo>
                  <a:pt x="6096" y="1123188"/>
                </a:lnTo>
              </a:path>
              <a:path w="134620" h="1689100">
                <a:moveTo>
                  <a:pt x="0" y="1173479"/>
                </a:moveTo>
                <a:lnTo>
                  <a:pt x="26122" y="1174351"/>
                </a:lnTo>
                <a:lnTo>
                  <a:pt x="47434" y="1176734"/>
                </a:lnTo>
                <a:lnTo>
                  <a:pt x="61793" y="1180284"/>
                </a:lnTo>
                <a:lnTo>
                  <a:pt x="67055" y="1184655"/>
                </a:lnTo>
                <a:lnTo>
                  <a:pt x="67055" y="1419860"/>
                </a:lnTo>
                <a:lnTo>
                  <a:pt x="72318" y="1424231"/>
                </a:lnTo>
                <a:lnTo>
                  <a:pt x="86677" y="1427781"/>
                </a:lnTo>
                <a:lnTo>
                  <a:pt x="107989" y="1430164"/>
                </a:lnTo>
                <a:lnTo>
                  <a:pt x="134111" y="1431036"/>
                </a:lnTo>
                <a:lnTo>
                  <a:pt x="107989" y="1431907"/>
                </a:lnTo>
                <a:lnTo>
                  <a:pt x="86677" y="1434290"/>
                </a:lnTo>
                <a:lnTo>
                  <a:pt x="72318" y="1437840"/>
                </a:lnTo>
                <a:lnTo>
                  <a:pt x="67055" y="1442212"/>
                </a:lnTo>
                <a:lnTo>
                  <a:pt x="67055" y="1677415"/>
                </a:lnTo>
                <a:lnTo>
                  <a:pt x="61793" y="1681787"/>
                </a:lnTo>
                <a:lnTo>
                  <a:pt x="47434" y="1685337"/>
                </a:lnTo>
                <a:lnTo>
                  <a:pt x="26122" y="1687720"/>
                </a:lnTo>
                <a:lnTo>
                  <a:pt x="0" y="168859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0784205" y="1155953"/>
            <a:ext cx="4337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6A2709"/>
                </a:solidFill>
                <a:latin typeface="Arial"/>
                <a:cs typeface="Arial"/>
              </a:rPr>
              <a:t>Guest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03763" y="2028825"/>
            <a:ext cx="339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6A2709"/>
                </a:solidFill>
                <a:latin typeface="Arial"/>
                <a:cs typeface="Arial"/>
              </a:rPr>
              <a:t>Host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695688" y="699516"/>
            <a:ext cx="782320" cy="489584"/>
          </a:xfrm>
          <a:custGeom>
            <a:avLst/>
            <a:gdLst/>
            <a:ahLst/>
            <a:cxnLst/>
            <a:rect l="l" t="t" r="r" b="b"/>
            <a:pathLst>
              <a:path w="782320" h="489584">
                <a:moveTo>
                  <a:pt x="781811" y="0"/>
                </a:moveTo>
                <a:lnTo>
                  <a:pt x="0" y="0"/>
                </a:lnTo>
                <a:lnTo>
                  <a:pt x="0" y="489203"/>
                </a:lnTo>
                <a:lnTo>
                  <a:pt x="781811" y="489203"/>
                </a:lnTo>
                <a:lnTo>
                  <a:pt x="781811" y="0"/>
                </a:lnTo>
                <a:close/>
              </a:path>
            </a:pathLst>
          </a:custGeom>
          <a:solidFill>
            <a:srgbClr val="FFD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785350" y="738378"/>
            <a:ext cx="6026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874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6A2709"/>
                </a:solidFill>
                <a:latin typeface="Arial"/>
                <a:cs typeface="Arial"/>
              </a:rPr>
              <a:t>virtio- console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552943" y="699516"/>
            <a:ext cx="611505" cy="489584"/>
          </a:xfrm>
          <a:custGeom>
            <a:avLst/>
            <a:gdLst/>
            <a:ahLst/>
            <a:cxnLst/>
            <a:rect l="l" t="t" r="r" b="b"/>
            <a:pathLst>
              <a:path w="611504" h="489584">
                <a:moveTo>
                  <a:pt x="611124" y="0"/>
                </a:moveTo>
                <a:lnTo>
                  <a:pt x="0" y="0"/>
                </a:lnTo>
                <a:lnTo>
                  <a:pt x="0" y="489203"/>
                </a:lnTo>
                <a:lnTo>
                  <a:pt x="611124" y="489203"/>
                </a:lnTo>
                <a:lnTo>
                  <a:pt x="611124" y="0"/>
                </a:lnTo>
                <a:close/>
              </a:path>
            </a:pathLst>
          </a:custGeom>
          <a:solidFill>
            <a:srgbClr val="FFD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619745" y="722756"/>
            <a:ext cx="480059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650" marR="5080" indent="-108585">
              <a:lnSpc>
                <a:spcPct val="100000"/>
              </a:lnSpc>
              <a:spcBef>
                <a:spcPts val="95"/>
              </a:spcBef>
            </a:pPr>
            <a:r>
              <a:rPr dirty="0" sz="1300" spc="-20" b="1">
                <a:solidFill>
                  <a:srgbClr val="6A2709"/>
                </a:solidFill>
                <a:latin typeface="Arial"/>
                <a:cs typeface="Arial"/>
              </a:rPr>
              <a:t>virtio- </a:t>
            </a:r>
            <a:r>
              <a:rPr dirty="0" sz="1300" spc="-25" b="1">
                <a:solidFill>
                  <a:srgbClr val="6A2709"/>
                </a:solidFill>
                <a:latin typeface="Arial"/>
                <a:cs typeface="Arial"/>
              </a:rPr>
              <a:t>blk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864095" y="699516"/>
            <a:ext cx="619125" cy="489584"/>
          </a:xfrm>
          <a:custGeom>
            <a:avLst/>
            <a:gdLst/>
            <a:ahLst/>
            <a:cxnLst/>
            <a:rect l="l" t="t" r="r" b="b"/>
            <a:pathLst>
              <a:path w="619125" h="489584">
                <a:moveTo>
                  <a:pt x="618744" y="0"/>
                </a:moveTo>
                <a:lnTo>
                  <a:pt x="0" y="0"/>
                </a:lnTo>
                <a:lnTo>
                  <a:pt x="0" y="489203"/>
                </a:lnTo>
                <a:lnTo>
                  <a:pt x="618744" y="489203"/>
                </a:lnTo>
                <a:lnTo>
                  <a:pt x="618744" y="0"/>
                </a:lnTo>
                <a:close/>
              </a:path>
            </a:pathLst>
          </a:custGeom>
          <a:solidFill>
            <a:srgbClr val="FFD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935216" y="723137"/>
            <a:ext cx="480059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6205" marR="5080" indent="-104139">
              <a:lnSpc>
                <a:spcPct val="100000"/>
              </a:lnSpc>
              <a:spcBef>
                <a:spcPts val="95"/>
              </a:spcBef>
            </a:pPr>
            <a:r>
              <a:rPr dirty="0" sz="1300" spc="-20" b="1">
                <a:solidFill>
                  <a:srgbClr val="6A2709"/>
                </a:solidFill>
                <a:latin typeface="Arial"/>
                <a:cs typeface="Arial"/>
              </a:rPr>
              <a:t>virtio- </a:t>
            </a:r>
            <a:r>
              <a:rPr dirty="0" sz="1300" spc="-25" b="1">
                <a:solidFill>
                  <a:srgbClr val="6A2709"/>
                </a:solidFill>
                <a:latin typeface="Arial"/>
                <a:cs typeface="Arial"/>
              </a:rPr>
              <a:t>net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8985504" y="699516"/>
            <a:ext cx="635635" cy="489584"/>
          </a:xfrm>
          <a:custGeom>
            <a:avLst/>
            <a:gdLst/>
            <a:ahLst/>
            <a:cxnLst/>
            <a:rect l="l" t="t" r="r" b="b"/>
            <a:pathLst>
              <a:path w="635634" h="489584">
                <a:moveTo>
                  <a:pt x="635507" y="0"/>
                </a:moveTo>
                <a:lnTo>
                  <a:pt x="0" y="0"/>
                </a:lnTo>
                <a:lnTo>
                  <a:pt x="0" y="489203"/>
                </a:lnTo>
                <a:lnTo>
                  <a:pt x="635507" y="489203"/>
                </a:lnTo>
                <a:lnTo>
                  <a:pt x="635507" y="0"/>
                </a:lnTo>
                <a:close/>
              </a:path>
            </a:pathLst>
          </a:custGeom>
          <a:solidFill>
            <a:srgbClr val="FFD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9064243" y="723137"/>
            <a:ext cx="480059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650" marR="5080" indent="-108585">
              <a:lnSpc>
                <a:spcPct val="100000"/>
              </a:lnSpc>
              <a:spcBef>
                <a:spcPts val="95"/>
              </a:spcBef>
            </a:pPr>
            <a:r>
              <a:rPr dirty="0" sz="1300" spc="-20" b="1">
                <a:solidFill>
                  <a:srgbClr val="6A2709"/>
                </a:solidFill>
                <a:latin typeface="Arial"/>
                <a:cs typeface="Arial"/>
              </a:rPr>
              <a:t>virtio- </a:t>
            </a:r>
            <a:r>
              <a:rPr dirty="0" sz="1300" spc="-25" b="1">
                <a:solidFill>
                  <a:srgbClr val="6A2709"/>
                </a:solidFill>
                <a:latin typeface="Arial"/>
                <a:cs typeface="Arial"/>
              </a:rPr>
              <a:t>pci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228076" y="699516"/>
            <a:ext cx="687705" cy="489584"/>
          </a:xfrm>
          <a:custGeom>
            <a:avLst/>
            <a:gdLst/>
            <a:ahLst/>
            <a:cxnLst/>
            <a:rect l="l" t="t" r="r" b="b"/>
            <a:pathLst>
              <a:path w="687704" h="489584">
                <a:moveTo>
                  <a:pt x="687324" y="0"/>
                </a:moveTo>
                <a:lnTo>
                  <a:pt x="0" y="0"/>
                </a:lnTo>
                <a:lnTo>
                  <a:pt x="0" y="489203"/>
                </a:lnTo>
                <a:lnTo>
                  <a:pt x="687324" y="489203"/>
                </a:lnTo>
                <a:lnTo>
                  <a:pt x="687324" y="0"/>
                </a:lnTo>
                <a:close/>
              </a:path>
            </a:pathLst>
          </a:custGeom>
          <a:solidFill>
            <a:srgbClr val="FFD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8332089" y="723137"/>
            <a:ext cx="480059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95"/>
              </a:spcBef>
            </a:pPr>
            <a:r>
              <a:rPr dirty="0" sz="1300" spc="-20" b="1">
                <a:solidFill>
                  <a:srgbClr val="6A2709"/>
                </a:solidFill>
                <a:latin typeface="Arial"/>
                <a:cs typeface="Arial"/>
              </a:rPr>
              <a:t>virtio- scsi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6864095" y="1330452"/>
          <a:ext cx="3698875" cy="1080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6735"/>
                <a:gridCol w="1805939"/>
              </a:tblGrid>
              <a:tr h="307340">
                <a:tc gridSpan="2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virtio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solidFill>
                      <a:srgbClr val="28708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7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00000"/>
                      </a:solidFill>
                      <a:prstDash val="solid"/>
                    </a:lnL>
                  </a:tcPr>
                </a:tc>
              </a:tr>
              <a:tr h="307340">
                <a:tc gridSpan="2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transport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solidFill>
                      <a:srgbClr val="3596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00000"/>
                      </a:solidFill>
                      <a:prstDash val="solid"/>
                    </a:lnL>
                  </a:tcPr>
                </a:tc>
              </a:tr>
              <a:tr h="307340">
                <a:tc gridSpan="2">
                  <a:txBody>
                    <a:bodyPr/>
                    <a:lstStyle/>
                    <a:p>
                      <a:pPr marL="9886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virtio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back-end</a:t>
                      </a:r>
                      <a:r>
                        <a:rPr dirty="0" sz="1400" spc="-5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driver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solidFill>
                      <a:srgbClr val="28708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9" name="object 19" descr=""/>
          <p:cNvSpPr/>
          <p:nvPr/>
        </p:nvSpPr>
        <p:spPr>
          <a:xfrm>
            <a:off x="7173468" y="1188719"/>
            <a:ext cx="2914015" cy="142875"/>
          </a:xfrm>
          <a:custGeom>
            <a:avLst/>
            <a:gdLst/>
            <a:ahLst/>
            <a:cxnLst/>
            <a:rect l="l" t="t" r="r" b="b"/>
            <a:pathLst>
              <a:path w="2914015" h="142875">
                <a:moveTo>
                  <a:pt x="2913633" y="0"/>
                </a:moveTo>
                <a:lnTo>
                  <a:pt x="1502663" y="141858"/>
                </a:lnTo>
              </a:path>
              <a:path w="2914015" h="142875">
                <a:moveTo>
                  <a:pt x="685800" y="0"/>
                </a:moveTo>
                <a:lnTo>
                  <a:pt x="1502282" y="142493"/>
                </a:lnTo>
              </a:path>
              <a:path w="2914015" h="142875">
                <a:moveTo>
                  <a:pt x="2130171" y="0"/>
                </a:moveTo>
                <a:lnTo>
                  <a:pt x="1502663" y="141858"/>
                </a:lnTo>
              </a:path>
              <a:path w="2914015" h="142875">
                <a:moveTo>
                  <a:pt x="0" y="0"/>
                </a:moveTo>
                <a:lnTo>
                  <a:pt x="1501775" y="141858"/>
                </a:lnTo>
              </a:path>
              <a:path w="2914015" h="142875">
                <a:moveTo>
                  <a:pt x="1399031" y="0"/>
                </a:moveTo>
                <a:lnTo>
                  <a:pt x="1502536" y="141858"/>
                </a:lnTo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20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74904" y="961644"/>
            <a:ext cx="11180445" cy="4671695"/>
            <a:chOff x="374904" y="961644"/>
            <a:chExt cx="11180445" cy="4671695"/>
          </a:xfrm>
        </p:grpSpPr>
        <p:sp>
          <p:nvSpPr>
            <p:cNvPr id="3" name="object 3" descr=""/>
            <p:cNvSpPr/>
            <p:nvPr/>
          </p:nvSpPr>
          <p:spPr>
            <a:xfrm>
              <a:off x="5981700" y="961644"/>
              <a:ext cx="3514725" cy="2620010"/>
            </a:xfrm>
            <a:custGeom>
              <a:avLst/>
              <a:gdLst/>
              <a:ahLst/>
              <a:cxnLst/>
              <a:rect l="l" t="t" r="r" b="b"/>
              <a:pathLst>
                <a:path w="3514725" h="2620010">
                  <a:moveTo>
                    <a:pt x="3077718" y="0"/>
                  </a:moveTo>
                  <a:lnTo>
                    <a:pt x="436625" y="0"/>
                  </a:lnTo>
                  <a:lnTo>
                    <a:pt x="389045" y="2561"/>
                  </a:lnTo>
                  <a:lnTo>
                    <a:pt x="342950" y="10069"/>
                  </a:lnTo>
                  <a:lnTo>
                    <a:pt x="298606" y="22256"/>
                  </a:lnTo>
                  <a:lnTo>
                    <a:pt x="256280" y="38857"/>
                  </a:lnTo>
                  <a:lnTo>
                    <a:pt x="216238" y="59605"/>
                  </a:lnTo>
                  <a:lnTo>
                    <a:pt x="178746" y="84234"/>
                  </a:lnTo>
                  <a:lnTo>
                    <a:pt x="144071" y="112478"/>
                  </a:lnTo>
                  <a:lnTo>
                    <a:pt x="112478" y="144071"/>
                  </a:lnTo>
                  <a:lnTo>
                    <a:pt x="84234" y="178746"/>
                  </a:lnTo>
                  <a:lnTo>
                    <a:pt x="59605" y="216238"/>
                  </a:lnTo>
                  <a:lnTo>
                    <a:pt x="38857" y="256280"/>
                  </a:lnTo>
                  <a:lnTo>
                    <a:pt x="22256" y="298606"/>
                  </a:lnTo>
                  <a:lnTo>
                    <a:pt x="10069" y="342950"/>
                  </a:lnTo>
                  <a:lnTo>
                    <a:pt x="2561" y="389045"/>
                  </a:lnTo>
                  <a:lnTo>
                    <a:pt x="0" y="436625"/>
                  </a:lnTo>
                  <a:lnTo>
                    <a:pt x="0" y="2183129"/>
                  </a:lnTo>
                  <a:lnTo>
                    <a:pt x="2561" y="2230710"/>
                  </a:lnTo>
                  <a:lnTo>
                    <a:pt x="10069" y="2276805"/>
                  </a:lnTo>
                  <a:lnTo>
                    <a:pt x="22256" y="2321149"/>
                  </a:lnTo>
                  <a:lnTo>
                    <a:pt x="38857" y="2363475"/>
                  </a:lnTo>
                  <a:lnTo>
                    <a:pt x="59605" y="2403517"/>
                  </a:lnTo>
                  <a:lnTo>
                    <a:pt x="84234" y="2441009"/>
                  </a:lnTo>
                  <a:lnTo>
                    <a:pt x="112478" y="2475684"/>
                  </a:lnTo>
                  <a:lnTo>
                    <a:pt x="144071" y="2507277"/>
                  </a:lnTo>
                  <a:lnTo>
                    <a:pt x="178746" y="2535521"/>
                  </a:lnTo>
                  <a:lnTo>
                    <a:pt x="216238" y="2560150"/>
                  </a:lnTo>
                  <a:lnTo>
                    <a:pt x="256280" y="2580898"/>
                  </a:lnTo>
                  <a:lnTo>
                    <a:pt x="298606" y="2597499"/>
                  </a:lnTo>
                  <a:lnTo>
                    <a:pt x="342950" y="2609686"/>
                  </a:lnTo>
                  <a:lnTo>
                    <a:pt x="389045" y="2617194"/>
                  </a:lnTo>
                  <a:lnTo>
                    <a:pt x="436625" y="2619755"/>
                  </a:lnTo>
                  <a:lnTo>
                    <a:pt x="3077718" y="2619755"/>
                  </a:lnTo>
                  <a:lnTo>
                    <a:pt x="3125298" y="2617194"/>
                  </a:lnTo>
                  <a:lnTo>
                    <a:pt x="3171393" y="2609686"/>
                  </a:lnTo>
                  <a:lnTo>
                    <a:pt x="3215737" y="2597499"/>
                  </a:lnTo>
                  <a:lnTo>
                    <a:pt x="3258063" y="2580898"/>
                  </a:lnTo>
                  <a:lnTo>
                    <a:pt x="3298105" y="2560150"/>
                  </a:lnTo>
                  <a:lnTo>
                    <a:pt x="3335597" y="2535521"/>
                  </a:lnTo>
                  <a:lnTo>
                    <a:pt x="3370272" y="2507277"/>
                  </a:lnTo>
                  <a:lnTo>
                    <a:pt x="3401865" y="2475684"/>
                  </a:lnTo>
                  <a:lnTo>
                    <a:pt x="3430109" y="2441009"/>
                  </a:lnTo>
                  <a:lnTo>
                    <a:pt x="3454738" y="2403517"/>
                  </a:lnTo>
                  <a:lnTo>
                    <a:pt x="3475486" y="2363475"/>
                  </a:lnTo>
                  <a:lnTo>
                    <a:pt x="3492087" y="2321149"/>
                  </a:lnTo>
                  <a:lnTo>
                    <a:pt x="3504274" y="2276805"/>
                  </a:lnTo>
                  <a:lnTo>
                    <a:pt x="3511782" y="2230710"/>
                  </a:lnTo>
                  <a:lnTo>
                    <a:pt x="3514344" y="2183129"/>
                  </a:lnTo>
                  <a:lnTo>
                    <a:pt x="3514344" y="436625"/>
                  </a:lnTo>
                  <a:lnTo>
                    <a:pt x="3511782" y="389045"/>
                  </a:lnTo>
                  <a:lnTo>
                    <a:pt x="3504274" y="342950"/>
                  </a:lnTo>
                  <a:lnTo>
                    <a:pt x="3492087" y="298606"/>
                  </a:lnTo>
                  <a:lnTo>
                    <a:pt x="3475486" y="256280"/>
                  </a:lnTo>
                  <a:lnTo>
                    <a:pt x="3454738" y="216238"/>
                  </a:lnTo>
                  <a:lnTo>
                    <a:pt x="3430109" y="178746"/>
                  </a:lnTo>
                  <a:lnTo>
                    <a:pt x="3401865" y="144071"/>
                  </a:lnTo>
                  <a:lnTo>
                    <a:pt x="3370272" y="112478"/>
                  </a:lnTo>
                  <a:lnTo>
                    <a:pt x="3335597" y="84234"/>
                  </a:lnTo>
                  <a:lnTo>
                    <a:pt x="3298105" y="59605"/>
                  </a:lnTo>
                  <a:lnTo>
                    <a:pt x="3258063" y="38857"/>
                  </a:lnTo>
                  <a:lnTo>
                    <a:pt x="3215737" y="22256"/>
                  </a:lnTo>
                  <a:lnTo>
                    <a:pt x="3171393" y="10069"/>
                  </a:lnTo>
                  <a:lnTo>
                    <a:pt x="3125298" y="2561"/>
                  </a:lnTo>
                  <a:lnTo>
                    <a:pt x="3077718" y="0"/>
                  </a:lnTo>
                  <a:close/>
                </a:path>
              </a:pathLst>
            </a:custGeom>
            <a:solidFill>
              <a:srgbClr val="E4E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82524" y="4119372"/>
              <a:ext cx="11165205" cy="748665"/>
            </a:xfrm>
            <a:custGeom>
              <a:avLst/>
              <a:gdLst/>
              <a:ahLst/>
              <a:cxnLst/>
              <a:rect l="l" t="t" r="r" b="b"/>
              <a:pathLst>
                <a:path w="11165205" h="748664">
                  <a:moveTo>
                    <a:pt x="0" y="748283"/>
                  </a:moveTo>
                  <a:lnTo>
                    <a:pt x="11164951" y="740663"/>
                  </a:lnTo>
                </a:path>
                <a:path w="11165205" h="748664">
                  <a:moveTo>
                    <a:pt x="0" y="7746"/>
                  </a:moveTo>
                  <a:lnTo>
                    <a:pt x="11164951" y="0"/>
                  </a:lnTo>
                </a:path>
              </a:pathLst>
            </a:custGeom>
            <a:ln w="15240">
              <a:solidFill>
                <a:srgbClr val="F9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41113" y="5260085"/>
              <a:ext cx="2479675" cy="360045"/>
            </a:xfrm>
            <a:custGeom>
              <a:avLst/>
              <a:gdLst/>
              <a:ahLst/>
              <a:cxnLst/>
              <a:rect l="l" t="t" r="r" b="b"/>
              <a:pathLst>
                <a:path w="2479675" h="360045">
                  <a:moveTo>
                    <a:pt x="2479547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2479547" y="359663"/>
                  </a:lnTo>
                  <a:lnTo>
                    <a:pt x="2479547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341113" y="5260085"/>
              <a:ext cx="2479675" cy="360045"/>
            </a:xfrm>
            <a:custGeom>
              <a:avLst/>
              <a:gdLst/>
              <a:ahLst/>
              <a:cxnLst/>
              <a:rect l="l" t="t" r="r" b="b"/>
              <a:pathLst>
                <a:path w="2479675" h="360045">
                  <a:moveTo>
                    <a:pt x="0" y="359663"/>
                  </a:moveTo>
                  <a:lnTo>
                    <a:pt x="2479547" y="359663"/>
                  </a:lnTo>
                  <a:lnTo>
                    <a:pt x="2479547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Virtio-</a:t>
            </a:r>
            <a:r>
              <a:rPr dirty="0"/>
              <a:t>net:</a:t>
            </a:r>
            <a:r>
              <a:rPr dirty="0" spc="-50"/>
              <a:t> </a:t>
            </a:r>
            <a:r>
              <a:rPr dirty="0"/>
              <a:t>Vhost</a:t>
            </a:r>
            <a:r>
              <a:rPr dirty="0" spc="-20"/>
              <a:t> </a:t>
            </a:r>
            <a:r>
              <a:rPr dirty="0"/>
              <a:t>back-end</a:t>
            </a:r>
            <a:r>
              <a:rPr dirty="0" spc="-3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user</a:t>
            </a:r>
            <a:r>
              <a:rPr dirty="0" spc="-20"/>
              <a:t> </a:t>
            </a:r>
            <a:r>
              <a:rPr dirty="0" spc="-10"/>
              <a:t>space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364607" y="5331333"/>
            <a:ext cx="430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Arial"/>
                <a:cs typeface="Arial"/>
              </a:rPr>
              <a:t>DPAA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33222" y="4930216"/>
            <a:ext cx="6851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Hardware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845819" y="961644"/>
            <a:ext cx="3512820" cy="2620010"/>
          </a:xfrm>
          <a:custGeom>
            <a:avLst/>
            <a:gdLst/>
            <a:ahLst/>
            <a:cxnLst/>
            <a:rect l="l" t="t" r="r" b="b"/>
            <a:pathLst>
              <a:path w="3512820" h="2620010">
                <a:moveTo>
                  <a:pt x="3076194" y="0"/>
                </a:moveTo>
                <a:lnTo>
                  <a:pt x="436626" y="0"/>
                </a:lnTo>
                <a:lnTo>
                  <a:pt x="389052" y="2561"/>
                </a:lnTo>
                <a:lnTo>
                  <a:pt x="342961" y="10069"/>
                </a:lnTo>
                <a:lnTo>
                  <a:pt x="298621" y="22256"/>
                </a:lnTo>
                <a:lnTo>
                  <a:pt x="256296" y="38857"/>
                </a:lnTo>
                <a:lnTo>
                  <a:pt x="216255" y="59605"/>
                </a:lnTo>
                <a:lnTo>
                  <a:pt x="178763" y="84234"/>
                </a:lnTo>
                <a:lnTo>
                  <a:pt x="144086" y="112478"/>
                </a:lnTo>
                <a:lnTo>
                  <a:pt x="112491" y="144071"/>
                </a:lnTo>
                <a:lnTo>
                  <a:pt x="84245" y="178746"/>
                </a:lnTo>
                <a:lnTo>
                  <a:pt x="59613" y="216238"/>
                </a:lnTo>
                <a:lnTo>
                  <a:pt x="38863" y="256280"/>
                </a:lnTo>
                <a:lnTo>
                  <a:pt x="22260" y="298606"/>
                </a:lnTo>
                <a:lnTo>
                  <a:pt x="10070" y="342950"/>
                </a:lnTo>
                <a:lnTo>
                  <a:pt x="2562" y="389045"/>
                </a:lnTo>
                <a:lnTo>
                  <a:pt x="0" y="436625"/>
                </a:lnTo>
                <a:lnTo>
                  <a:pt x="0" y="2183129"/>
                </a:lnTo>
                <a:lnTo>
                  <a:pt x="2562" y="2230710"/>
                </a:lnTo>
                <a:lnTo>
                  <a:pt x="10070" y="2276805"/>
                </a:lnTo>
                <a:lnTo>
                  <a:pt x="22260" y="2321149"/>
                </a:lnTo>
                <a:lnTo>
                  <a:pt x="38863" y="2363475"/>
                </a:lnTo>
                <a:lnTo>
                  <a:pt x="59613" y="2403517"/>
                </a:lnTo>
                <a:lnTo>
                  <a:pt x="84245" y="2441009"/>
                </a:lnTo>
                <a:lnTo>
                  <a:pt x="112491" y="2475684"/>
                </a:lnTo>
                <a:lnTo>
                  <a:pt x="144086" y="2507277"/>
                </a:lnTo>
                <a:lnTo>
                  <a:pt x="178763" y="2535521"/>
                </a:lnTo>
                <a:lnTo>
                  <a:pt x="216255" y="2560150"/>
                </a:lnTo>
                <a:lnTo>
                  <a:pt x="256296" y="2580898"/>
                </a:lnTo>
                <a:lnTo>
                  <a:pt x="298621" y="2597499"/>
                </a:lnTo>
                <a:lnTo>
                  <a:pt x="342961" y="2609686"/>
                </a:lnTo>
                <a:lnTo>
                  <a:pt x="389052" y="2617194"/>
                </a:lnTo>
                <a:lnTo>
                  <a:pt x="436626" y="2619755"/>
                </a:lnTo>
                <a:lnTo>
                  <a:pt x="3076194" y="2619755"/>
                </a:lnTo>
                <a:lnTo>
                  <a:pt x="3123774" y="2617194"/>
                </a:lnTo>
                <a:lnTo>
                  <a:pt x="3169869" y="2609686"/>
                </a:lnTo>
                <a:lnTo>
                  <a:pt x="3214213" y="2597499"/>
                </a:lnTo>
                <a:lnTo>
                  <a:pt x="3256539" y="2580898"/>
                </a:lnTo>
                <a:lnTo>
                  <a:pt x="3296581" y="2560150"/>
                </a:lnTo>
                <a:lnTo>
                  <a:pt x="3334073" y="2535521"/>
                </a:lnTo>
                <a:lnTo>
                  <a:pt x="3368748" y="2507277"/>
                </a:lnTo>
                <a:lnTo>
                  <a:pt x="3400341" y="2475684"/>
                </a:lnTo>
                <a:lnTo>
                  <a:pt x="3428585" y="2441009"/>
                </a:lnTo>
                <a:lnTo>
                  <a:pt x="3453214" y="2403517"/>
                </a:lnTo>
                <a:lnTo>
                  <a:pt x="3473962" y="2363475"/>
                </a:lnTo>
                <a:lnTo>
                  <a:pt x="3490563" y="2321149"/>
                </a:lnTo>
                <a:lnTo>
                  <a:pt x="3502750" y="2276805"/>
                </a:lnTo>
                <a:lnTo>
                  <a:pt x="3510258" y="2230710"/>
                </a:lnTo>
                <a:lnTo>
                  <a:pt x="3512820" y="2183129"/>
                </a:lnTo>
                <a:lnTo>
                  <a:pt x="3512820" y="436625"/>
                </a:lnTo>
                <a:lnTo>
                  <a:pt x="3510258" y="389045"/>
                </a:lnTo>
                <a:lnTo>
                  <a:pt x="3502750" y="342950"/>
                </a:lnTo>
                <a:lnTo>
                  <a:pt x="3490563" y="298606"/>
                </a:lnTo>
                <a:lnTo>
                  <a:pt x="3473962" y="256280"/>
                </a:lnTo>
                <a:lnTo>
                  <a:pt x="3453214" y="216238"/>
                </a:lnTo>
                <a:lnTo>
                  <a:pt x="3428585" y="178746"/>
                </a:lnTo>
                <a:lnTo>
                  <a:pt x="3400341" y="144071"/>
                </a:lnTo>
                <a:lnTo>
                  <a:pt x="3368748" y="112478"/>
                </a:lnTo>
                <a:lnTo>
                  <a:pt x="3334073" y="84234"/>
                </a:lnTo>
                <a:lnTo>
                  <a:pt x="3296581" y="59605"/>
                </a:lnTo>
                <a:lnTo>
                  <a:pt x="3256539" y="38857"/>
                </a:lnTo>
                <a:lnTo>
                  <a:pt x="3214213" y="22256"/>
                </a:lnTo>
                <a:lnTo>
                  <a:pt x="3169869" y="10069"/>
                </a:lnTo>
                <a:lnTo>
                  <a:pt x="3123774" y="2561"/>
                </a:lnTo>
                <a:lnTo>
                  <a:pt x="3076194" y="0"/>
                </a:lnTo>
                <a:close/>
              </a:path>
            </a:pathLst>
          </a:custGeom>
          <a:solidFill>
            <a:srgbClr val="FFF0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418079" y="1117219"/>
            <a:ext cx="368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0AF50"/>
                </a:solidFill>
                <a:latin typeface="Arial"/>
                <a:cs typeface="Arial"/>
              </a:rPr>
              <a:t>VM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459928" y="3032696"/>
            <a:ext cx="2211705" cy="401320"/>
            <a:chOff x="1459928" y="3032696"/>
            <a:chExt cx="2211705" cy="401320"/>
          </a:xfrm>
        </p:grpSpPr>
        <p:sp>
          <p:nvSpPr>
            <p:cNvPr id="13" name="object 13" descr=""/>
            <p:cNvSpPr/>
            <p:nvPr/>
          </p:nvSpPr>
          <p:spPr>
            <a:xfrm>
              <a:off x="1472946" y="3045713"/>
              <a:ext cx="2185670" cy="375285"/>
            </a:xfrm>
            <a:custGeom>
              <a:avLst/>
              <a:gdLst/>
              <a:ahLst/>
              <a:cxnLst/>
              <a:rect l="l" t="t" r="r" b="b"/>
              <a:pathLst>
                <a:path w="2185670" h="375285">
                  <a:moveTo>
                    <a:pt x="2185416" y="0"/>
                  </a:moveTo>
                  <a:lnTo>
                    <a:pt x="0" y="0"/>
                  </a:lnTo>
                  <a:lnTo>
                    <a:pt x="0" y="374903"/>
                  </a:lnTo>
                  <a:lnTo>
                    <a:pt x="2185416" y="374903"/>
                  </a:lnTo>
                  <a:lnTo>
                    <a:pt x="2185416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472946" y="3045713"/>
              <a:ext cx="2185670" cy="375285"/>
            </a:xfrm>
            <a:custGeom>
              <a:avLst/>
              <a:gdLst/>
              <a:ahLst/>
              <a:cxnLst/>
              <a:rect l="l" t="t" r="r" b="b"/>
              <a:pathLst>
                <a:path w="2185670" h="375285">
                  <a:moveTo>
                    <a:pt x="0" y="374903"/>
                  </a:moveTo>
                  <a:lnTo>
                    <a:pt x="2185416" y="374903"/>
                  </a:lnTo>
                  <a:lnTo>
                    <a:pt x="2185416" y="0"/>
                  </a:lnTo>
                  <a:lnTo>
                    <a:pt x="0" y="0"/>
                  </a:lnTo>
                  <a:lnTo>
                    <a:pt x="0" y="37490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999233" y="3124327"/>
            <a:ext cx="1130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virtio-</a:t>
            </a:r>
            <a:r>
              <a:rPr dirty="0" sz="1200">
                <a:latin typeface="Arial"/>
                <a:cs typeface="Arial"/>
              </a:rPr>
              <a:t>net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Drivers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459928" y="2485580"/>
            <a:ext cx="2211705" cy="401320"/>
            <a:chOff x="1459928" y="2485580"/>
            <a:chExt cx="2211705" cy="401320"/>
          </a:xfrm>
        </p:grpSpPr>
        <p:sp>
          <p:nvSpPr>
            <p:cNvPr id="17" name="object 17" descr=""/>
            <p:cNvSpPr/>
            <p:nvPr/>
          </p:nvSpPr>
          <p:spPr>
            <a:xfrm>
              <a:off x="1472946" y="2498597"/>
              <a:ext cx="2185670" cy="375285"/>
            </a:xfrm>
            <a:custGeom>
              <a:avLst/>
              <a:gdLst/>
              <a:ahLst/>
              <a:cxnLst/>
              <a:rect l="l" t="t" r="r" b="b"/>
              <a:pathLst>
                <a:path w="2185670" h="375285">
                  <a:moveTo>
                    <a:pt x="2185416" y="0"/>
                  </a:moveTo>
                  <a:lnTo>
                    <a:pt x="0" y="0"/>
                  </a:lnTo>
                  <a:lnTo>
                    <a:pt x="0" y="374903"/>
                  </a:lnTo>
                  <a:lnTo>
                    <a:pt x="2185416" y="374903"/>
                  </a:lnTo>
                  <a:lnTo>
                    <a:pt x="2185416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72946" y="2498597"/>
              <a:ext cx="2185670" cy="375285"/>
            </a:xfrm>
            <a:custGeom>
              <a:avLst/>
              <a:gdLst/>
              <a:ahLst/>
              <a:cxnLst/>
              <a:rect l="l" t="t" r="r" b="b"/>
              <a:pathLst>
                <a:path w="2185670" h="375285">
                  <a:moveTo>
                    <a:pt x="0" y="374903"/>
                  </a:moveTo>
                  <a:lnTo>
                    <a:pt x="2185416" y="374903"/>
                  </a:lnTo>
                  <a:lnTo>
                    <a:pt x="2185416" y="0"/>
                  </a:lnTo>
                  <a:lnTo>
                    <a:pt x="0" y="0"/>
                  </a:lnTo>
                  <a:lnTo>
                    <a:pt x="0" y="37490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959610" y="2576829"/>
            <a:ext cx="1209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Networking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Stack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459928" y="1526984"/>
            <a:ext cx="2196465" cy="394970"/>
            <a:chOff x="1459928" y="1526984"/>
            <a:chExt cx="2196465" cy="394970"/>
          </a:xfrm>
        </p:grpSpPr>
        <p:sp>
          <p:nvSpPr>
            <p:cNvPr id="21" name="object 21" descr=""/>
            <p:cNvSpPr/>
            <p:nvPr/>
          </p:nvSpPr>
          <p:spPr>
            <a:xfrm>
              <a:off x="1472946" y="1540002"/>
              <a:ext cx="2170430" cy="368935"/>
            </a:xfrm>
            <a:custGeom>
              <a:avLst/>
              <a:gdLst/>
              <a:ahLst/>
              <a:cxnLst/>
              <a:rect l="l" t="t" r="r" b="b"/>
              <a:pathLst>
                <a:path w="2170429" h="368935">
                  <a:moveTo>
                    <a:pt x="2170176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2170176" y="368808"/>
                  </a:lnTo>
                  <a:lnTo>
                    <a:pt x="2170176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72946" y="1540002"/>
              <a:ext cx="2170430" cy="368935"/>
            </a:xfrm>
            <a:custGeom>
              <a:avLst/>
              <a:gdLst/>
              <a:ahLst/>
              <a:cxnLst/>
              <a:rect l="l" t="t" r="r" b="b"/>
              <a:pathLst>
                <a:path w="2170429" h="368935">
                  <a:moveTo>
                    <a:pt x="0" y="368808"/>
                  </a:moveTo>
                  <a:lnTo>
                    <a:pt x="2170176" y="368808"/>
                  </a:lnTo>
                  <a:lnTo>
                    <a:pt x="2170176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875789" y="1615262"/>
            <a:ext cx="13633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Network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Application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873252" y="2270760"/>
            <a:ext cx="3461385" cy="635"/>
          </a:xfrm>
          <a:custGeom>
            <a:avLst/>
            <a:gdLst/>
            <a:ahLst/>
            <a:cxnLst/>
            <a:rect l="l" t="t" r="r" b="b"/>
            <a:pathLst>
              <a:path w="3461385" h="635">
                <a:moveTo>
                  <a:pt x="0" y="635"/>
                </a:moveTo>
                <a:lnTo>
                  <a:pt x="3461004" y="0"/>
                </a:lnTo>
              </a:path>
            </a:pathLst>
          </a:custGeom>
          <a:ln w="9144">
            <a:solidFill>
              <a:srgbClr val="F9B4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793997" y="2297683"/>
            <a:ext cx="3905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Kernel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539744" y="2066289"/>
            <a:ext cx="6750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User-space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327840" y="4276280"/>
            <a:ext cx="3246755" cy="421005"/>
            <a:chOff x="5327840" y="4276280"/>
            <a:chExt cx="3246755" cy="421005"/>
          </a:xfrm>
        </p:grpSpPr>
        <p:sp>
          <p:nvSpPr>
            <p:cNvPr id="28" name="object 28" descr=""/>
            <p:cNvSpPr/>
            <p:nvPr/>
          </p:nvSpPr>
          <p:spPr>
            <a:xfrm>
              <a:off x="5340858" y="4289297"/>
              <a:ext cx="3220720" cy="394970"/>
            </a:xfrm>
            <a:custGeom>
              <a:avLst/>
              <a:gdLst/>
              <a:ahLst/>
              <a:cxnLst/>
              <a:rect l="l" t="t" r="r" b="b"/>
              <a:pathLst>
                <a:path w="3220720" h="394970">
                  <a:moveTo>
                    <a:pt x="3220212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3220212" y="394715"/>
                  </a:lnTo>
                  <a:lnTo>
                    <a:pt x="322021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340858" y="4289297"/>
              <a:ext cx="3220720" cy="394970"/>
            </a:xfrm>
            <a:custGeom>
              <a:avLst/>
              <a:gdLst/>
              <a:ahLst/>
              <a:cxnLst/>
              <a:rect l="l" t="t" r="r" b="b"/>
              <a:pathLst>
                <a:path w="3220720" h="394970">
                  <a:moveTo>
                    <a:pt x="0" y="394715"/>
                  </a:moveTo>
                  <a:lnTo>
                    <a:pt x="3220212" y="394715"/>
                  </a:lnTo>
                  <a:lnTo>
                    <a:pt x="3220212" y="0"/>
                  </a:lnTo>
                  <a:lnTo>
                    <a:pt x="0" y="0"/>
                  </a:lnTo>
                  <a:lnTo>
                    <a:pt x="0" y="39471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772147" y="4377944"/>
            <a:ext cx="3575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KVM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866836" y="4277804"/>
            <a:ext cx="3054350" cy="421005"/>
            <a:chOff x="1866836" y="4277804"/>
            <a:chExt cx="3054350" cy="421005"/>
          </a:xfrm>
        </p:grpSpPr>
        <p:sp>
          <p:nvSpPr>
            <p:cNvPr id="32" name="object 32" descr=""/>
            <p:cNvSpPr/>
            <p:nvPr/>
          </p:nvSpPr>
          <p:spPr>
            <a:xfrm>
              <a:off x="1879853" y="4290821"/>
              <a:ext cx="3028315" cy="394970"/>
            </a:xfrm>
            <a:custGeom>
              <a:avLst/>
              <a:gdLst/>
              <a:ahLst/>
              <a:cxnLst/>
              <a:rect l="l" t="t" r="r" b="b"/>
              <a:pathLst>
                <a:path w="3028315" h="394970">
                  <a:moveTo>
                    <a:pt x="3028188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3028188" y="394715"/>
                  </a:lnTo>
                  <a:lnTo>
                    <a:pt x="302818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879853" y="4290821"/>
              <a:ext cx="3028315" cy="394970"/>
            </a:xfrm>
            <a:custGeom>
              <a:avLst/>
              <a:gdLst/>
              <a:ahLst/>
              <a:cxnLst/>
              <a:rect l="l" t="t" r="r" b="b"/>
              <a:pathLst>
                <a:path w="3028315" h="394970">
                  <a:moveTo>
                    <a:pt x="0" y="394715"/>
                  </a:moveTo>
                  <a:lnTo>
                    <a:pt x="3028188" y="394715"/>
                  </a:lnTo>
                  <a:lnTo>
                    <a:pt x="3028188" y="0"/>
                  </a:lnTo>
                  <a:lnTo>
                    <a:pt x="0" y="0"/>
                  </a:lnTo>
                  <a:lnTo>
                    <a:pt x="0" y="39471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202685" y="4379214"/>
            <a:ext cx="381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Arial"/>
                <a:cs typeface="Arial"/>
              </a:rPr>
              <a:t>VFIO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6374828" y="1918652"/>
            <a:ext cx="2954020" cy="303530"/>
            <a:chOff x="6374828" y="1918652"/>
            <a:chExt cx="2954020" cy="303530"/>
          </a:xfrm>
        </p:grpSpPr>
        <p:sp>
          <p:nvSpPr>
            <p:cNvPr id="36" name="object 36" descr=""/>
            <p:cNvSpPr/>
            <p:nvPr/>
          </p:nvSpPr>
          <p:spPr>
            <a:xfrm>
              <a:off x="6387845" y="1931669"/>
              <a:ext cx="2927985" cy="277495"/>
            </a:xfrm>
            <a:custGeom>
              <a:avLst/>
              <a:gdLst/>
              <a:ahLst/>
              <a:cxnLst/>
              <a:rect l="l" t="t" r="r" b="b"/>
              <a:pathLst>
                <a:path w="2927984" h="277494">
                  <a:moveTo>
                    <a:pt x="2927604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2927604" y="277367"/>
                  </a:lnTo>
                  <a:lnTo>
                    <a:pt x="2927604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387845" y="1931669"/>
              <a:ext cx="2927985" cy="277495"/>
            </a:xfrm>
            <a:custGeom>
              <a:avLst/>
              <a:gdLst/>
              <a:ahLst/>
              <a:cxnLst/>
              <a:rect l="l" t="t" r="r" b="b"/>
              <a:pathLst>
                <a:path w="2927984" h="277494">
                  <a:moveTo>
                    <a:pt x="0" y="277367"/>
                  </a:moveTo>
                  <a:lnTo>
                    <a:pt x="2927604" y="277367"/>
                  </a:lnTo>
                  <a:lnTo>
                    <a:pt x="2927604" y="0"/>
                  </a:lnTo>
                  <a:lnTo>
                    <a:pt x="0" y="0"/>
                  </a:lnTo>
                  <a:lnTo>
                    <a:pt x="0" y="277367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7009638" y="1961134"/>
            <a:ext cx="16840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vhost-</a:t>
            </a:r>
            <a:r>
              <a:rPr dirty="0" sz="1200">
                <a:latin typeface="Arial"/>
                <a:cs typeface="Arial"/>
              </a:rPr>
              <a:t>user </a:t>
            </a:r>
            <a:r>
              <a:rPr dirty="0" sz="1200" spc="-10">
                <a:latin typeface="Arial"/>
                <a:cs typeface="Arial"/>
              </a:rPr>
              <a:t>application(s)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6374828" y="2320988"/>
            <a:ext cx="2947670" cy="290195"/>
            <a:chOff x="6374828" y="2320988"/>
            <a:chExt cx="2947670" cy="290195"/>
          </a:xfrm>
        </p:grpSpPr>
        <p:sp>
          <p:nvSpPr>
            <p:cNvPr id="40" name="object 40" descr=""/>
            <p:cNvSpPr/>
            <p:nvPr/>
          </p:nvSpPr>
          <p:spPr>
            <a:xfrm>
              <a:off x="6387845" y="2334006"/>
              <a:ext cx="2921635" cy="264160"/>
            </a:xfrm>
            <a:custGeom>
              <a:avLst/>
              <a:gdLst/>
              <a:ahLst/>
              <a:cxnLst/>
              <a:rect l="l" t="t" r="r" b="b"/>
              <a:pathLst>
                <a:path w="2921634" h="264160">
                  <a:moveTo>
                    <a:pt x="2921507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2921507" y="263651"/>
                  </a:lnTo>
                  <a:lnTo>
                    <a:pt x="2921507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387845" y="2334006"/>
              <a:ext cx="2921635" cy="264160"/>
            </a:xfrm>
            <a:custGeom>
              <a:avLst/>
              <a:gdLst/>
              <a:ahLst/>
              <a:cxnLst/>
              <a:rect l="l" t="t" r="r" b="b"/>
              <a:pathLst>
                <a:path w="2921634" h="264160">
                  <a:moveTo>
                    <a:pt x="0" y="263651"/>
                  </a:moveTo>
                  <a:lnTo>
                    <a:pt x="2921507" y="263651"/>
                  </a:lnTo>
                  <a:lnTo>
                    <a:pt x="2921507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7437881" y="2357373"/>
            <a:ext cx="822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DPDK/ODP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7641272" y="2695892"/>
            <a:ext cx="1687195" cy="325120"/>
            <a:chOff x="7641272" y="2695892"/>
            <a:chExt cx="1687195" cy="325120"/>
          </a:xfrm>
        </p:grpSpPr>
        <p:sp>
          <p:nvSpPr>
            <p:cNvPr id="44" name="object 44" descr=""/>
            <p:cNvSpPr/>
            <p:nvPr/>
          </p:nvSpPr>
          <p:spPr>
            <a:xfrm>
              <a:off x="7654289" y="2708909"/>
              <a:ext cx="1661160" cy="299085"/>
            </a:xfrm>
            <a:custGeom>
              <a:avLst/>
              <a:gdLst/>
              <a:ahLst/>
              <a:cxnLst/>
              <a:rect l="l" t="t" r="r" b="b"/>
              <a:pathLst>
                <a:path w="1661159" h="299085">
                  <a:moveTo>
                    <a:pt x="1661159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1661159" y="298703"/>
                  </a:lnTo>
                  <a:lnTo>
                    <a:pt x="1661159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654289" y="2708909"/>
              <a:ext cx="1661160" cy="299085"/>
            </a:xfrm>
            <a:custGeom>
              <a:avLst/>
              <a:gdLst/>
              <a:ahLst/>
              <a:cxnLst/>
              <a:rect l="l" t="t" r="r" b="b"/>
              <a:pathLst>
                <a:path w="1661159" h="299085">
                  <a:moveTo>
                    <a:pt x="0" y="298703"/>
                  </a:moveTo>
                  <a:lnTo>
                    <a:pt x="1661159" y="298703"/>
                  </a:lnTo>
                  <a:lnTo>
                    <a:pt x="1661159" y="0"/>
                  </a:lnTo>
                  <a:lnTo>
                    <a:pt x="0" y="0"/>
                  </a:lnTo>
                  <a:lnTo>
                    <a:pt x="0" y="29870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8013318" y="2748788"/>
            <a:ext cx="943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latin typeface="Arial"/>
                <a:cs typeface="Arial"/>
              </a:rPr>
              <a:t>DPAA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Drivers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6367208" y="2692844"/>
            <a:ext cx="1205865" cy="320675"/>
            <a:chOff x="6367208" y="2692844"/>
            <a:chExt cx="1205865" cy="320675"/>
          </a:xfrm>
        </p:grpSpPr>
        <p:sp>
          <p:nvSpPr>
            <p:cNvPr id="48" name="object 48" descr=""/>
            <p:cNvSpPr/>
            <p:nvPr/>
          </p:nvSpPr>
          <p:spPr>
            <a:xfrm>
              <a:off x="6380226" y="2705862"/>
              <a:ext cx="1179830" cy="294640"/>
            </a:xfrm>
            <a:custGeom>
              <a:avLst/>
              <a:gdLst/>
              <a:ahLst/>
              <a:cxnLst/>
              <a:rect l="l" t="t" r="r" b="b"/>
              <a:pathLst>
                <a:path w="1179829" h="294639">
                  <a:moveTo>
                    <a:pt x="1179576" y="0"/>
                  </a:moveTo>
                  <a:lnTo>
                    <a:pt x="0" y="0"/>
                  </a:lnTo>
                  <a:lnTo>
                    <a:pt x="0" y="294132"/>
                  </a:lnTo>
                  <a:lnTo>
                    <a:pt x="1179576" y="294132"/>
                  </a:lnTo>
                  <a:lnTo>
                    <a:pt x="1179576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380226" y="2705862"/>
              <a:ext cx="1179830" cy="294640"/>
            </a:xfrm>
            <a:custGeom>
              <a:avLst/>
              <a:gdLst/>
              <a:ahLst/>
              <a:cxnLst/>
              <a:rect l="l" t="t" r="r" b="b"/>
              <a:pathLst>
                <a:path w="1179829" h="294639">
                  <a:moveTo>
                    <a:pt x="0" y="294132"/>
                  </a:moveTo>
                  <a:lnTo>
                    <a:pt x="1179576" y="294132"/>
                  </a:lnTo>
                  <a:lnTo>
                    <a:pt x="1179576" y="0"/>
                  </a:lnTo>
                  <a:lnTo>
                    <a:pt x="0" y="0"/>
                  </a:lnTo>
                  <a:lnTo>
                    <a:pt x="0" y="29413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6601714" y="2743580"/>
            <a:ext cx="737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vhost-</a:t>
            </a:r>
            <a:r>
              <a:rPr dirty="0" sz="1200" spc="-20">
                <a:latin typeface="Arial"/>
                <a:cs typeface="Arial"/>
              </a:rPr>
              <a:t>user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2168651" y="1812035"/>
            <a:ext cx="7586980" cy="3744595"/>
            <a:chOff x="2168651" y="1812035"/>
            <a:chExt cx="7586980" cy="3744595"/>
          </a:xfrm>
        </p:grpSpPr>
        <p:pic>
          <p:nvPicPr>
            <p:cNvPr id="52" name="object 5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8651" y="1812035"/>
              <a:ext cx="7586471" cy="3744468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2211201" y="1912620"/>
              <a:ext cx="7501890" cy="3554095"/>
            </a:xfrm>
            <a:custGeom>
              <a:avLst/>
              <a:gdLst/>
              <a:ahLst/>
              <a:cxnLst/>
              <a:rect l="l" t="t" r="r" b="b"/>
              <a:pathLst>
                <a:path w="7501890" h="3554095">
                  <a:moveTo>
                    <a:pt x="289936" y="93979"/>
                  </a:moveTo>
                  <a:lnTo>
                    <a:pt x="273426" y="141985"/>
                  </a:lnTo>
                  <a:lnTo>
                    <a:pt x="285491" y="146176"/>
                  </a:lnTo>
                  <a:lnTo>
                    <a:pt x="301874" y="98043"/>
                  </a:lnTo>
                  <a:lnTo>
                    <a:pt x="289936" y="93979"/>
                  </a:lnTo>
                  <a:close/>
                </a:path>
                <a:path w="7501890" h="3554095">
                  <a:moveTo>
                    <a:pt x="330792" y="9905"/>
                  </a:moveTo>
                  <a:lnTo>
                    <a:pt x="318638" y="9905"/>
                  </a:lnTo>
                  <a:lnTo>
                    <a:pt x="330703" y="13969"/>
                  </a:lnTo>
                  <a:lnTo>
                    <a:pt x="323049" y="36226"/>
                  </a:lnTo>
                  <a:lnTo>
                    <a:pt x="335910" y="99694"/>
                  </a:lnTo>
                  <a:lnTo>
                    <a:pt x="336545" y="103124"/>
                  </a:lnTo>
                  <a:lnTo>
                    <a:pt x="339847" y="105282"/>
                  </a:lnTo>
                  <a:lnTo>
                    <a:pt x="343276" y="104647"/>
                  </a:lnTo>
                  <a:lnTo>
                    <a:pt x="346832" y="103885"/>
                  </a:lnTo>
                  <a:lnTo>
                    <a:pt x="348991" y="100583"/>
                  </a:lnTo>
                  <a:lnTo>
                    <a:pt x="348356" y="97154"/>
                  </a:lnTo>
                  <a:lnTo>
                    <a:pt x="330792" y="9905"/>
                  </a:lnTo>
                  <a:close/>
                </a:path>
                <a:path w="7501890" h="3554095">
                  <a:moveTo>
                    <a:pt x="328798" y="0"/>
                  </a:moveTo>
                  <a:lnTo>
                    <a:pt x="251201" y="67055"/>
                  </a:lnTo>
                  <a:lnTo>
                    <a:pt x="250820" y="71119"/>
                  </a:lnTo>
                  <a:lnTo>
                    <a:pt x="255392" y="76453"/>
                  </a:lnTo>
                  <a:lnTo>
                    <a:pt x="259456" y="76707"/>
                  </a:lnTo>
                  <a:lnTo>
                    <a:pt x="311109" y="31967"/>
                  </a:lnTo>
                  <a:lnTo>
                    <a:pt x="318638" y="9905"/>
                  </a:lnTo>
                  <a:lnTo>
                    <a:pt x="330792" y="9905"/>
                  </a:lnTo>
                  <a:lnTo>
                    <a:pt x="328798" y="0"/>
                  </a:lnTo>
                  <a:close/>
                </a:path>
                <a:path w="7501890" h="3554095">
                  <a:moveTo>
                    <a:pt x="320531" y="23801"/>
                  </a:moveTo>
                  <a:lnTo>
                    <a:pt x="311109" y="31967"/>
                  </a:lnTo>
                  <a:lnTo>
                    <a:pt x="302255" y="57912"/>
                  </a:lnTo>
                  <a:lnTo>
                    <a:pt x="314193" y="61975"/>
                  </a:lnTo>
                  <a:lnTo>
                    <a:pt x="323049" y="36226"/>
                  </a:lnTo>
                  <a:lnTo>
                    <a:pt x="320531" y="23801"/>
                  </a:lnTo>
                  <a:close/>
                </a:path>
                <a:path w="7501890" h="3554095">
                  <a:moveTo>
                    <a:pt x="328441" y="13207"/>
                  </a:moveTo>
                  <a:lnTo>
                    <a:pt x="318384" y="13207"/>
                  </a:lnTo>
                  <a:lnTo>
                    <a:pt x="328798" y="16637"/>
                  </a:lnTo>
                  <a:lnTo>
                    <a:pt x="320531" y="23801"/>
                  </a:lnTo>
                  <a:lnTo>
                    <a:pt x="323049" y="36226"/>
                  </a:lnTo>
                  <a:lnTo>
                    <a:pt x="330703" y="13969"/>
                  </a:lnTo>
                  <a:lnTo>
                    <a:pt x="328441" y="13207"/>
                  </a:lnTo>
                  <a:close/>
                </a:path>
                <a:path w="7501890" h="3554095">
                  <a:moveTo>
                    <a:pt x="318638" y="9905"/>
                  </a:moveTo>
                  <a:lnTo>
                    <a:pt x="311109" y="31967"/>
                  </a:lnTo>
                  <a:lnTo>
                    <a:pt x="320531" y="23801"/>
                  </a:lnTo>
                  <a:lnTo>
                    <a:pt x="318384" y="13207"/>
                  </a:lnTo>
                  <a:lnTo>
                    <a:pt x="328441" y="13207"/>
                  </a:lnTo>
                  <a:lnTo>
                    <a:pt x="318638" y="9905"/>
                  </a:lnTo>
                  <a:close/>
                </a:path>
                <a:path w="7501890" h="3554095">
                  <a:moveTo>
                    <a:pt x="318384" y="13207"/>
                  </a:moveTo>
                  <a:lnTo>
                    <a:pt x="320531" y="23801"/>
                  </a:lnTo>
                  <a:lnTo>
                    <a:pt x="328798" y="16637"/>
                  </a:lnTo>
                  <a:lnTo>
                    <a:pt x="318384" y="13207"/>
                  </a:lnTo>
                  <a:close/>
                </a:path>
                <a:path w="7501890" h="3554095">
                  <a:moveTo>
                    <a:pt x="261234" y="178180"/>
                  </a:moveTo>
                  <a:lnTo>
                    <a:pt x="245105" y="226313"/>
                  </a:lnTo>
                  <a:lnTo>
                    <a:pt x="257170" y="230377"/>
                  </a:lnTo>
                  <a:lnTo>
                    <a:pt x="273299" y="182244"/>
                  </a:lnTo>
                  <a:lnTo>
                    <a:pt x="261234" y="178180"/>
                  </a:lnTo>
                  <a:close/>
                </a:path>
                <a:path w="7501890" h="3554095">
                  <a:moveTo>
                    <a:pt x="232913" y="262381"/>
                  </a:moveTo>
                  <a:lnTo>
                    <a:pt x="221356" y="296925"/>
                  </a:lnTo>
                  <a:lnTo>
                    <a:pt x="216911" y="310768"/>
                  </a:lnTo>
                  <a:lnTo>
                    <a:pt x="228976" y="314578"/>
                  </a:lnTo>
                  <a:lnTo>
                    <a:pt x="233421" y="300989"/>
                  </a:lnTo>
                  <a:lnTo>
                    <a:pt x="244978" y="266445"/>
                  </a:lnTo>
                  <a:lnTo>
                    <a:pt x="232913" y="262381"/>
                  </a:lnTo>
                  <a:close/>
                </a:path>
                <a:path w="7501890" h="3554095">
                  <a:moveTo>
                    <a:pt x="205227" y="346963"/>
                  </a:moveTo>
                  <a:lnTo>
                    <a:pt x="189606" y="395350"/>
                  </a:lnTo>
                  <a:lnTo>
                    <a:pt x="201671" y="399160"/>
                  </a:lnTo>
                  <a:lnTo>
                    <a:pt x="217292" y="350900"/>
                  </a:lnTo>
                  <a:lnTo>
                    <a:pt x="205227" y="346963"/>
                  </a:lnTo>
                  <a:close/>
                </a:path>
                <a:path w="7501890" h="3554095">
                  <a:moveTo>
                    <a:pt x="177795" y="431545"/>
                  </a:moveTo>
                  <a:lnTo>
                    <a:pt x="173477" y="444753"/>
                  </a:lnTo>
                  <a:lnTo>
                    <a:pt x="162809" y="480187"/>
                  </a:lnTo>
                  <a:lnTo>
                    <a:pt x="174874" y="483869"/>
                  </a:lnTo>
                  <a:lnTo>
                    <a:pt x="185669" y="448690"/>
                  </a:lnTo>
                  <a:lnTo>
                    <a:pt x="189860" y="435482"/>
                  </a:lnTo>
                  <a:lnTo>
                    <a:pt x="177795" y="431545"/>
                  </a:lnTo>
                  <a:close/>
                </a:path>
                <a:path w="7501890" h="3554095">
                  <a:moveTo>
                    <a:pt x="151633" y="516635"/>
                  </a:moveTo>
                  <a:lnTo>
                    <a:pt x="136901" y="565150"/>
                  </a:lnTo>
                  <a:lnTo>
                    <a:pt x="148966" y="568959"/>
                  </a:lnTo>
                  <a:lnTo>
                    <a:pt x="163825" y="520318"/>
                  </a:lnTo>
                  <a:lnTo>
                    <a:pt x="151633" y="516635"/>
                  </a:lnTo>
                  <a:close/>
                </a:path>
                <a:path w="7501890" h="3554095">
                  <a:moveTo>
                    <a:pt x="125979" y="601852"/>
                  </a:moveTo>
                  <a:lnTo>
                    <a:pt x="112390" y="650875"/>
                  </a:lnTo>
                  <a:lnTo>
                    <a:pt x="124582" y="654176"/>
                  </a:lnTo>
                  <a:lnTo>
                    <a:pt x="138171" y="605281"/>
                  </a:lnTo>
                  <a:lnTo>
                    <a:pt x="125979" y="601852"/>
                  </a:lnTo>
                  <a:close/>
                </a:path>
                <a:path w="7501890" h="3554095">
                  <a:moveTo>
                    <a:pt x="102230" y="687577"/>
                  </a:moveTo>
                  <a:lnTo>
                    <a:pt x="89530" y="732916"/>
                  </a:lnTo>
                  <a:lnTo>
                    <a:pt x="88702" y="736345"/>
                  </a:lnTo>
                  <a:lnTo>
                    <a:pt x="88641" y="736600"/>
                  </a:lnTo>
                  <a:lnTo>
                    <a:pt x="100960" y="739775"/>
                  </a:lnTo>
                  <a:lnTo>
                    <a:pt x="101666" y="736600"/>
                  </a:lnTo>
                  <a:lnTo>
                    <a:pt x="101722" y="736345"/>
                  </a:lnTo>
                  <a:lnTo>
                    <a:pt x="114422" y="690879"/>
                  </a:lnTo>
                  <a:lnTo>
                    <a:pt x="102230" y="687577"/>
                  </a:lnTo>
                  <a:close/>
                </a:path>
                <a:path w="7501890" h="3554095">
                  <a:moveTo>
                    <a:pt x="79243" y="773556"/>
                  </a:moveTo>
                  <a:lnTo>
                    <a:pt x="71750" y="803020"/>
                  </a:lnTo>
                  <a:lnTo>
                    <a:pt x="67051" y="823087"/>
                  </a:lnTo>
                  <a:lnTo>
                    <a:pt x="79497" y="825880"/>
                  </a:lnTo>
                  <a:lnTo>
                    <a:pt x="84069" y="806195"/>
                  </a:lnTo>
                  <a:lnTo>
                    <a:pt x="91562" y="776731"/>
                  </a:lnTo>
                  <a:lnTo>
                    <a:pt x="79243" y="773556"/>
                  </a:lnTo>
                  <a:close/>
                </a:path>
                <a:path w="7501890" h="3554095">
                  <a:moveTo>
                    <a:pt x="58415" y="860170"/>
                  </a:moveTo>
                  <a:lnTo>
                    <a:pt x="55621" y="872108"/>
                  </a:lnTo>
                  <a:lnTo>
                    <a:pt x="47747" y="909954"/>
                  </a:lnTo>
                  <a:lnTo>
                    <a:pt x="60066" y="912494"/>
                  </a:lnTo>
                  <a:lnTo>
                    <a:pt x="68067" y="875029"/>
                  </a:lnTo>
                  <a:lnTo>
                    <a:pt x="70861" y="862964"/>
                  </a:lnTo>
                  <a:lnTo>
                    <a:pt x="58415" y="860170"/>
                  </a:lnTo>
                  <a:close/>
                </a:path>
                <a:path w="7501890" h="3554095">
                  <a:moveTo>
                    <a:pt x="40000" y="947419"/>
                  </a:moveTo>
                  <a:lnTo>
                    <a:pt x="30602" y="997330"/>
                  </a:lnTo>
                  <a:lnTo>
                    <a:pt x="43048" y="999616"/>
                  </a:lnTo>
                  <a:lnTo>
                    <a:pt x="52446" y="949705"/>
                  </a:lnTo>
                  <a:lnTo>
                    <a:pt x="40000" y="947419"/>
                  </a:lnTo>
                  <a:close/>
                </a:path>
                <a:path w="7501890" h="3554095">
                  <a:moveTo>
                    <a:pt x="24379" y="1035050"/>
                  </a:moveTo>
                  <a:lnTo>
                    <a:pt x="18410" y="1072260"/>
                  </a:lnTo>
                  <a:lnTo>
                    <a:pt x="16759" y="1085468"/>
                  </a:lnTo>
                  <a:lnTo>
                    <a:pt x="29332" y="1087119"/>
                  </a:lnTo>
                  <a:lnTo>
                    <a:pt x="30983" y="1074292"/>
                  </a:lnTo>
                  <a:lnTo>
                    <a:pt x="36825" y="1037081"/>
                  </a:lnTo>
                  <a:lnTo>
                    <a:pt x="24379" y="1035050"/>
                  </a:lnTo>
                  <a:close/>
                </a:path>
                <a:path w="7501890" h="3554095">
                  <a:moveTo>
                    <a:pt x="11806" y="1123188"/>
                  </a:moveTo>
                  <a:lnTo>
                    <a:pt x="10155" y="1136395"/>
                  </a:lnTo>
                  <a:lnTo>
                    <a:pt x="6599" y="1173988"/>
                  </a:lnTo>
                  <a:lnTo>
                    <a:pt x="19172" y="1175130"/>
                  </a:lnTo>
                  <a:lnTo>
                    <a:pt x="22728" y="1138046"/>
                  </a:lnTo>
                  <a:lnTo>
                    <a:pt x="24379" y="1124839"/>
                  </a:lnTo>
                  <a:lnTo>
                    <a:pt x="11806" y="1123188"/>
                  </a:lnTo>
                  <a:close/>
                </a:path>
                <a:path w="7501890" h="3554095">
                  <a:moveTo>
                    <a:pt x="3424" y="1212214"/>
                  </a:moveTo>
                  <a:lnTo>
                    <a:pt x="757" y="1260220"/>
                  </a:lnTo>
                  <a:lnTo>
                    <a:pt x="630" y="1263141"/>
                  </a:lnTo>
                  <a:lnTo>
                    <a:pt x="13330" y="1263395"/>
                  </a:lnTo>
                  <a:lnTo>
                    <a:pt x="16124" y="1212850"/>
                  </a:lnTo>
                  <a:lnTo>
                    <a:pt x="3424" y="1212214"/>
                  </a:lnTo>
                  <a:close/>
                </a:path>
                <a:path w="7501890" h="3554095">
                  <a:moveTo>
                    <a:pt x="249" y="1301241"/>
                  </a:moveTo>
                  <a:lnTo>
                    <a:pt x="0" y="1319910"/>
                  </a:lnTo>
                  <a:lnTo>
                    <a:pt x="1120" y="1351914"/>
                  </a:lnTo>
                  <a:lnTo>
                    <a:pt x="1138" y="1352422"/>
                  </a:lnTo>
                  <a:lnTo>
                    <a:pt x="13838" y="1351914"/>
                  </a:lnTo>
                  <a:lnTo>
                    <a:pt x="12695" y="1319910"/>
                  </a:lnTo>
                  <a:lnTo>
                    <a:pt x="12949" y="1301495"/>
                  </a:lnTo>
                  <a:lnTo>
                    <a:pt x="249" y="1301241"/>
                  </a:lnTo>
                  <a:close/>
                </a:path>
                <a:path w="7501890" h="3554095">
                  <a:moveTo>
                    <a:pt x="15743" y="1389633"/>
                  </a:moveTo>
                  <a:lnTo>
                    <a:pt x="3043" y="1390777"/>
                  </a:lnTo>
                  <a:lnTo>
                    <a:pt x="6751" y="1432432"/>
                  </a:lnTo>
                  <a:lnTo>
                    <a:pt x="6853" y="1433576"/>
                  </a:lnTo>
                  <a:lnTo>
                    <a:pt x="7996" y="1441703"/>
                  </a:lnTo>
                  <a:lnTo>
                    <a:pt x="20569" y="1439799"/>
                  </a:lnTo>
                  <a:lnTo>
                    <a:pt x="19553" y="1432432"/>
                  </a:lnTo>
                  <a:lnTo>
                    <a:pt x="15845" y="1390777"/>
                  </a:lnTo>
                  <a:lnTo>
                    <a:pt x="15743" y="1389633"/>
                  </a:lnTo>
                  <a:close/>
                </a:path>
                <a:path w="7501890" h="3554095">
                  <a:moveTo>
                    <a:pt x="26157" y="1477517"/>
                  </a:moveTo>
                  <a:lnTo>
                    <a:pt x="13584" y="1479295"/>
                  </a:lnTo>
                  <a:lnTo>
                    <a:pt x="14854" y="1487677"/>
                  </a:lnTo>
                  <a:lnTo>
                    <a:pt x="23744" y="1529588"/>
                  </a:lnTo>
                  <a:lnTo>
                    <a:pt x="36190" y="1526793"/>
                  </a:lnTo>
                  <a:lnTo>
                    <a:pt x="27300" y="1485772"/>
                  </a:lnTo>
                  <a:lnTo>
                    <a:pt x="26157" y="1477517"/>
                  </a:lnTo>
                  <a:close/>
                </a:path>
                <a:path w="7501890" h="3554095">
                  <a:moveTo>
                    <a:pt x="46096" y="1563115"/>
                  </a:moveTo>
                  <a:lnTo>
                    <a:pt x="33904" y="1566671"/>
                  </a:lnTo>
                  <a:lnTo>
                    <a:pt x="40635" y="1589913"/>
                  </a:lnTo>
                  <a:lnTo>
                    <a:pt x="50287" y="1615313"/>
                  </a:lnTo>
                  <a:lnTo>
                    <a:pt x="62098" y="1610740"/>
                  </a:lnTo>
                  <a:lnTo>
                    <a:pt x="52827" y="1586356"/>
                  </a:lnTo>
                  <a:lnTo>
                    <a:pt x="46096" y="1563115"/>
                  </a:lnTo>
                  <a:close/>
                </a:path>
                <a:path w="7501890" h="3554095">
                  <a:moveTo>
                    <a:pt x="76576" y="1645412"/>
                  </a:moveTo>
                  <a:lnTo>
                    <a:pt x="65019" y="1651000"/>
                  </a:lnTo>
                  <a:lnTo>
                    <a:pt x="80640" y="1683384"/>
                  </a:lnTo>
                  <a:lnTo>
                    <a:pt x="88514" y="1696592"/>
                  </a:lnTo>
                  <a:lnTo>
                    <a:pt x="99436" y="1690115"/>
                  </a:lnTo>
                  <a:lnTo>
                    <a:pt x="92070" y="1677796"/>
                  </a:lnTo>
                  <a:lnTo>
                    <a:pt x="76576" y="1645412"/>
                  </a:lnTo>
                  <a:close/>
                </a:path>
                <a:path w="7501890" h="3554095">
                  <a:moveTo>
                    <a:pt x="118867" y="1722119"/>
                  </a:moveTo>
                  <a:lnTo>
                    <a:pt x="108580" y="1729739"/>
                  </a:lnTo>
                  <a:lnTo>
                    <a:pt x="136012" y="1767204"/>
                  </a:lnTo>
                  <a:lnTo>
                    <a:pt x="139314" y="1770887"/>
                  </a:lnTo>
                  <a:lnTo>
                    <a:pt x="148839" y="1762505"/>
                  </a:lnTo>
                  <a:lnTo>
                    <a:pt x="146299" y="1759711"/>
                  </a:lnTo>
                  <a:lnTo>
                    <a:pt x="118867" y="1722119"/>
                  </a:lnTo>
                  <a:close/>
                </a:path>
                <a:path w="7501890" h="3554095">
                  <a:moveTo>
                    <a:pt x="174112" y="1790953"/>
                  </a:moveTo>
                  <a:lnTo>
                    <a:pt x="164587" y="1799335"/>
                  </a:lnTo>
                  <a:lnTo>
                    <a:pt x="169921" y="1805304"/>
                  </a:lnTo>
                  <a:lnTo>
                    <a:pt x="201671" y="1834895"/>
                  </a:lnTo>
                  <a:lnTo>
                    <a:pt x="210307" y="1825624"/>
                  </a:lnTo>
                  <a:lnTo>
                    <a:pt x="179319" y="1796922"/>
                  </a:lnTo>
                  <a:lnTo>
                    <a:pt x="174112" y="1790953"/>
                  </a:lnTo>
                  <a:close/>
                </a:path>
                <a:path w="7501890" h="3554095">
                  <a:moveTo>
                    <a:pt x="239517" y="1849119"/>
                  </a:moveTo>
                  <a:lnTo>
                    <a:pt x="231770" y="1859152"/>
                  </a:lnTo>
                  <a:lnTo>
                    <a:pt x="250439" y="1873377"/>
                  </a:lnTo>
                  <a:lnTo>
                    <a:pt x="274061" y="1888362"/>
                  </a:lnTo>
                  <a:lnTo>
                    <a:pt x="280792" y="1877567"/>
                  </a:lnTo>
                  <a:lnTo>
                    <a:pt x="258059" y="1863343"/>
                  </a:lnTo>
                  <a:lnTo>
                    <a:pt x="239517" y="1849119"/>
                  </a:lnTo>
                  <a:close/>
                </a:path>
                <a:path w="7501890" h="3554095">
                  <a:moveTo>
                    <a:pt x="313050" y="1896998"/>
                  </a:moveTo>
                  <a:lnTo>
                    <a:pt x="307081" y="1908174"/>
                  </a:lnTo>
                  <a:lnTo>
                    <a:pt x="323337" y="1916810"/>
                  </a:lnTo>
                  <a:lnTo>
                    <a:pt x="350896" y="1929764"/>
                  </a:lnTo>
                  <a:lnTo>
                    <a:pt x="353309" y="1930780"/>
                  </a:lnTo>
                  <a:lnTo>
                    <a:pt x="358135" y="1918969"/>
                  </a:lnTo>
                  <a:lnTo>
                    <a:pt x="356357" y="1918334"/>
                  </a:lnTo>
                  <a:lnTo>
                    <a:pt x="329179" y="1905634"/>
                  </a:lnTo>
                  <a:lnTo>
                    <a:pt x="313050" y="1896998"/>
                  </a:lnTo>
                  <a:close/>
                </a:path>
                <a:path w="7501890" h="3554095">
                  <a:moveTo>
                    <a:pt x="393187" y="1933066"/>
                  </a:moveTo>
                  <a:lnTo>
                    <a:pt x="388869" y="1945004"/>
                  </a:lnTo>
                  <a:lnTo>
                    <a:pt x="411729" y="1953259"/>
                  </a:lnTo>
                  <a:lnTo>
                    <a:pt x="437129" y="1961514"/>
                  </a:lnTo>
                  <a:lnTo>
                    <a:pt x="441066" y="1949322"/>
                  </a:lnTo>
                  <a:lnTo>
                    <a:pt x="416047" y="1941321"/>
                  </a:lnTo>
                  <a:lnTo>
                    <a:pt x="393187" y="1933066"/>
                  </a:lnTo>
                  <a:close/>
                </a:path>
                <a:path w="7501890" h="3554095">
                  <a:moveTo>
                    <a:pt x="477388" y="1959990"/>
                  </a:moveTo>
                  <a:lnTo>
                    <a:pt x="473959" y="1972182"/>
                  </a:lnTo>
                  <a:lnTo>
                    <a:pt x="479547" y="1973833"/>
                  </a:lnTo>
                  <a:lnTo>
                    <a:pt x="515869" y="1982977"/>
                  </a:lnTo>
                  <a:lnTo>
                    <a:pt x="523616" y="1984628"/>
                  </a:lnTo>
                  <a:lnTo>
                    <a:pt x="526283" y="1972309"/>
                  </a:lnTo>
                  <a:lnTo>
                    <a:pt x="518917" y="1970658"/>
                  </a:lnTo>
                  <a:lnTo>
                    <a:pt x="482976" y="1961514"/>
                  </a:lnTo>
                  <a:lnTo>
                    <a:pt x="477388" y="1959990"/>
                  </a:lnTo>
                  <a:close/>
                </a:path>
                <a:path w="7501890" h="3554095">
                  <a:moveTo>
                    <a:pt x="563367" y="1980310"/>
                  </a:moveTo>
                  <a:lnTo>
                    <a:pt x="560954" y="1992756"/>
                  </a:lnTo>
                  <a:lnTo>
                    <a:pt x="593339" y="1999106"/>
                  </a:lnTo>
                  <a:lnTo>
                    <a:pt x="610992" y="2002281"/>
                  </a:lnTo>
                  <a:lnTo>
                    <a:pt x="613151" y="1989708"/>
                  </a:lnTo>
                  <a:lnTo>
                    <a:pt x="595752" y="1986660"/>
                  </a:lnTo>
                  <a:lnTo>
                    <a:pt x="563367" y="1980310"/>
                  </a:lnTo>
                  <a:close/>
                </a:path>
                <a:path w="7501890" h="3554095">
                  <a:moveTo>
                    <a:pt x="650616" y="1995804"/>
                  </a:moveTo>
                  <a:lnTo>
                    <a:pt x="648838" y="2008377"/>
                  </a:lnTo>
                  <a:lnTo>
                    <a:pt x="699130" y="2015489"/>
                  </a:lnTo>
                  <a:lnTo>
                    <a:pt x="700908" y="2002916"/>
                  </a:lnTo>
                  <a:lnTo>
                    <a:pt x="650616" y="1995804"/>
                  </a:lnTo>
                  <a:close/>
                </a:path>
                <a:path w="7501890" h="3554095">
                  <a:moveTo>
                    <a:pt x="738500" y="2007742"/>
                  </a:moveTo>
                  <a:lnTo>
                    <a:pt x="737103" y="2020315"/>
                  </a:lnTo>
                  <a:lnTo>
                    <a:pt x="787649" y="2025777"/>
                  </a:lnTo>
                  <a:lnTo>
                    <a:pt x="788919" y="2013077"/>
                  </a:lnTo>
                  <a:lnTo>
                    <a:pt x="738500" y="2007742"/>
                  </a:lnTo>
                  <a:close/>
                </a:path>
                <a:path w="7501890" h="3554095">
                  <a:moveTo>
                    <a:pt x="826765" y="2016759"/>
                  </a:moveTo>
                  <a:lnTo>
                    <a:pt x="825749" y="2029332"/>
                  </a:lnTo>
                  <a:lnTo>
                    <a:pt x="876422" y="2033269"/>
                  </a:lnTo>
                  <a:lnTo>
                    <a:pt x="877311" y="2020569"/>
                  </a:lnTo>
                  <a:lnTo>
                    <a:pt x="826765" y="2016759"/>
                  </a:lnTo>
                  <a:close/>
                </a:path>
                <a:path w="7501890" h="3554095">
                  <a:moveTo>
                    <a:pt x="915157" y="2023363"/>
                  </a:moveTo>
                  <a:lnTo>
                    <a:pt x="914522" y="2035936"/>
                  </a:lnTo>
                  <a:lnTo>
                    <a:pt x="965322" y="2038603"/>
                  </a:lnTo>
                  <a:lnTo>
                    <a:pt x="965957" y="2025903"/>
                  </a:lnTo>
                  <a:lnTo>
                    <a:pt x="915157" y="2023363"/>
                  </a:lnTo>
                  <a:close/>
                </a:path>
                <a:path w="7501890" h="3554095">
                  <a:moveTo>
                    <a:pt x="1003930" y="2027808"/>
                  </a:moveTo>
                  <a:lnTo>
                    <a:pt x="1003295" y="2040508"/>
                  </a:lnTo>
                  <a:lnTo>
                    <a:pt x="1007994" y="2040762"/>
                  </a:lnTo>
                  <a:lnTo>
                    <a:pt x="1054222" y="2042159"/>
                  </a:lnTo>
                  <a:lnTo>
                    <a:pt x="1054603" y="2029459"/>
                  </a:lnTo>
                  <a:lnTo>
                    <a:pt x="1008629" y="2028062"/>
                  </a:lnTo>
                  <a:lnTo>
                    <a:pt x="1003930" y="2027808"/>
                  </a:lnTo>
                  <a:close/>
                </a:path>
                <a:path w="7501890" h="3554095">
                  <a:moveTo>
                    <a:pt x="1092703" y="2030475"/>
                  </a:moveTo>
                  <a:lnTo>
                    <a:pt x="1092322" y="2043175"/>
                  </a:lnTo>
                  <a:lnTo>
                    <a:pt x="1112261" y="2043683"/>
                  </a:lnTo>
                  <a:lnTo>
                    <a:pt x="1143249" y="2044064"/>
                  </a:lnTo>
                  <a:lnTo>
                    <a:pt x="1143376" y="2031364"/>
                  </a:lnTo>
                  <a:lnTo>
                    <a:pt x="1112642" y="2031110"/>
                  </a:lnTo>
                  <a:lnTo>
                    <a:pt x="1092703" y="2030475"/>
                  </a:lnTo>
                  <a:close/>
                </a:path>
                <a:path w="7501890" h="3554095">
                  <a:moveTo>
                    <a:pt x="1181476" y="2031618"/>
                  </a:moveTo>
                  <a:lnTo>
                    <a:pt x="1181349" y="2044318"/>
                  </a:lnTo>
                  <a:lnTo>
                    <a:pt x="1219830" y="2044699"/>
                  </a:lnTo>
                  <a:lnTo>
                    <a:pt x="1232277" y="2044699"/>
                  </a:lnTo>
                  <a:lnTo>
                    <a:pt x="1232150" y="2031999"/>
                  </a:lnTo>
                  <a:lnTo>
                    <a:pt x="1219957" y="2031999"/>
                  </a:lnTo>
                  <a:lnTo>
                    <a:pt x="1181476" y="2031618"/>
                  </a:lnTo>
                  <a:close/>
                </a:path>
                <a:path w="7501890" h="3554095">
                  <a:moveTo>
                    <a:pt x="1321049" y="2030983"/>
                  </a:moveTo>
                  <a:lnTo>
                    <a:pt x="1270249" y="2031491"/>
                  </a:lnTo>
                  <a:lnTo>
                    <a:pt x="1270376" y="2044191"/>
                  </a:lnTo>
                  <a:lnTo>
                    <a:pt x="1321176" y="2043683"/>
                  </a:lnTo>
                  <a:lnTo>
                    <a:pt x="1321049" y="2030983"/>
                  </a:lnTo>
                  <a:close/>
                </a:path>
                <a:path w="7501890" h="3554095">
                  <a:moveTo>
                    <a:pt x="1409822" y="2028952"/>
                  </a:moveTo>
                  <a:lnTo>
                    <a:pt x="1359022" y="2030221"/>
                  </a:lnTo>
                  <a:lnTo>
                    <a:pt x="1359365" y="2041652"/>
                  </a:lnTo>
                  <a:lnTo>
                    <a:pt x="1359403" y="2042921"/>
                  </a:lnTo>
                  <a:lnTo>
                    <a:pt x="1410203" y="2041652"/>
                  </a:lnTo>
                  <a:lnTo>
                    <a:pt x="1409860" y="2030221"/>
                  </a:lnTo>
                  <a:lnTo>
                    <a:pt x="1409822" y="2028952"/>
                  </a:lnTo>
                  <a:close/>
                </a:path>
                <a:path w="7501890" h="3554095">
                  <a:moveTo>
                    <a:pt x="1498595" y="2025903"/>
                  </a:moveTo>
                  <a:lnTo>
                    <a:pt x="1447795" y="2027935"/>
                  </a:lnTo>
                  <a:lnTo>
                    <a:pt x="1448222" y="2038603"/>
                  </a:lnTo>
                  <a:lnTo>
                    <a:pt x="1448303" y="2040635"/>
                  </a:lnTo>
                  <a:lnTo>
                    <a:pt x="1499103" y="2038603"/>
                  </a:lnTo>
                  <a:lnTo>
                    <a:pt x="1498676" y="2027935"/>
                  </a:lnTo>
                  <a:lnTo>
                    <a:pt x="1498595" y="2025903"/>
                  </a:lnTo>
                  <a:close/>
                </a:path>
                <a:path w="7501890" h="3554095">
                  <a:moveTo>
                    <a:pt x="1587368" y="2022093"/>
                  </a:moveTo>
                  <a:lnTo>
                    <a:pt x="1558031" y="2023617"/>
                  </a:lnTo>
                  <a:lnTo>
                    <a:pt x="1536695" y="2024506"/>
                  </a:lnTo>
                  <a:lnTo>
                    <a:pt x="1537111" y="2034793"/>
                  </a:lnTo>
                  <a:lnTo>
                    <a:pt x="1537203" y="2037079"/>
                  </a:lnTo>
                  <a:lnTo>
                    <a:pt x="1558412" y="2036317"/>
                  </a:lnTo>
                  <a:lnTo>
                    <a:pt x="1588003" y="2034793"/>
                  </a:lnTo>
                  <a:lnTo>
                    <a:pt x="1587489" y="2024506"/>
                  </a:lnTo>
                  <a:lnTo>
                    <a:pt x="1587368" y="2022093"/>
                  </a:lnTo>
                  <a:close/>
                </a:path>
                <a:path w="7501890" h="3554095">
                  <a:moveTo>
                    <a:pt x="1676014" y="2017394"/>
                  </a:moveTo>
                  <a:lnTo>
                    <a:pt x="1674490" y="2017521"/>
                  </a:lnTo>
                  <a:lnTo>
                    <a:pt x="1625341" y="2020061"/>
                  </a:lnTo>
                  <a:lnTo>
                    <a:pt x="1625843" y="2030094"/>
                  </a:lnTo>
                  <a:lnTo>
                    <a:pt x="1625849" y="2030221"/>
                  </a:lnTo>
                  <a:lnTo>
                    <a:pt x="1625976" y="2032761"/>
                  </a:lnTo>
                  <a:lnTo>
                    <a:pt x="1675125" y="2030221"/>
                  </a:lnTo>
                  <a:lnTo>
                    <a:pt x="1676776" y="2030094"/>
                  </a:lnTo>
                  <a:lnTo>
                    <a:pt x="1676022" y="2017521"/>
                  </a:lnTo>
                  <a:lnTo>
                    <a:pt x="1676014" y="2017394"/>
                  </a:lnTo>
                  <a:close/>
                </a:path>
                <a:path w="7501890" h="3554095">
                  <a:moveTo>
                    <a:pt x="1764787" y="2011679"/>
                  </a:moveTo>
                  <a:lnTo>
                    <a:pt x="1713987" y="2014981"/>
                  </a:lnTo>
                  <a:lnTo>
                    <a:pt x="1714876" y="2027681"/>
                  </a:lnTo>
                  <a:lnTo>
                    <a:pt x="1765549" y="2024379"/>
                  </a:lnTo>
                  <a:lnTo>
                    <a:pt x="1764787" y="2011679"/>
                  </a:lnTo>
                  <a:close/>
                </a:path>
                <a:path w="7501890" h="3554095">
                  <a:moveTo>
                    <a:pt x="1853306" y="2004948"/>
                  </a:moveTo>
                  <a:lnTo>
                    <a:pt x="1802633" y="2009012"/>
                  </a:lnTo>
                  <a:lnTo>
                    <a:pt x="1803649" y="2021712"/>
                  </a:lnTo>
                  <a:lnTo>
                    <a:pt x="1854322" y="2017648"/>
                  </a:lnTo>
                  <a:lnTo>
                    <a:pt x="1853306" y="2004948"/>
                  </a:lnTo>
                  <a:close/>
                </a:path>
                <a:path w="7501890" h="3554095">
                  <a:moveTo>
                    <a:pt x="1941825" y="1997836"/>
                  </a:moveTo>
                  <a:lnTo>
                    <a:pt x="1891279" y="2001900"/>
                  </a:lnTo>
                  <a:lnTo>
                    <a:pt x="1892295" y="2014600"/>
                  </a:lnTo>
                  <a:lnTo>
                    <a:pt x="1942841" y="2010409"/>
                  </a:lnTo>
                  <a:lnTo>
                    <a:pt x="1941825" y="1997836"/>
                  </a:lnTo>
                  <a:close/>
                </a:path>
                <a:path w="7501890" h="3554095">
                  <a:moveTo>
                    <a:pt x="2030357" y="1990724"/>
                  </a:moveTo>
                  <a:lnTo>
                    <a:pt x="2028820" y="1990724"/>
                  </a:lnTo>
                  <a:lnTo>
                    <a:pt x="1979798" y="1994788"/>
                  </a:lnTo>
                  <a:lnTo>
                    <a:pt x="1980941" y="2007361"/>
                  </a:lnTo>
                  <a:lnTo>
                    <a:pt x="2029836" y="2003424"/>
                  </a:lnTo>
                  <a:lnTo>
                    <a:pt x="2031627" y="2003424"/>
                  </a:lnTo>
                  <a:lnTo>
                    <a:pt x="2030357" y="1990724"/>
                  </a:lnTo>
                  <a:close/>
                </a:path>
                <a:path w="7501890" h="3554095">
                  <a:moveTo>
                    <a:pt x="2118863" y="1981707"/>
                  </a:moveTo>
                  <a:lnTo>
                    <a:pt x="2068317" y="1986787"/>
                  </a:lnTo>
                  <a:lnTo>
                    <a:pt x="2069587" y="1999487"/>
                  </a:lnTo>
                  <a:lnTo>
                    <a:pt x="2120133" y="1994407"/>
                  </a:lnTo>
                  <a:lnTo>
                    <a:pt x="2118863" y="1981707"/>
                  </a:lnTo>
                  <a:close/>
                </a:path>
                <a:path w="7501890" h="3554095">
                  <a:moveTo>
                    <a:pt x="2207255" y="1972817"/>
                  </a:moveTo>
                  <a:lnTo>
                    <a:pt x="2156709" y="1977897"/>
                  </a:lnTo>
                  <a:lnTo>
                    <a:pt x="2157979" y="1990597"/>
                  </a:lnTo>
                  <a:lnTo>
                    <a:pt x="2208525" y="1985517"/>
                  </a:lnTo>
                  <a:lnTo>
                    <a:pt x="2207255" y="1972817"/>
                  </a:lnTo>
                  <a:close/>
                </a:path>
                <a:path w="7501890" h="3554095">
                  <a:moveTo>
                    <a:pt x="2295647" y="1963546"/>
                  </a:moveTo>
                  <a:lnTo>
                    <a:pt x="2264659" y="1967102"/>
                  </a:lnTo>
                  <a:lnTo>
                    <a:pt x="2245228" y="1969007"/>
                  </a:lnTo>
                  <a:lnTo>
                    <a:pt x="2246498" y="1981707"/>
                  </a:lnTo>
                  <a:lnTo>
                    <a:pt x="2297044" y="1976119"/>
                  </a:lnTo>
                  <a:lnTo>
                    <a:pt x="2295647" y="1963546"/>
                  </a:lnTo>
                  <a:close/>
                </a:path>
                <a:path w="7501890" h="3554095">
                  <a:moveTo>
                    <a:pt x="2383912" y="1953513"/>
                  </a:moveTo>
                  <a:lnTo>
                    <a:pt x="2380991" y="1953894"/>
                  </a:lnTo>
                  <a:lnTo>
                    <a:pt x="2333493" y="1959228"/>
                  </a:lnTo>
                  <a:lnTo>
                    <a:pt x="2334890" y="1971802"/>
                  </a:lnTo>
                  <a:lnTo>
                    <a:pt x="2382515" y="1966467"/>
                  </a:lnTo>
                  <a:lnTo>
                    <a:pt x="2385436" y="1966086"/>
                  </a:lnTo>
                  <a:lnTo>
                    <a:pt x="2383958" y="1953894"/>
                  </a:lnTo>
                  <a:lnTo>
                    <a:pt x="2383912" y="1953513"/>
                  </a:lnTo>
                  <a:close/>
                </a:path>
                <a:path w="7501890" h="3554095">
                  <a:moveTo>
                    <a:pt x="2472050" y="1942591"/>
                  </a:moveTo>
                  <a:lnTo>
                    <a:pt x="2421631" y="1948814"/>
                  </a:lnTo>
                  <a:lnTo>
                    <a:pt x="2423282" y="1961387"/>
                  </a:lnTo>
                  <a:lnTo>
                    <a:pt x="2473701" y="1955291"/>
                  </a:lnTo>
                  <a:lnTo>
                    <a:pt x="2472050" y="1942591"/>
                  </a:lnTo>
                  <a:close/>
                </a:path>
                <a:path w="7501890" h="3554095">
                  <a:moveTo>
                    <a:pt x="2560188" y="1931288"/>
                  </a:moveTo>
                  <a:lnTo>
                    <a:pt x="2509896" y="1937892"/>
                  </a:lnTo>
                  <a:lnTo>
                    <a:pt x="2511547" y="1950465"/>
                  </a:lnTo>
                  <a:lnTo>
                    <a:pt x="2561839" y="1943861"/>
                  </a:lnTo>
                  <a:lnTo>
                    <a:pt x="2560188" y="1931288"/>
                  </a:lnTo>
                  <a:close/>
                </a:path>
                <a:path w="7501890" h="3554095">
                  <a:moveTo>
                    <a:pt x="2648326" y="1919477"/>
                  </a:moveTo>
                  <a:lnTo>
                    <a:pt x="2598034" y="1926335"/>
                  </a:lnTo>
                  <a:lnTo>
                    <a:pt x="2599685" y="1938908"/>
                  </a:lnTo>
                  <a:lnTo>
                    <a:pt x="2610099" y="1937638"/>
                  </a:lnTo>
                  <a:lnTo>
                    <a:pt x="2649977" y="1932050"/>
                  </a:lnTo>
                  <a:lnTo>
                    <a:pt x="2648326" y="1919477"/>
                  </a:lnTo>
                  <a:close/>
                </a:path>
                <a:path w="7501890" h="3554095">
                  <a:moveTo>
                    <a:pt x="2736210" y="1907031"/>
                  </a:moveTo>
                  <a:lnTo>
                    <a:pt x="2718684" y="1909698"/>
                  </a:lnTo>
                  <a:lnTo>
                    <a:pt x="2686045" y="1914143"/>
                  </a:lnTo>
                  <a:lnTo>
                    <a:pt x="2687823" y="1926716"/>
                  </a:lnTo>
                  <a:lnTo>
                    <a:pt x="2720335" y="1922271"/>
                  </a:lnTo>
                  <a:lnTo>
                    <a:pt x="2738115" y="1919604"/>
                  </a:lnTo>
                  <a:lnTo>
                    <a:pt x="2736210" y="1907031"/>
                  </a:lnTo>
                  <a:close/>
                </a:path>
                <a:path w="7501890" h="3554095">
                  <a:moveTo>
                    <a:pt x="2824221" y="1894077"/>
                  </a:moveTo>
                  <a:lnTo>
                    <a:pt x="2773929" y="1901443"/>
                  </a:lnTo>
                  <a:lnTo>
                    <a:pt x="2775834" y="1914016"/>
                  </a:lnTo>
                  <a:lnTo>
                    <a:pt x="2826126" y="1906650"/>
                  </a:lnTo>
                  <a:lnTo>
                    <a:pt x="2824221" y="1894077"/>
                  </a:lnTo>
                  <a:close/>
                </a:path>
                <a:path w="7501890" h="3554095">
                  <a:moveTo>
                    <a:pt x="2911978" y="1880488"/>
                  </a:moveTo>
                  <a:lnTo>
                    <a:pt x="2861813" y="1888235"/>
                  </a:lnTo>
                  <a:lnTo>
                    <a:pt x="2863718" y="1900808"/>
                  </a:lnTo>
                  <a:lnTo>
                    <a:pt x="2914010" y="1893061"/>
                  </a:lnTo>
                  <a:lnTo>
                    <a:pt x="2911978" y="1880488"/>
                  </a:lnTo>
                  <a:close/>
                </a:path>
                <a:path w="7501890" h="3554095">
                  <a:moveTo>
                    <a:pt x="2999735" y="1866264"/>
                  </a:moveTo>
                  <a:lnTo>
                    <a:pt x="2949570" y="1874519"/>
                  </a:lnTo>
                  <a:lnTo>
                    <a:pt x="2951602" y="1886965"/>
                  </a:lnTo>
                  <a:lnTo>
                    <a:pt x="3001767" y="1878837"/>
                  </a:lnTo>
                  <a:lnTo>
                    <a:pt x="2999735" y="1866264"/>
                  </a:lnTo>
                  <a:close/>
                </a:path>
                <a:path w="7501890" h="3554095">
                  <a:moveTo>
                    <a:pt x="3087238" y="1851405"/>
                  </a:moveTo>
                  <a:lnTo>
                    <a:pt x="3037200" y="1860041"/>
                  </a:lnTo>
                  <a:lnTo>
                    <a:pt x="3039359" y="1872487"/>
                  </a:lnTo>
                  <a:lnTo>
                    <a:pt x="3089524" y="1863852"/>
                  </a:lnTo>
                  <a:lnTo>
                    <a:pt x="3087238" y="1851405"/>
                  </a:lnTo>
                  <a:close/>
                </a:path>
                <a:path w="7501890" h="3554095">
                  <a:moveTo>
                    <a:pt x="3174741" y="1835784"/>
                  </a:moveTo>
                  <a:lnTo>
                    <a:pt x="3124830" y="1844802"/>
                  </a:lnTo>
                  <a:lnTo>
                    <a:pt x="3126989" y="1857374"/>
                  </a:lnTo>
                  <a:lnTo>
                    <a:pt x="3177027" y="1848230"/>
                  </a:lnTo>
                  <a:lnTo>
                    <a:pt x="3174741" y="1835784"/>
                  </a:lnTo>
                  <a:close/>
                </a:path>
                <a:path w="7501890" h="3554095">
                  <a:moveTo>
                    <a:pt x="3262117" y="1819402"/>
                  </a:moveTo>
                  <a:lnTo>
                    <a:pt x="3215508" y="1828418"/>
                  </a:lnTo>
                  <a:lnTo>
                    <a:pt x="3212206" y="1828927"/>
                  </a:lnTo>
                  <a:lnTo>
                    <a:pt x="3214492" y="1841499"/>
                  </a:lnTo>
                  <a:lnTo>
                    <a:pt x="3264530" y="1831847"/>
                  </a:lnTo>
                  <a:lnTo>
                    <a:pt x="3262117" y="1819402"/>
                  </a:lnTo>
                  <a:close/>
                </a:path>
                <a:path w="7501890" h="3554095">
                  <a:moveTo>
                    <a:pt x="3349239" y="1802129"/>
                  </a:moveTo>
                  <a:lnTo>
                    <a:pt x="3299455" y="1812162"/>
                  </a:lnTo>
                  <a:lnTo>
                    <a:pt x="3301868" y="1824608"/>
                  </a:lnTo>
                  <a:lnTo>
                    <a:pt x="3351779" y="1814575"/>
                  </a:lnTo>
                  <a:lnTo>
                    <a:pt x="3349239" y="1802129"/>
                  </a:lnTo>
                  <a:close/>
                </a:path>
                <a:path w="7501890" h="3554095">
                  <a:moveTo>
                    <a:pt x="3436107" y="1783714"/>
                  </a:moveTo>
                  <a:lnTo>
                    <a:pt x="3417946" y="1787778"/>
                  </a:lnTo>
                  <a:lnTo>
                    <a:pt x="3386450" y="1794382"/>
                  </a:lnTo>
                  <a:lnTo>
                    <a:pt x="3389117" y="1806828"/>
                  </a:lnTo>
                  <a:lnTo>
                    <a:pt x="3438774" y="1796160"/>
                  </a:lnTo>
                  <a:lnTo>
                    <a:pt x="3436107" y="1783714"/>
                  </a:lnTo>
                  <a:close/>
                </a:path>
                <a:path w="7501890" h="3554095">
                  <a:moveTo>
                    <a:pt x="3522467" y="1763267"/>
                  </a:moveTo>
                  <a:lnTo>
                    <a:pt x="3488431" y="1771777"/>
                  </a:lnTo>
                  <a:lnTo>
                    <a:pt x="3473191" y="1775332"/>
                  </a:lnTo>
                  <a:lnTo>
                    <a:pt x="3475985" y="1787652"/>
                  </a:lnTo>
                  <a:lnTo>
                    <a:pt x="3491352" y="1784095"/>
                  </a:lnTo>
                  <a:lnTo>
                    <a:pt x="3525515" y="1775713"/>
                  </a:lnTo>
                  <a:lnTo>
                    <a:pt x="3522467" y="1763267"/>
                  </a:lnTo>
                  <a:close/>
                </a:path>
                <a:path w="7501890" h="3554095">
                  <a:moveTo>
                    <a:pt x="3607684" y="1739391"/>
                  </a:moveTo>
                  <a:lnTo>
                    <a:pt x="3588761" y="1745106"/>
                  </a:lnTo>
                  <a:lnTo>
                    <a:pt x="3559043" y="1753615"/>
                  </a:lnTo>
                  <a:lnTo>
                    <a:pt x="3562472" y="1765807"/>
                  </a:lnTo>
                  <a:lnTo>
                    <a:pt x="3592190" y="1757425"/>
                  </a:lnTo>
                  <a:lnTo>
                    <a:pt x="3611367" y="1751583"/>
                  </a:lnTo>
                  <a:lnTo>
                    <a:pt x="3607684" y="1739391"/>
                  </a:lnTo>
                  <a:close/>
                </a:path>
                <a:path w="7501890" h="3554095">
                  <a:moveTo>
                    <a:pt x="3692012" y="1711959"/>
                  </a:moveTo>
                  <a:lnTo>
                    <a:pt x="3683630" y="1715007"/>
                  </a:lnTo>
                  <a:lnTo>
                    <a:pt x="3652515" y="1725421"/>
                  </a:lnTo>
                  <a:lnTo>
                    <a:pt x="3644006" y="1728088"/>
                  </a:lnTo>
                  <a:lnTo>
                    <a:pt x="3647816" y="1740280"/>
                  </a:lnTo>
                  <a:lnTo>
                    <a:pt x="3656452" y="1737486"/>
                  </a:lnTo>
                  <a:lnTo>
                    <a:pt x="3696203" y="1724024"/>
                  </a:lnTo>
                  <a:lnTo>
                    <a:pt x="3692012" y="1711959"/>
                  </a:lnTo>
                  <a:close/>
                </a:path>
                <a:path w="7501890" h="3554095">
                  <a:moveTo>
                    <a:pt x="3774816" y="1680844"/>
                  </a:moveTo>
                  <a:lnTo>
                    <a:pt x="3773165" y="1681606"/>
                  </a:lnTo>
                  <a:lnTo>
                    <a:pt x="3727572" y="1699005"/>
                  </a:lnTo>
                  <a:lnTo>
                    <a:pt x="3732144" y="1710943"/>
                  </a:lnTo>
                  <a:lnTo>
                    <a:pt x="3779769" y="1692655"/>
                  </a:lnTo>
                  <a:lnTo>
                    <a:pt x="3774816" y="1680844"/>
                  </a:lnTo>
                  <a:close/>
                </a:path>
                <a:path w="7501890" h="3554095">
                  <a:moveTo>
                    <a:pt x="3856223" y="1645792"/>
                  </a:moveTo>
                  <a:lnTo>
                    <a:pt x="3830188" y="1657730"/>
                  </a:lnTo>
                  <a:lnTo>
                    <a:pt x="3809995" y="1666113"/>
                  </a:lnTo>
                  <a:lnTo>
                    <a:pt x="3814948" y="1677924"/>
                  </a:lnTo>
                  <a:lnTo>
                    <a:pt x="3835014" y="1669414"/>
                  </a:lnTo>
                  <a:lnTo>
                    <a:pt x="3861557" y="1657350"/>
                  </a:lnTo>
                  <a:lnTo>
                    <a:pt x="3856223" y="1645792"/>
                  </a:lnTo>
                  <a:close/>
                </a:path>
                <a:path w="7501890" h="3554095">
                  <a:moveTo>
                    <a:pt x="3936233" y="1607312"/>
                  </a:moveTo>
                  <a:lnTo>
                    <a:pt x="3890640" y="1629790"/>
                  </a:lnTo>
                  <a:lnTo>
                    <a:pt x="3896355" y="1641220"/>
                  </a:lnTo>
                  <a:lnTo>
                    <a:pt x="3941821" y="1618614"/>
                  </a:lnTo>
                  <a:lnTo>
                    <a:pt x="3936233" y="1607312"/>
                  </a:lnTo>
                  <a:close/>
                </a:path>
                <a:path w="7501890" h="3554095">
                  <a:moveTo>
                    <a:pt x="4013830" y="1564766"/>
                  </a:moveTo>
                  <a:lnTo>
                    <a:pt x="3988557" y="1579244"/>
                  </a:lnTo>
                  <a:lnTo>
                    <a:pt x="3969634" y="1589404"/>
                  </a:lnTo>
                  <a:lnTo>
                    <a:pt x="3975603" y="1600580"/>
                  </a:lnTo>
                  <a:lnTo>
                    <a:pt x="3994526" y="1590420"/>
                  </a:lnTo>
                  <a:lnTo>
                    <a:pt x="4020180" y="1575815"/>
                  </a:lnTo>
                  <a:lnTo>
                    <a:pt x="4013830" y="1564766"/>
                  </a:lnTo>
                  <a:close/>
                </a:path>
                <a:path w="7501890" h="3554095">
                  <a:moveTo>
                    <a:pt x="4089649" y="1519046"/>
                  </a:moveTo>
                  <a:lnTo>
                    <a:pt x="4084569" y="1522349"/>
                  </a:lnTo>
                  <a:lnTo>
                    <a:pt x="4046596" y="1545589"/>
                  </a:lnTo>
                  <a:lnTo>
                    <a:pt x="4053200" y="1556384"/>
                  </a:lnTo>
                  <a:lnTo>
                    <a:pt x="4091173" y="1533143"/>
                  </a:lnTo>
                  <a:lnTo>
                    <a:pt x="4096507" y="1529588"/>
                  </a:lnTo>
                  <a:lnTo>
                    <a:pt x="4089649" y="1519046"/>
                  </a:lnTo>
                  <a:close/>
                </a:path>
                <a:path w="7501890" h="3554095">
                  <a:moveTo>
                    <a:pt x="4163309" y="1469516"/>
                  </a:moveTo>
                  <a:lnTo>
                    <a:pt x="4129908" y="1492630"/>
                  </a:lnTo>
                  <a:lnTo>
                    <a:pt x="4121526" y="1498218"/>
                  </a:lnTo>
                  <a:lnTo>
                    <a:pt x="4128384" y="1508759"/>
                  </a:lnTo>
                  <a:lnTo>
                    <a:pt x="4136893" y="1503299"/>
                  </a:lnTo>
                  <a:lnTo>
                    <a:pt x="4170548" y="1480057"/>
                  </a:lnTo>
                  <a:lnTo>
                    <a:pt x="4163309" y="1469516"/>
                  </a:lnTo>
                  <a:close/>
                </a:path>
                <a:path w="7501890" h="3554095">
                  <a:moveTo>
                    <a:pt x="4234556" y="1417065"/>
                  </a:moveTo>
                  <a:lnTo>
                    <a:pt x="4215760" y="1431543"/>
                  </a:lnTo>
                  <a:lnTo>
                    <a:pt x="4194043" y="1447418"/>
                  </a:lnTo>
                  <a:lnTo>
                    <a:pt x="4201536" y="1457705"/>
                  </a:lnTo>
                  <a:lnTo>
                    <a:pt x="4223253" y="1441830"/>
                  </a:lnTo>
                  <a:lnTo>
                    <a:pt x="4242303" y="1427099"/>
                  </a:lnTo>
                  <a:lnTo>
                    <a:pt x="4234556" y="1417065"/>
                  </a:lnTo>
                  <a:close/>
                </a:path>
                <a:path w="7501890" h="3554095">
                  <a:moveTo>
                    <a:pt x="4303771" y="1361693"/>
                  </a:moveTo>
                  <a:lnTo>
                    <a:pt x="4295516" y="1368552"/>
                  </a:lnTo>
                  <a:lnTo>
                    <a:pt x="4264401" y="1393570"/>
                  </a:lnTo>
                  <a:lnTo>
                    <a:pt x="4272402" y="1403477"/>
                  </a:lnTo>
                  <a:lnTo>
                    <a:pt x="4303517" y="1378457"/>
                  </a:lnTo>
                  <a:lnTo>
                    <a:pt x="4311899" y="1371345"/>
                  </a:lnTo>
                  <a:lnTo>
                    <a:pt x="4303771" y="1361693"/>
                  </a:lnTo>
                  <a:close/>
                </a:path>
                <a:path w="7501890" h="3554095">
                  <a:moveTo>
                    <a:pt x="4370827" y="1303654"/>
                  </a:moveTo>
                  <a:lnTo>
                    <a:pt x="4333362" y="1336675"/>
                  </a:lnTo>
                  <a:lnTo>
                    <a:pt x="4332854" y="1337055"/>
                  </a:lnTo>
                  <a:lnTo>
                    <a:pt x="4340982" y="1346707"/>
                  </a:lnTo>
                  <a:lnTo>
                    <a:pt x="4341490" y="1346327"/>
                  </a:lnTo>
                  <a:lnTo>
                    <a:pt x="4379336" y="1313052"/>
                  </a:lnTo>
                  <a:lnTo>
                    <a:pt x="4370827" y="1303654"/>
                  </a:lnTo>
                  <a:close/>
                </a:path>
                <a:path w="7501890" h="3554095">
                  <a:moveTo>
                    <a:pt x="4435978" y="1243329"/>
                  </a:moveTo>
                  <a:lnTo>
                    <a:pt x="4405117" y="1272413"/>
                  </a:lnTo>
                  <a:lnTo>
                    <a:pt x="4399021" y="1278001"/>
                  </a:lnTo>
                  <a:lnTo>
                    <a:pt x="4407530" y="1287399"/>
                  </a:lnTo>
                  <a:lnTo>
                    <a:pt x="4413753" y="1281810"/>
                  </a:lnTo>
                  <a:lnTo>
                    <a:pt x="4444741" y="1252601"/>
                  </a:lnTo>
                  <a:lnTo>
                    <a:pt x="4435978" y="1243329"/>
                  </a:lnTo>
                  <a:close/>
                </a:path>
                <a:path w="7501890" h="3554095">
                  <a:moveTo>
                    <a:pt x="4499478" y="1181480"/>
                  </a:moveTo>
                  <a:lnTo>
                    <a:pt x="4472554" y="1208151"/>
                  </a:lnTo>
                  <a:lnTo>
                    <a:pt x="4463410" y="1217040"/>
                  </a:lnTo>
                  <a:lnTo>
                    <a:pt x="4472173" y="1226184"/>
                  </a:lnTo>
                  <a:lnTo>
                    <a:pt x="4481317" y="1217294"/>
                  </a:lnTo>
                  <a:lnTo>
                    <a:pt x="4508495" y="1190497"/>
                  </a:lnTo>
                  <a:lnTo>
                    <a:pt x="4499478" y="1181480"/>
                  </a:lnTo>
                  <a:close/>
                </a:path>
                <a:path w="7501890" h="3554095">
                  <a:moveTo>
                    <a:pt x="4561835" y="1118234"/>
                  </a:moveTo>
                  <a:lnTo>
                    <a:pt x="4536054" y="1144651"/>
                  </a:lnTo>
                  <a:lnTo>
                    <a:pt x="4526402" y="1154429"/>
                  </a:lnTo>
                  <a:lnTo>
                    <a:pt x="4535419" y="1163446"/>
                  </a:lnTo>
                  <a:lnTo>
                    <a:pt x="4570979" y="1127125"/>
                  </a:lnTo>
                  <a:lnTo>
                    <a:pt x="4561835" y="1118234"/>
                  </a:lnTo>
                  <a:close/>
                </a:path>
                <a:path w="7501890" h="3554095">
                  <a:moveTo>
                    <a:pt x="4623557" y="1054353"/>
                  </a:moveTo>
                  <a:lnTo>
                    <a:pt x="4596379" y="1082675"/>
                  </a:lnTo>
                  <a:lnTo>
                    <a:pt x="4588378" y="1090929"/>
                  </a:lnTo>
                  <a:lnTo>
                    <a:pt x="4597522" y="1099692"/>
                  </a:lnTo>
                  <a:lnTo>
                    <a:pt x="4632701" y="1063116"/>
                  </a:lnTo>
                  <a:lnTo>
                    <a:pt x="4623557" y="1054353"/>
                  </a:lnTo>
                  <a:close/>
                </a:path>
                <a:path w="7501890" h="3554095">
                  <a:moveTo>
                    <a:pt x="4685533" y="990345"/>
                  </a:moveTo>
                  <a:lnTo>
                    <a:pt x="4681850" y="994028"/>
                  </a:lnTo>
                  <a:lnTo>
                    <a:pt x="4650100" y="1026921"/>
                  </a:lnTo>
                  <a:lnTo>
                    <a:pt x="4659244" y="1035684"/>
                  </a:lnTo>
                  <a:lnTo>
                    <a:pt x="4690994" y="1002918"/>
                  </a:lnTo>
                  <a:lnTo>
                    <a:pt x="4694550" y="999363"/>
                  </a:lnTo>
                  <a:lnTo>
                    <a:pt x="4685533" y="990345"/>
                  </a:lnTo>
                  <a:close/>
                </a:path>
                <a:path w="7501890" h="3554095">
                  <a:moveTo>
                    <a:pt x="4748652" y="927607"/>
                  </a:moveTo>
                  <a:lnTo>
                    <a:pt x="4736714" y="939164"/>
                  </a:lnTo>
                  <a:lnTo>
                    <a:pt x="4712330" y="963294"/>
                  </a:lnTo>
                  <a:lnTo>
                    <a:pt x="4721347" y="972312"/>
                  </a:lnTo>
                  <a:lnTo>
                    <a:pt x="4745604" y="948181"/>
                  </a:lnTo>
                  <a:lnTo>
                    <a:pt x="4757542" y="936751"/>
                  </a:lnTo>
                  <a:lnTo>
                    <a:pt x="4748652" y="927607"/>
                  </a:lnTo>
                  <a:close/>
                </a:path>
                <a:path w="7501890" h="3554095">
                  <a:moveTo>
                    <a:pt x="4813422" y="866775"/>
                  </a:moveTo>
                  <a:lnTo>
                    <a:pt x="4803770" y="876172"/>
                  </a:lnTo>
                  <a:lnTo>
                    <a:pt x="4790435" y="888238"/>
                  </a:lnTo>
                  <a:lnTo>
                    <a:pt x="4776338" y="901318"/>
                  </a:lnTo>
                  <a:lnTo>
                    <a:pt x="4784974" y="910589"/>
                  </a:lnTo>
                  <a:lnTo>
                    <a:pt x="4799071" y="897508"/>
                  </a:lnTo>
                  <a:lnTo>
                    <a:pt x="4812279" y="885697"/>
                  </a:lnTo>
                  <a:lnTo>
                    <a:pt x="4822312" y="875791"/>
                  </a:lnTo>
                  <a:lnTo>
                    <a:pt x="4813422" y="866775"/>
                  </a:lnTo>
                  <a:close/>
                </a:path>
                <a:path w="7501890" h="3554095">
                  <a:moveTo>
                    <a:pt x="4871715" y="800862"/>
                  </a:moveTo>
                  <a:lnTo>
                    <a:pt x="4860031" y="815847"/>
                  </a:lnTo>
                  <a:lnTo>
                    <a:pt x="4839457" y="839596"/>
                  </a:lnTo>
                  <a:lnTo>
                    <a:pt x="4848982" y="847978"/>
                  </a:lnTo>
                  <a:lnTo>
                    <a:pt x="4869556" y="824102"/>
                  </a:lnTo>
                  <a:lnTo>
                    <a:pt x="4881748" y="808735"/>
                  </a:lnTo>
                  <a:lnTo>
                    <a:pt x="4871715" y="800862"/>
                  </a:lnTo>
                  <a:close/>
                </a:path>
                <a:path w="7501890" h="3554095">
                  <a:moveTo>
                    <a:pt x="4920483" y="727709"/>
                  </a:moveTo>
                  <a:lnTo>
                    <a:pt x="4911593" y="743203"/>
                  </a:lnTo>
                  <a:lnTo>
                    <a:pt x="4896099" y="767333"/>
                  </a:lnTo>
                  <a:lnTo>
                    <a:pt x="4894067" y="770381"/>
                  </a:lnTo>
                  <a:lnTo>
                    <a:pt x="4904354" y="777747"/>
                  </a:lnTo>
                  <a:lnTo>
                    <a:pt x="4906513" y="774700"/>
                  </a:lnTo>
                  <a:lnTo>
                    <a:pt x="4922261" y="750062"/>
                  </a:lnTo>
                  <a:lnTo>
                    <a:pt x="4931532" y="734059"/>
                  </a:lnTo>
                  <a:lnTo>
                    <a:pt x="4920483" y="727709"/>
                  </a:lnTo>
                  <a:close/>
                </a:path>
                <a:path w="7501890" h="3554095">
                  <a:moveTo>
                    <a:pt x="4958837" y="648462"/>
                  </a:moveTo>
                  <a:lnTo>
                    <a:pt x="4949185" y="671194"/>
                  </a:lnTo>
                  <a:lnTo>
                    <a:pt x="4938136" y="694563"/>
                  </a:lnTo>
                  <a:lnTo>
                    <a:pt x="4949693" y="700024"/>
                  </a:lnTo>
                  <a:lnTo>
                    <a:pt x="4960615" y="676655"/>
                  </a:lnTo>
                  <a:lnTo>
                    <a:pt x="4970521" y="653414"/>
                  </a:lnTo>
                  <a:lnTo>
                    <a:pt x="4958837" y="648462"/>
                  </a:lnTo>
                  <a:close/>
                </a:path>
                <a:path w="7501890" h="3554095">
                  <a:moveTo>
                    <a:pt x="4987412" y="565150"/>
                  </a:moveTo>
                  <a:lnTo>
                    <a:pt x="4983729" y="577595"/>
                  </a:lnTo>
                  <a:lnTo>
                    <a:pt x="4976363" y="600709"/>
                  </a:lnTo>
                  <a:lnTo>
                    <a:pt x="4972045" y="613155"/>
                  </a:lnTo>
                  <a:lnTo>
                    <a:pt x="4983983" y="617346"/>
                  </a:lnTo>
                  <a:lnTo>
                    <a:pt x="4988301" y="604774"/>
                  </a:lnTo>
                  <a:lnTo>
                    <a:pt x="4995794" y="581532"/>
                  </a:lnTo>
                  <a:lnTo>
                    <a:pt x="4999604" y="568705"/>
                  </a:lnTo>
                  <a:lnTo>
                    <a:pt x="4987412" y="565150"/>
                  </a:lnTo>
                  <a:close/>
                </a:path>
                <a:path w="7501890" h="3554095">
                  <a:moveTo>
                    <a:pt x="5010526" y="479425"/>
                  </a:moveTo>
                  <a:lnTo>
                    <a:pt x="5002525" y="510285"/>
                  </a:lnTo>
                  <a:lnTo>
                    <a:pt x="4997572" y="528574"/>
                  </a:lnTo>
                  <a:lnTo>
                    <a:pt x="5009891" y="531876"/>
                  </a:lnTo>
                  <a:lnTo>
                    <a:pt x="5014717" y="513588"/>
                  </a:lnTo>
                  <a:lnTo>
                    <a:pt x="5022845" y="482600"/>
                  </a:lnTo>
                  <a:lnTo>
                    <a:pt x="5010526" y="479425"/>
                  </a:lnTo>
                  <a:close/>
                </a:path>
                <a:path w="7501890" h="3554095">
                  <a:moveTo>
                    <a:pt x="5034910" y="393572"/>
                  </a:moveTo>
                  <a:lnTo>
                    <a:pt x="5030719" y="406145"/>
                  </a:lnTo>
                  <a:lnTo>
                    <a:pt x="5024750" y="426084"/>
                  </a:lnTo>
                  <a:lnTo>
                    <a:pt x="5020305" y="442594"/>
                  </a:lnTo>
                  <a:lnTo>
                    <a:pt x="5032624" y="445896"/>
                  </a:lnTo>
                  <a:lnTo>
                    <a:pt x="5037069" y="429387"/>
                  </a:lnTo>
                  <a:lnTo>
                    <a:pt x="5042911" y="409828"/>
                  </a:lnTo>
                  <a:lnTo>
                    <a:pt x="5046975" y="397509"/>
                  </a:lnTo>
                  <a:lnTo>
                    <a:pt x="5034910" y="393572"/>
                  </a:lnTo>
                  <a:close/>
                </a:path>
                <a:path w="7501890" h="3554095">
                  <a:moveTo>
                    <a:pt x="5072375" y="311403"/>
                  </a:moveTo>
                  <a:lnTo>
                    <a:pt x="5069581" y="315594"/>
                  </a:lnTo>
                  <a:lnTo>
                    <a:pt x="5060183" y="332358"/>
                  </a:lnTo>
                  <a:lnTo>
                    <a:pt x="5051674" y="350012"/>
                  </a:lnTo>
                  <a:lnTo>
                    <a:pt x="5048499" y="357504"/>
                  </a:lnTo>
                  <a:lnTo>
                    <a:pt x="5060183" y="362330"/>
                  </a:lnTo>
                  <a:lnTo>
                    <a:pt x="5063358" y="354838"/>
                  </a:lnTo>
                  <a:lnTo>
                    <a:pt x="5071613" y="337946"/>
                  </a:lnTo>
                  <a:lnTo>
                    <a:pt x="5080630" y="321817"/>
                  </a:lnTo>
                  <a:lnTo>
                    <a:pt x="5082916" y="318388"/>
                  </a:lnTo>
                  <a:lnTo>
                    <a:pt x="5072375" y="311403"/>
                  </a:lnTo>
                  <a:close/>
                </a:path>
                <a:path w="7501890" h="3554095">
                  <a:moveTo>
                    <a:pt x="5133970" y="245109"/>
                  </a:moveTo>
                  <a:lnTo>
                    <a:pt x="5119746" y="256158"/>
                  </a:lnTo>
                  <a:lnTo>
                    <a:pt x="5105141" y="269747"/>
                  </a:lnTo>
                  <a:lnTo>
                    <a:pt x="5095743" y="280034"/>
                  </a:lnTo>
                  <a:lnTo>
                    <a:pt x="5105141" y="288670"/>
                  </a:lnTo>
                  <a:lnTo>
                    <a:pt x="5114539" y="278256"/>
                  </a:lnTo>
                  <a:lnTo>
                    <a:pt x="5128382" y="265556"/>
                  </a:lnTo>
                  <a:lnTo>
                    <a:pt x="5141717" y="255142"/>
                  </a:lnTo>
                  <a:lnTo>
                    <a:pt x="5133970" y="245109"/>
                  </a:lnTo>
                  <a:close/>
                </a:path>
                <a:path w="7501890" h="3554095">
                  <a:moveTo>
                    <a:pt x="5210551" y="198627"/>
                  </a:moveTo>
                  <a:lnTo>
                    <a:pt x="5173721" y="220471"/>
                  </a:lnTo>
                  <a:lnTo>
                    <a:pt x="5166863" y="224408"/>
                  </a:lnTo>
                  <a:lnTo>
                    <a:pt x="5173213" y="235457"/>
                  </a:lnTo>
                  <a:lnTo>
                    <a:pt x="5180071" y="231520"/>
                  </a:lnTo>
                  <a:lnTo>
                    <a:pt x="5217028" y="209550"/>
                  </a:lnTo>
                  <a:lnTo>
                    <a:pt x="5210551" y="198627"/>
                  </a:lnTo>
                  <a:close/>
                </a:path>
                <a:path w="7501890" h="3554095">
                  <a:moveTo>
                    <a:pt x="5287894" y="154304"/>
                  </a:moveTo>
                  <a:lnTo>
                    <a:pt x="5280528" y="158368"/>
                  </a:lnTo>
                  <a:lnTo>
                    <a:pt x="5243571" y="179324"/>
                  </a:lnTo>
                  <a:lnTo>
                    <a:pt x="5249921" y="190372"/>
                  </a:lnTo>
                  <a:lnTo>
                    <a:pt x="5263891" y="182244"/>
                  </a:lnTo>
                  <a:lnTo>
                    <a:pt x="5286751" y="169417"/>
                  </a:lnTo>
                  <a:lnTo>
                    <a:pt x="5293990" y="165480"/>
                  </a:lnTo>
                  <a:lnTo>
                    <a:pt x="5287894" y="154304"/>
                  </a:lnTo>
                  <a:close/>
                </a:path>
                <a:path w="7501890" h="3554095">
                  <a:moveTo>
                    <a:pt x="5367269" y="113664"/>
                  </a:moveTo>
                  <a:lnTo>
                    <a:pt x="5328153" y="132841"/>
                  </a:lnTo>
                  <a:lnTo>
                    <a:pt x="5321549" y="136270"/>
                  </a:lnTo>
                  <a:lnTo>
                    <a:pt x="5327518" y="147574"/>
                  </a:lnTo>
                  <a:lnTo>
                    <a:pt x="5333995" y="144144"/>
                  </a:lnTo>
                  <a:lnTo>
                    <a:pt x="5372857" y="125094"/>
                  </a:lnTo>
                  <a:lnTo>
                    <a:pt x="5367269" y="113664"/>
                  </a:lnTo>
                  <a:close/>
                </a:path>
                <a:path w="7501890" h="3554095">
                  <a:moveTo>
                    <a:pt x="5449565" y="78612"/>
                  </a:moveTo>
                  <a:lnTo>
                    <a:pt x="5429880" y="86105"/>
                  </a:lnTo>
                  <a:lnTo>
                    <a:pt x="5403718" y="97027"/>
                  </a:lnTo>
                  <a:lnTo>
                    <a:pt x="5402067" y="97662"/>
                  </a:lnTo>
                  <a:lnTo>
                    <a:pt x="5407274" y="109346"/>
                  </a:lnTo>
                  <a:lnTo>
                    <a:pt x="5408925" y="108584"/>
                  </a:lnTo>
                  <a:lnTo>
                    <a:pt x="5434706" y="97916"/>
                  </a:lnTo>
                  <a:lnTo>
                    <a:pt x="5454137" y="90550"/>
                  </a:lnTo>
                  <a:lnTo>
                    <a:pt x="5449565" y="78612"/>
                  </a:lnTo>
                  <a:close/>
                </a:path>
                <a:path w="7501890" h="3554095">
                  <a:moveTo>
                    <a:pt x="5535163" y="52324"/>
                  </a:moveTo>
                  <a:lnTo>
                    <a:pt x="5510779" y="58546"/>
                  </a:lnTo>
                  <a:lnTo>
                    <a:pt x="5486014" y="66039"/>
                  </a:lnTo>
                  <a:lnTo>
                    <a:pt x="5489697" y="78231"/>
                  </a:lnTo>
                  <a:lnTo>
                    <a:pt x="5514462" y="70738"/>
                  </a:lnTo>
                  <a:lnTo>
                    <a:pt x="5538338" y="64642"/>
                  </a:lnTo>
                  <a:lnTo>
                    <a:pt x="5535163" y="52324"/>
                  </a:lnTo>
                  <a:close/>
                </a:path>
                <a:path w="7501890" h="3554095">
                  <a:moveTo>
                    <a:pt x="5624190" y="37972"/>
                  </a:moveTo>
                  <a:lnTo>
                    <a:pt x="5622666" y="38100"/>
                  </a:lnTo>
                  <a:lnTo>
                    <a:pt x="5594345" y="41020"/>
                  </a:lnTo>
                  <a:lnTo>
                    <a:pt x="5573009" y="44450"/>
                  </a:lnTo>
                  <a:lnTo>
                    <a:pt x="5575041" y="57022"/>
                  </a:lnTo>
                  <a:lnTo>
                    <a:pt x="5596250" y="53593"/>
                  </a:lnTo>
                  <a:lnTo>
                    <a:pt x="5623936" y="50672"/>
                  </a:lnTo>
                  <a:lnTo>
                    <a:pt x="5624698" y="50672"/>
                  </a:lnTo>
                  <a:lnTo>
                    <a:pt x="5624312" y="41020"/>
                  </a:lnTo>
                  <a:lnTo>
                    <a:pt x="5624190" y="37972"/>
                  </a:lnTo>
                  <a:close/>
                </a:path>
                <a:path w="7501890" h="3554095">
                  <a:moveTo>
                    <a:pt x="5662544" y="36829"/>
                  </a:moveTo>
                  <a:lnTo>
                    <a:pt x="5662417" y="49529"/>
                  </a:lnTo>
                  <a:lnTo>
                    <a:pt x="5679308" y="49783"/>
                  </a:lnTo>
                  <a:lnTo>
                    <a:pt x="5706994" y="51942"/>
                  </a:lnTo>
                  <a:lnTo>
                    <a:pt x="5712201" y="52704"/>
                  </a:lnTo>
                  <a:lnTo>
                    <a:pt x="5714106" y="40131"/>
                  </a:lnTo>
                  <a:lnTo>
                    <a:pt x="5708010" y="39242"/>
                  </a:lnTo>
                  <a:lnTo>
                    <a:pt x="5679435" y="37083"/>
                  </a:lnTo>
                  <a:lnTo>
                    <a:pt x="5662544" y="36829"/>
                  </a:lnTo>
                  <a:close/>
                </a:path>
                <a:path w="7501890" h="3554095">
                  <a:moveTo>
                    <a:pt x="5752079" y="46989"/>
                  </a:moveTo>
                  <a:lnTo>
                    <a:pt x="5749285" y="59308"/>
                  </a:lnTo>
                  <a:lnTo>
                    <a:pt x="5762366" y="62356"/>
                  </a:lnTo>
                  <a:lnTo>
                    <a:pt x="5775955" y="66166"/>
                  </a:lnTo>
                  <a:lnTo>
                    <a:pt x="5789798" y="70484"/>
                  </a:lnTo>
                  <a:lnTo>
                    <a:pt x="5797164" y="73278"/>
                  </a:lnTo>
                  <a:lnTo>
                    <a:pt x="5801609" y="61340"/>
                  </a:lnTo>
                  <a:lnTo>
                    <a:pt x="5793608" y="58419"/>
                  </a:lnTo>
                  <a:lnTo>
                    <a:pt x="5779384" y="53847"/>
                  </a:lnTo>
                  <a:lnTo>
                    <a:pt x="5765033" y="49910"/>
                  </a:lnTo>
                  <a:lnTo>
                    <a:pt x="5752079" y="46989"/>
                  </a:lnTo>
                  <a:close/>
                </a:path>
                <a:path w="7501890" h="3554095">
                  <a:moveTo>
                    <a:pt x="5837296" y="76453"/>
                  </a:moveTo>
                  <a:lnTo>
                    <a:pt x="5831581" y="87756"/>
                  </a:lnTo>
                  <a:lnTo>
                    <a:pt x="5844281" y="94106"/>
                  </a:lnTo>
                  <a:lnTo>
                    <a:pt x="5858078" y="101726"/>
                  </a:lnTo>
                  <a:lnTo>
                    <a:pt x="5871205" y="109727"/>
                  </a:lnTo>
                  <a:lnTo>
                    <a:pt x="5875269" y="112267"/>
                  </a:lnTo>
                  <a:lnTo>
                    <a:pt x="5882127" y="101726"/>
                  </a:lnTo>
                  <a:lnTo>
                    <a:pt x="5877809" y="98932"/>
                  </a:lnTo>
                  <a:lnTo>
                    <a:pt x="5863966" y="90424"/>
                  </a:lnTo>
                  <a:lnTo>
                    <a:pt x="5849996" y="82803"/>
                  </a:lnTo>
                  <a:lnTo>
                    <a:pt x="5837296" y="76453"/>
                  </a:lnTo>
                  <a:close/>
                </a:path>
                <a:path w="7501890" h="3554095">
                  <a:moveTo>
                    <a:pt x="5913750" y="123825"/>
                  </a:moveTo>
                  <a:lnTo>
                    <a:pt x="5906003" y="133857"/>
                  </a:lnTo>
                  <a:lnTo>
                    <a:pt x="5911337" y="138049"/>
                  </a:lnTo>
                  <a:lnTo>
                    <a:pt x="5924672" y="148843"/>
                  </a:lnTo>
                  <a:lnTo>
                    <a:pt x="5937753" y="160400"/>
                  </a:lnTo>
                  <a:lnTo>
                    <a:pt x="5944103" y="166369"/>
                  </a:lnTo>
                  <a:lnTo>
                    <a:pt x="5952866" y="157225"/>
                  </a:lnTo>
                  <a:lnTo>
                    <a:pt x="5946135" y="150875"/>
                  </a:lnTo>
                  <a:lnTo>
                    <a:pt x="5932673" y="138937"/>
                  </a:lnTo>
                  <a:lnTo>
                    <a:pt x="5919084" y="127888"/>
                  </a:lnTo>
                  <a:lnTo>
                    <a:pt x="5913750" y="123825"/>
                  </a:lnTo>
                  <a:close/>
                </a:path>
                <a:path w="7501890" h="3554095">
                  <a:moveTo>
                    <a:pt x="5979917" y="184530"/>
                  </a:moveTo>
                  <a:lnTo>
                    <a:pt x="5970646" y="193166"/>
                  </a:lnTo>
                  <a:lnTo>
                    <a:pt x="5976742" y="199643"/>
                  </a:lnTo>
                  <a:lnTo>
                    <a:pt x="6002650" y="230377"/>
                  </a:lnTo>
                  <a:lnTo>
                    <a:pt x="6003285" y="231266"/>
                  </a:lnTo>
                  <a:lnTo>
                    <a:pt x="6013445" y="223646"/>
                  </a:lnTo>
                  <a:lnTo>
                    <a:pt x="6012302" y="222250"/>
                  </a:lnTo>
                  <a:lnTo>
                    <a:pt x="5986013" y="191007"/>
                  </a:lnTo>
                  <a:lnTo>
                    <a:pt x="5979917" y="184530"/>
                  </a:lnTo>
                  <a:close/>
                </a:path>
                <a:path w="7501890" h="3554095">
                  <a:moveTo>
                    <a:pt x="6036305" y="254126"/>
                  </a:moveTo>
                  <a:lnTo>
                    <a:pt x="6026145" y="261746"/>
                  </a:lnTo>
                  <a:lnTo>
                    <a:pt x="6028685" y="265302"/>
                  </a:lnTo>
                  <a:lnTo>
                    <a:pt x="6054593" y="303402"/>
                  </a:lnTo>
                  <a:lnTo>
                    <a:pt x="6065134" y="296290"/>
                  </a:lnTo>
                  <a:lnTo>
                    <a:pt x="6038845" y="257682"/>
                  </a:lnTo>
                  <a:lnTo>
                    <a:pt x="6036305" y="254126"/>
                  </a:lnTo>
                  <a:close/>
                </a:path>
                <a:path w="7501890" h="3554095">
                  <a:moveTo>
                    <a:pt x="6085454" y="328802"/>
                  </a:moveTo>
                  <a:lnTo>
                    <a:pt x="6074659" y="335533"/>
                  </a:lnTo>
                  <a:lnTo>
                    <a:pt x="6081771" y="346837"/>
                  </a:lnTo>
                  <a:lnTo>
                    <a:pt x="6100567" y="379094"/>
                  </a:lnTo>
                  <a:lnTo>
                    <a:pt x="6111489" y="372617"/>
                  </a:lnTo>
                  <a:lnTo>
                    <a:pt x="6092566" y="340105"/>
                  </a:lnTo>
                  <a:lnTo>
                    <a:pt x="6085454" y="328802"/>
                  </a:lnTo>
                  <a:close/>
                </a:path>
                <a:path w="7501890" h="3554095">
                  <a:moveTo>
                    <a:pt x="6130285" y="406018"/>
                  </a:moveTo>
                  <a:lnTo>
                    <a:pt x="6119109" y="412114"/>
                  </a:lnTo>
                  <a:lnTo>
                    <a:pt x="6135746" y="442467"/>
                  </a:lnTo>
                  <a:lnTo>
                    <a:pt x="6143112" y="456691"/>
                  </a:lnTo>
                  <a:lnTo>
                    <a:pt x="6154415" y="450850"/>
                  </a:lnTo>
                  <a:lnTo>
                    <a:pt x="6146795" y="436371"/>
                  </a:lnTo>
                  <a:lnTo>
                    <a:pt x="6130285" y="406018"/>
                  </a:lnTo>
                  <a:close/>
                </a:path>
                <a:path w="7501890" h="3554095">
                  <a:moveTo>
                    <a:pt x="6171941" y="484758"/>
                  </a:moveTo>
                  <a:lnTo>
                    <a:pt x="6160638" y="490600"/>
                  </a:lnTo>
                  <a:lnTo>
                    <a:pt x="6162924" y="494918"/>
                  </a:lnTo>
                  <a:lnTo>
                    <a:pt x="6183244" y="535939"/>
                  </a:lnTo>
                  <a:lnTo>
                    <a:pt x="6194674" y="530225"/>
                  </a:lnTo>
                  <a:lnTo>
                    <a:pt x="6171941" y="484758"/>
                  </a:lnTo>
                  <a:close/>
                </a:path>
                <a:path w="7501890" h="3554095">
                  <a:moveTo>
                    <a:pt x="6211184" y="564641"/>
                  </a:moveTo>
                  <a:lnTo>
                    <a:pt x="6199754" y="570102"/>
                  </a:lnTo>
                  <a:lnTo>
                    <a:pt x="6217661" y="607821"/>
                  </a:lnTo>
                  <a:lnTo>
                    <a:pt x="6221344" y="615950"/>
                  </a:lnTo>
                  <a:lnTo>
                    <a:pt x="6232901" y="610742"/>
                  </a:lnTo>
                  <a:lnTo>
                    <a:pt x="6229091" y="602360"/>
                  </a:lnTo>
                  <a:lnTo>
                    <a:pt x="6211184" y="564641"/>
                  </a:lnTo>
                  <a:close/>
                </a:path>
                <a:path w="7501890" h="3554095">
                  <a:moveTo>
                    <a:pt x="6248776" y="645413"/>
                  </a:moveTo>
                  <a:lnTo>
                    <a:pt x="6237219" y="650620"/>
                  </a:lnTo>
                  <a:lnTo>
                    <a:pt x="6245093" y="667892"/>
                  </a:lnTo>
                  <a:lnTo>
                    <a:pt x="6258047" y="696976"/>
                  </a:lnTo>
                  <a:lnTo>
                    <a:pt x="6269604" y="691768"/>
                  </a:lnTo>
                  <a:lnTo>
                    <a:pt x="6256650" y="662558"/>
                  </a:lnTo>
                  <a:lnTo>
                    <a:pt x="6248776" y="645413"/>
                  </a:lnTo>
                  <a:close/>
                </a:path>
                <a:path w="7501890" h="3554095">
                  <a:moveTo>
                    <a:pt x="6284971" y="726693"/>
                  </a:moveTo>
                  <a:lnTo>
                    <a:pt x="6273414" y="731774"/>
                  </a:lnTo>
                  <a:lnTo>
                    <a:pt x="6293480" y="778382"/>
                  </a:lnTo>
                  <a:lnTo>
                    <a:pt x="6305164" y="773302"/>
                  </a:lnTo>
                  <a:lnTo>
                    <a:pt x="6284971" y="726693"/>
                  </a:lnTo>
                  <a:close/>
                </a:path>
                <a:path w="7501890" h="3554095">
                  <a:moveTo>
                    <a:pt x="6320023" y="808481"/>
                  </a:moveTo>
                  <a:lnTo>
                    <a:pt x="6308339" y="813434"/>
                  </a:lnTo>
                  <a:lnTo>
                    <a:pt x="6328024" y="860170"/>
                  </a:lnTo>
                  <a:lnTo>
                    <a:pt x="6339708" y="855344"/>
                  </a:lnTo>
                  <a:lnTo>
                    <a:pt x="6320023" y="808481"/>
                  </a:lnTo>
                  <a:close/>
                </a:path>
                <a:path w="7501890" h="3554095">
                  <a:moveTo>
                    <a:pt x="6354186" y="890524"/>
                  </a:moveTo>
                  <a:lnTo>
                    <a:pt x="6342502" y="895350"/>
                  </a:lnTo>
                  <a:lnTo>
                    <a:pt x="6355075" y="926210"/>
                  </a:lnTo>
                  <a:lnTo>
                    <a:pt x="6361679" y="942339"/>
                  </a:lnTo>
                  <a:lnTo>
                    <a:pt x="6373490" y="937640"/>
                  </a:lnTo>
                  <a:lnTo>
                    <a:pt x="6366886" y="921257"/>
                  </a:lnTo>
                  <a:lnTo>
                    <a:pt x="6354186" y="890524"/>
                  </a:lnTo>
                  <a:close/>
                </a:path>
                <a:path w="7501890" h="3554095">
                  <a:moveTo>
                    <a:pt x="6387587" y="973074"/>
                  </a:moveTo>
                  <a:lnTo>
                    <a:pt x="6375776" y="977772"/>
                  </a:lnTo>
                  <a:lnTo>
                    <a:pt x="6394699" y="1024889"/>
                  </a:lnTo>
                  <a:lnTo>
                    <a:pt x="6406510" y="1020190"/>
                  </a:lnTo>
                  <a:lnTo>
                    <a:pt x="6387587" y="973074"/>
                  </a:lnTo>
                  <a:close/>
                </a:path>
                <a:path w="7501890" h="3554095">
                  <a:moveTo>
                    <a:pt x="6420607" y="1055624"/>
                  </a:moveTo>
                  <a:lnTo>
                    <a:pt x="6408796" y="1060322"/>
                  </a:lnTo>
                  <a:lnTo>
                    <a:pt x="6409939" y="1062863"/>
                  </a:lnTo>
                  <a:lnTo>
                    <a:pt x="6427338" y="1107566"/>
                  </a:lnTo>
                  <a:lnTo>
                    <a:pt x="6439149" y="1102994"/>
                  </a:lnTo>
                  <a:lnTo>
                    <a:pt x="6421623" y="1058164"/>
                  </a:lnTo>
                  <a:lnTo>
                    <a:pt x="6420607" y="1055624"/>
                  </a:lnTo>
                  <a:close/>
                </a:path>
                <a:path w="7501890" h="3554095">
                  <a:moveTo>
                    <a:pt x="6452992" y="1138427"/>
                  </a:moveTo>
                  <a:lnTo>
                    <a:pt x="6441181" y="1143000"/>
                  </a:lnTo>
                  <a:lnTo>
                    <a:pt x="6459596" y="1190370"/>
                  </a:lnTo>
                  <a:lnTo>
                    <a:pt x="6471407" y="1185799"/>
                  </a:lnTo>
                  <a:lnTo>
                    <a:pt x="6452992" y="1138427"/>
                  </a:lnTo>
                  <a:close/>
                </a:path>
                <a:path w="7501890" h="3554095">
                  <a:moveTo>
                    <a:pt x="6485123" y="1221358"/>
                  </a:moveTo>
                  <a:lnTo>
                    <a:pt x="6473312" y="1225930"/>
                  </a:lnTo>
                  <a:lnTo>
                    <a:pt x="6491473" y="1273302"/>
                  </a:lnTo>
                  <a:lnTo>
                    <a:pt x="6503284" y="1268729"/>
                  </a:lnTo>
                  <a:lnTo>
                    <a:pt x="6485123" y="1221358"/>
                  </a:lnTo>
                  <a:close/>
                </a:path>
                <a:path w="7501890" h="3554095">
                  <a:moveTo>
                    <a:pt x="6517000" y="1304416"/>
                  </a:moveTo>
                  <a:lnTo>
                    <a:pt x="6505062" y="1308862"/>
                  </a:lnTo>
                  <a:lnTo>
                    <a:pt x="6517635" y="1341374"/>
                  </a:lnTo>
                  <a:lnTo>
                    <a:pt x="6523223" y="1356359"/>
                  </a:lnTo>
                  <a:lnTo>
                    <a:pt x="6535161" y="1351788"/>
                  </a:lnTo>
                  <a:lnTo>
                    <a:pt x="6529446" y="1336802"/>
                  </a:lnTo>
                  <a:lnTo>
                    <a:pt x="6517000" y="1304416"/>
                  </a:lnTo>
                  <a:close/>
                </a:path>
                <a:path w="7501890" h="3554095">
                  <a:moveTo>
                    <a:pt x="6548750" y="1387475"/>
                  </a:moveTo>
                  <a:lnTo>
                    <a:pt x="6536812" y="1391919"/>
                  </a:lnTo>
                  <a:lnTo>
                    <a:pt x="6554973" y="1439417"/>
                  </a:lnTo>
                  <a:lnTo>
                    <a:pt x="6566784" y="1434845"/>
                  </a:lnTo>
                  <a:lnTo>
                    <a:pt x="6548750" y="1387475"/>
                  </a:lnTo>
                  <a:close/>
                </a:path>
                <a:path w="7501890" h="3554095">
                  <a:moveTo>
                    <a:pt x="6580373" y="1470532"/>
                  </a:moveTo>
                  <a:lnTo>
                    <a:pt x="6568562" y="1474977"/>
                  </a:lnTo>
                  <a:lnTo>
                    <a:pt x="6570213" y="1479550"/>
                  </a:lnTo>
                  <a:lnTo>
                    <a:pt x="6586723" y="1522476"/>
                  </a:lnTo>
                  <a:lnTo>
                    <a:pt x="6598534" y="1517903"/>
                  </a:lnTo>
                  <a:lnTo>
                    <a:pt x="6582151" y="1474977"/>
                  </a:lnTo>
                  <a:lnTo>
                    <a:pt x="6580373" y="1470532"/>
                  </a:lnTo>
                  <a:close/>
                </a:path>
                <a:path w="7501890" h="3554095">
                  <a:moveTo>
                    <a:pt x="6612123" y="1553464"/>
                  </a:moveTo>
                  <a:lnTo>
                    <a:pt x="6600312" y="1558035"/>
                  </a:lnTo>
                  <a:lnTo>
                    <a:pt x="6618473" y="1605533"/>
                  </a:lnTo>
                  <a:lnTo>
                    <a:pt x="6630284" y="1600962"/>
                  </a:lnTo>
                  <a:lnTo>
                    <a:pt x="6612123" y="1553464"/>
                  </a:lnTo>
                  <a:close/>
                </a:path>
                <a:path w="7501890" h="3554095">
                  <a:moveTo>
                    <a:pt x="6644000" y="1636521"/>
                  </a:moveTo>
                  <a:lnTo>
                    <a:pt x="6632189" y="1641093"/>
                  </a:lnTo>
                  <a:lnTo>
                    <a:pt x="6647175" y="1679828"/>
                  </a:lnTo>
                  <a:lnTo>
                    <a:pt x="6650477" y="1688464"/>
                  </a:lnTo>
                  <a:lnTo>
                    <a:pt x="6662288" y="1683892"/>
                  </a:lnTo>
                  <a:lnTo>
                    <a:pt x="6658986" y="1675256"/>
                  </a:lnTo>
                  <a:lnTo>
                    <a:pt x="6644000" y="1636521"/>
                  </a:lnTo>
                  <a:close/>
                </a:path>
                <a:path w="7501890" h="3554095">
                  <a:moveTo>
                    <a:pt x="6676131" y="1719325"/>
                  </a:moveTo>
                  <a:lnTo>
                    <a:pt x="6664320" y="1723897"/>
                  </a:lnTo>
                  <a:lnTo>
                    <a:pt x="6672067" y="1743836"/>
                  </a:lnTo>
                  <a:lnTo>
                    <a:pt x="6682862" y="1771268"/>
                  </a:lnTo>
                  <a:lnTo>
                    <a:pt x="6694673" y="1766569"/>
                  </a:lnTo>
                  <a:lnTo>
                    <a:pt x="6683878" y="1739264"/>
                  </a:lnTo>
                  <a:lnTo>
                    <a:pt x="6676131" y="1719325"/>
                  </a:lnTo>
                  <a:close/>
                </a:path>
                <a:path w="7501890" h="3554095">
                  <a:moveTo>
                    <a:pt x="6708643" y="1802002"/>
                  </a:moveTo>
                  <a:lnTo>
                    <a:pt x="6696832" y="1806702"/>
                  </a:lnTo>
                  <a:lnTo>
                    <a:pt x="6715882" y="1853818"/>
                  </a:lnTo>
                  <a:lnTo>
                    <a:pt x="6727693" y="1849119"/>
                  </a:lnTo>
                  <a:lnTo>
                    <a:pt x="6708643" y="1802002"/>
                  </a:lnTo>
                  <a:close/>
                </a:path>
                <a:path w="7501890" h="3554095">
                  <a:moveTo>
                    <a:pt x="6742044" y="1884425"/>
                  </a:moveTo>
                  <a:lnTo>
                    <a:pt x="6730233" y="1889252"/>
                  </a:lnTo>
                  <a:lnTo>
                    <a:pt x="6744457" y="1924049"/>
                  </a:lnTo>
                  <a:lnTo>
                    <a:pt x="6749664" y="1936241"/>
                  </a:lnTo>
                  <a:lnTo>
                    <a:pt x="6761348" y="1931288"/>
                  </a:lnTo>
                  <a:lnTo>
                    <a:pt x="6756268" y="1919223"/>
                  </a:lnTo>
                  <a:lnTo>
                    <a:pt x="6742044" y="1884425"/>
                  </a:lnTo>
                  <a:close/>
                </a:path>
                <a:path w="7501890" h="3554095">
                  <a:moveTo>
                    <a:pt x="6776207" y="1966340"/>
                  </a:moveTo>
                  <a:lnTo>
                    <a:pt x="6764523" y="1971293"/>
                  </a:lnTo>
                  <a:lnTo>
                    <a:pt x="6767825" y="1979421"/>
                  </a:lnTo>
                  <a:lnTo>
                    <a:pt x="6784589" y="2018029"/>
                  </a:lnTo>
                  <a:lnTo>
                    <a:pt x="6796273" y="2012949"/>
                  </a:lnTo>
                  <a:lnTo>
                    <a:pt x="6779636" y="1974468"/>
                  </a:lnTo>
                  <a:lnTo>
                    <a:pt x="6776207" y="1966340"/>
                  </a:lnTo>
                  <a:close/>
                </a:path>
                <a:path w="7501890" h="3554095">
                  <a:moveTo>
                    <a:pt x="6811640" y="2047747"/>
                  </a:moveTo>
                  <a:lnTo>
                    <a:pt x="6800083" y="2052954"/>
                  </a:lnTo>
                  <a:lnTo>
                    <a:pt x="6813037" y="2081656"/>
                  </a:lnTo>
                  <a:lnTo>
                    <a:pt x="6821292" y="2099182"/>
                  </a:lnTo>
                  <a:lnTo>
                    <a:pt x="6832849" y="2093721"/>
                  </a:lnTo>
                  <a:lnTo>
                    <a:pt x="6824594" y="2076449"/>
                  </a:lnTo>
                  <a:lnTo>
                    <a:pt x="6811640" y="2047747"/>
                  </a:lnTo>
                  <a:close/>
                </a:path>
                <a:path w="7501890" h="3554095">
                  <a:moveTo>
                    <a:pt x="6849740" y="2127504"/>
                  </a:moveTo>
                  <a:lnTo>
                    <a:pt x="6838564" y="2133599"/>
                  </a:lnTo>
                  <a:lnTo>
                    <a:pt x="6849232" y="2153411"/>
                  </a:lnTo>
                  <a:lnTo>
                    <a:pt x="6862440" y="2177160"/>
                  </a:lnTo>
                  <a:lnTo>
                    <a:pt x="6863075" y="2178430"/>
                  </a:lnTo>
                  <a:lnTo>
                    <a:pt x="6873997" y="2171827"/>
                  </a:lnTo>
                  <a:lnTo>
                    <a:pt x="6860408" y="2147442"/>
                  </a:lnTo>
                  <a:lnTo>
                    <a:pt x="6849740" y="2127504"/>
                  </a:lnTo>
                  <a:close/>
                </a:path>
                <a:path w="7501890" h="3554095">
                  <a:moveTo>
                    <a:pt x="6893555" y="2204466"/>
                  </a:moveTo>
                  <a:lnTo>
                    <a:pt x="6882760" y="2211069"/>
                  </a:lnTo>
                  <a:lnTo>
                    <a:pt x="6890634" y="2224150"/>
                  </a:lnTo>
                  <a:lnTo>
                    <a:pt x="6909938" y="2254122"/>
                  </a:lnTo>
                  <a:lnTo>
                    <a:pt x="6920606" y="2247265"/>
                  </a:lnTo>
                  <a:lnTo>
                    <a:pt x="6901429" y="2217547"/>
                  </a:lnTo>
                  <a:lnTo>
                    <a:pt x="6893555" y="2204466"/>
                  </a:lnTo>
                  <a:close/>
                </a:path>
                <a:path w="7501890" h="3554095">
                  <a:moveTo>
                    <a:pt x="6941688" y="2278760"/>
                  </a:moveTo>
                  <a:lnTo>
                    <a:pt x="6931274" y="2285999"/>
                  </a:lnTo>
                  <a:lnTo>
                    <a:pt x="6952229" y="2316479"/>
                  </a:lnTo>
                  <a:lnTo>
                    <a:pt x="6960484" y="2327782"/>
                  </a:lnTo>
                  <a:lnTo>
                    <a:pt x="6970644" y="2320290"/>
                  </a:lnTo>
                  <a:lnTo>
                    <a:pt x="6962643" y="2309241"/>
                  </a:lnTo>
                  <a:lnTo>
                    <a:pt x="6941688" y="2278760"/>
                  </a:lnTo>
                  <a:close/>
                </a:path>
                <a:path w="7501890" h="3554095">
                  <a:moveTo>
                    <a:pt x="6993123" y="2351150"/>
                  </a:moveTo>
                  <a:lnTo>
                    <a:pt x="6982836" y="2358516"/>
                  </a:lnTo>
                  <a:lnTo>
                    <a:pt x="6985249" y="2361818"/>
                  </a:lnTo>
                  <a:lnTo>
                    <a:pt x="7013570" y="2399156"/>
                  </a:lnTo>
                  <a:lnTo>
                    <a:pt x="7023603" y="2391536"/>
                  </a:lnTo>
                  <a:lnTo>
                    <a:pt x="6995409" y="2354325"/>
                  </a:lnTo>
                  <a:lnTo>
                    <a:pt x="6993123" y="2351150"/>
                  </a:lnTo>
                  <a:close/>
                </a:path>
                <a:path w="7501890" h="3554095">
                  <a:moveTo>
                    <a:pt x="7047098" y="2421381"/>
                  </a:moveTo>
                  <a:lnTo>
                    <a:pt x="7037065" y="2429255"/>
                  </a:lnTo>
                  <a:lnTo>
                    <a:pt x="7053956" y="2450718"/>
                  </a:lnTo>
                  <a:lnTo>
                    <a:pt x="7068815" y="2469006"/>
                  </a:lnTo>
                  <a:lnTo>
                    <a:pt x="7078721" y="2461005"/>
                  </a:lnTo>
                  <a:lnTo>
                    <a:pt x="7063989" y="2442844"/>
                  </a:lnTo>
                  <a:lnTo>
                    <a:pt x="7047098" y="2421381"/>
                  </a:lnTo>
                  <a:close/>
                </a:path>
                <a:path w="7501890" h="3554095">
                  <a:moveTo>
                    <a:pt x="7102724" y="2490469"/>
                  </a:moveTo>
                  <a:lnTo>
                    <a:pt x="7092945" y="2498597"/>
                  </a:lnTo>
                  <a:lnTo>
                    <a:pt x="7124822" y="2537079"/>
                  </a:lnTo>
                  <a:lnTo>
                    <a:pt x="7125457" y="2537713"/>
                  </a:lnTo>
                  <a:lnTo>
                    <a:pt x="7135109" y="2529585"/>
                  </a:lnTo>
                  <a:lnTo>
                    <a:pt x="7134601" y="2528950"/>
                  </a:lnTo>
                  <a:lnTo>
                    <a:pt x="7102724" y="2490469"/>
                  </a:lnTo>
                  <a:close/>
                </a:path>
                <a:path w="7501890" h="3554095">
                  <a:moveTo>
                    <a:pt x="7159620" y="2558796"/>
                  </a:moveTo>
                  <a:lnTo>
                    <a:pt x="7149841" y="2566923"/>
                  </a:lnTo>
                  <a:lnTo>
                    <a:pt x="7182607" y="2605785"/>
                  </a:lnTo>
                  <a:lnTo>
                    <a:pt x="7192386" y="2597657"/>
                  </a:lnTo>
                  <a:lnTo>
                    <a:pt x="7159620" y="2558796"/>
                  </a:lnTo>
                  <a:close/>
                </a:path>
                <a:path w="7501890" h="3554095">
                  <a:moveTo>
                    <a:pt x="7216897" y="2626741"/>
                  </a:moveTo>
                  <a:lnTo>
                    <a:pt x="7207245" y="2634996"/>
                  </a:lnTo>
                  <a:lnTo>
                    <a:pt x="7239884" y="2673857"/>
                  </a:lnTo>
                  <a:lnTo>
                    <a:pt x="7249663" y="2665603"/>
                  </a:lnTo>
                  <a:lnTo>
                    <a:pt x="7239249" y="2653156"/>
                  </a:lnTo>
                  <a:lnTo>
                    <a:pt x="7216897" y="2626741"/>
                  </a:lnTo>
                  <a:close/>
                </a:path>
                <a:path w="7501890" h="3554095">
                  <a:moveTo>
                    <a:pt x="7274174" y="2694940"/>
                  </a:moveTo>
                  <a:lnTo>
                    <a:pt x="7264268" y="2702941"/>
                  </a:lnTo>
                  <a:lnTo>
                    <a:pt x="7295129" y="2740532"/>
                  </a:lnTo>
                  <a:lnTo>
                    <a:pt x="7296526" y="2742184"/>
                  </a:lnTo>
                  <a:lnTo>
                    <a:pt x="7306432" y="2734182"/>
                  </a:lnTo>
                  <a:lnTo>
                    <a:pt x="7305035" y="2732404"/>
                  </a:lnTo>
                  <a:lnTo>
                    <a:pt x="7274174" y="2694940"/>
                  </a:lnTo>
                  <a:close/>
                </a:path>
                <a:path w="7501890" h="3554095">
                  <a:moveTo>
                    <a:pt x="7330308" y="2763900"/>
                  </a:moveTo>
                  <a:lnTo>
                    <a:pt x="7320402" y="2771902"/>
                  </a:lnTo>
                  <a:lnTo>
                    <a:pt x="7325863" y="2778760"/>
                  </a:lnTo>
                  <a:lnTo>
                    <a:pt x="7351390" y="2811906"/>
                  </a:lnTo>
                  <a:lnTo>
                    <a:pt x="7361423" y="2804160"/>
                  </a:lnTo>
                  <a:lnTo>
                    <a:pt x="7335769" y="2770885"/>
                  </a:lnTo>
                  <a:lnTo>
                    <a:pt x="7330308" y="2763900"/>
                  </a:lnTo>
                  <a:close/>
                </a:path>
                <a:path w="7501890" h="3554095">
                  <a:moveTo>
                    <a:pt x="7384156" y="2835021"/>
                  </a:moveTo>
                  <a:lnTo>
                    <a:pt x="7373869" y="2842386"/>
                  </a:lnTo>
                  <a:lnTo>
                    <a:pt x="7381616" y="2853054"/>
                  </a:lnTo>
                  <a:lnTo>
                    <a:pt x="7394062" y="2871088"/>
                  </a:lnTo>
                  <a:lnTo>
                    <a:pt x="7402825" y="2883916"/>
                  </a:lnTo>
                  <a:lnTo>
                    <a:pt x="7413366" y="2876804"/>
                  </a:lnTo>
                  <a:lnTo>
                    <a:pt x="7404603" y="2863722"/>
                  </a:lnTo>
                  <a:lnTo>
                    <a:pt x="7391903" y="2845561"/>
                  </a:lnTo>
                  <a:lnTo>
                    <a:pt x="7384156" y="2835021"/>
                  </a:lnTo>
                  <a:close/>
                </a:path>
                <a:path w="7501890" h="3554095">
                  <a:moveTo>
                    <a:pt x="7433940" y="2909188"/>
                  </a:moveTo>
                  <a:lnTo>
                    <a:pt x="7423145" y="2915792"/>
                  </a:lnTo>
                  <a:lnTo>
                    <a:pt x="7427971" y="2923540"/>
                  </a:lnTo>
                  <a:lnTo>
                    <a:pt x="7437750" y="2940685"/>
                  </a:lnTo>
                  <a:lnTo>
                    <a:pt x="7446894" y="2957448"/>
                  </a:lnTo>
                  <a:lnTo>
                    <a:pt x="7447910" y="2959607"/>
                  </a:lnTo>
                  <a:lnTo>
                    <a:pt x="7459340" y="2953892"/>
                  </a:lnTo>
                  <a:lnTo>
                    <a:pt x="7458070" y="2951479"/>
                  </a:lnTo>
                  <a:lnTo>
                    <a:pt x="7448799" y="2934335"/>
                  </a:lnTo>
                  <a:lnTo>
                    <a:pt x="7438766" y="2916935"/>
                  </a:lnTo>
                  <a:lnTo>
                    <a:pt x="7433940" y="2909188"/>
                  </a:lnTo>
                  <a:close/>
                </a:path>
                <a:path w="7501890" h="3554095">
                  <a:moveTo>
                    <a:pt x="7475723" y="2988817"/>
                  </a:moveTo>
                  <a:lnTo>
                    <a:pt x="7463912" y="2993643"/>
                  </a:lnTo>
                  <a:lnTo>
                    <a:pt x="7469119" y="3006343"/>
                  </a:lnTo>
                  <a:lnTo>
                    <a:pt x="7474834" y="3022218"/>
                  </a:lnTo>
                  <a:lnTo>
                    <a:pt x="7479660" y="3037712"/>
                  </a:lnTo>
                  <a:lnTo>
                    <a:pt x="7480422" y="3040634"/>
                  </a:lnTo>
                  <a:lnTo>
                    <a:pt x="7492228" y="3037712"/>
                  </a:lnTo>
                  <a:lnTo>
                    <a:pt x="7492773" y="3037712"/>
                  </a:lnTo>
                  <a:lnTo>
                    <a:pt x="7491852" y="3034029"/>
                  </a:lnTo>
                  <a:lnTo>
                    <a:pt x="7486899" y="3017900"/>
                  </a:lnTo>
                  <a:lnTo>
                    <a:pt x="7480930" y="3001644"/>
                  </a:lnTo>
                  <a:lnTo>
                    <a:pt x="7475723" y="2988817"/>
                  </a:lnTo>
                  <a:close/>
                </a:path>
                <a:path w="7501890" h="3554095">
                  <a:moveTo>
                    <a:pt x="7499980" y="3075685"/>
                  </a:moveTo>
                  <a:lnTo>
                    <a:pt x="7487407" y="3077210"/>
                  </a:lnTo>
                  <a:lnTo>
                    <a:pt x="7488042" y="3082543"/>
                  </a:lnTo>
                  <a:lnTo>
                    <a:pt x="7488649" y="3096260"/>
                  </a:lnTo>
                  <a:lnTo>
                    <a:pt x="7488677" y="3096894"/>
                  </a:lnTo>
                  <a:lnTo>
                    <a:pt x="7488296" y="3110991"/>
                  </a:lnTo>
                  <a:lnTo>
                    <a:pt x="7486899" y="3124707"/>
                  </a:lnTo>
                  <a:lnTo>
                    <a:pt x="7486620" y="3126104"/>
                  </a:lnTo>
                  <a:lnTo>
                    <a:pt x="7487336" y="3126104"/>
                  </a:lnTo>
                  <a:lnTo>
                    <a:pt x="7499091" y="3128263"/>
                  </a:lnTo>
                  <a:lnTo>
                    <a:pt x="7499472" y="3126104"/>
                  </a:lnTo>
                  <a:lnTo>
                    <a:pt x="7500996" y="3111372"/>
                  </a:lnTo>
                  <a:lnTo>
                    <a:pt x="7501361" y="3096894"/>
                  </a:lnTo>
                  <a:lnTo>
                    <a:pt x="7501377" y="3096260"/>
                  </a:lnTo>
                  <a:lnTo>
                    <a:pt x="7500691" y="3082543"/>
                  </a:lnTo>
                  <a:lnTo>
                    <a:pt x="7500615" y="3081019"/>
                  </a:lnTo>
                  <a:lnTo>
                    <a:pt x="7499980" y="3075685"/>
                  </a:lnTo>
                  <a:close/>
                </a:path>
                <a:path w="7501890" h="3554095">
                  <a:moveTo>
                    <a:pt x="7476612" y="3161410"/>
                  </a:moveTo>
                  <a:lnTo>
                    <a:pt x="7452863" y="3201797"/>
                  </a:lnTo>
                  <a:lnTo>
                    <a:pt x="7451720" y="3203066"/>
                  </a:lnTo>
                  <a:lnTo>
                    <a:pt x="7461499" y="3211322"/>
                  </a:lnTo>
                  <a:lnTo>
                    <a:pt x="7487407" y="3168904"/>
                  </a:lnTo>
                  <a:lnTo>
                    <a:pt x="7488550" y="3165982"/>
                  </a:lnTo>
                  <a:lnTo>
                    <a:pt x="7476612" y="3161410"/>
                  </a:lnTo>
                  <a:close/>
                </a:path>
                <a:path w="7501890" h="3554095">
                  <a:moveTo>
                    <a:pt x="7426066" y="3229863"/>
                  </a:moveTo>
                  <a:lnTo>
                    <a:pt x="7417938" y="3237103"/>
                  </a:lnTo>
                  <a:lnTo>
                    <a:pt x="7403333" y="3248279"/>
                  </a:lnTo>
                  <a:lnTo>
                    <a:pt x="7386442" y="3259835"/>
                  </a:lnTo>
                  <a:lnTo>
                    <a:pt x="7393173" y="3270630"/>
                  </a:lnTo>
                  <a:lnTo>
                    <a:pt x="7394316" y="3269868"/>
                  </a:lnTo>
                  <a:lnTo>
                    <a:pt x="7411080" y="3258311"/>
                  </a:lnTo>
                  <a:lnTo>
                    <a:pt x="7426320" y="3246628"/>
                  </a:lnTo>
                  <a:lnTo>
                    <a:pt x="7434448" y="3239388"/>
                  </a:lnTo>
                  <a:lnTo>
                    <a:pt x="7426066" y="3229863"/>
                  </a:lnTo>
                  <a:close/>
                </a:path>
                <a:path w="7501890" h="3554095">
                  <a:moveTo>
                    <a:pt x="7353803" y="3277997"/>
                  </a:moveTo>
                  <a:lnTo>
                    <a:pt x="7347961" y="3280791"/>
                  </a:lnTo>
                  <a:lnTo>
                    <a:pt x="7323958" y="3290951"/>
                  </a:lnTo>
                  <a:lnTo>
                    <a:pt x="7307321" y="3296919"/>
                  </a:lnTo>
                  <a:lnTo>
                    <a:pt x="7311766" y="3308857"/>
                  </a:lnTo>
                  <a:lnTo>
                    <a:pt x="7328784" y="3302634"/>
                  </a:lnTo>
                  <a:lnTo>
                    <a:pt x="7353549" y="3292221"/>
                  </a:lnTo>
                  <a:lnTo>
                    <a:pt x="7359264" y="3289427"/>
                  </a:lnTo>
                  <a:lnTo>
                    <a:pt x="7353803" y="3277997"/>
                  </a:lnTo>
                  <a:close/>
                </a:path>
                <a:path w="7501890" h="3554095">
                  <a:moveTo>
                    <a:pt x="7271507" y="3308984"/>
                  </a:moveTo>
                  <a:lnTo>
                    <a:pt x="7267697" y="3310254"/>
                  </a:lnTo>
                  <a:lnTo>
                    <a:pt x="7235693" y="3319526"/>
                  </a:lnTo>
                  <a:lnTo>
                    <a:pt x="7222993" y="3322828"/>
                  </a:lnTo>
                  <a:lnTo>
                    <a:pt x="7226168" y="3335146"/>
                  </a:lnTo>
                  <a:lnTo>
                    <a:pt x="7239249" y="3331717"/>
                  </a:lnTo>
                  <a:lnTo>
                    <a:pt x="7271507" y="3322319"/>
                  </a:lnTo>
                  <a:lnTo>
                    <a:pt x="7275444" y="3321050"/>
                  </a:lnTo>
                  <a:lnTo>
                    <a:pt x="7271507" y="3308984"/>
                  </a:lnTo>
                  <a:close/>
                </a:path>
                <a:path w="7501890" h="3554095">
                  <a:moveTo>
                    <a:pt x="7186163" y="3331971"/>
                  </a:moveTo>
                  <a:lnTo>
                    <a:pt x="7164700" y="3337052"/>
                  </a:lnTo>
                  <a:lnTo>
                    <a:pt x="7136760" y="3343148"/>
                  </a:lnTo>
                  <a:lnTo>
                    <a:pt x="7139427" y="3355466"/>
                  </a:lnTo>
                  <a:lnTo>
                    <a:pt x="7167621" y="3349498"/>
                  </a:lnTo>
                  <a:lnTo>
                    <a:pt x="7189084" y="3344417"/>
                  </a:lnTo>
                  <a:lnTo>
                    <a:pt x="7186163" y="3331971"/>
                  </a:lnTo>
                  <a:close/>
                </a:path>
                <a:path w="7501890" h="3554095">
                  <a:moveTo>
                    <a:pt x="7099549" y="3350641"/>
                  </a:moveTo>
                  <a:lnTo>
                    <a:pt x="7084944" y="3353434"/>
                  </a:lnTo>
                  <a:lnTo>
                    <a:pt x="7049638" y="3359784"/>
                  </a:lnTo>
                  <a:lnTo>
                    <a:pt x="7051924" y="3372357"/>
                  </a:lnTo>
                  <a:lnTo>
                    <a:pt x="7101962" y="3363086"/>
                  </a:lnTo>
                  <a:lnTo>
                    <a:pt x="7099549" y="3350641"/>
                  </a:lnTo>
                  <a:close/>
                </a:path>
                <a:path w="7501890" h="3554095">
                  <a:moveTo>
                    <a:pt x="7012173" y="3366134"/>
                  </a:moveTo>
                  <a:lnTo>
                    <a:pt x="6997187" y="3368675"/>
                  </a:lnTo>
                  <a:lnTo>
                    <a:pt x="6962008" y="3374135"/>
                  </a:lnTo>
                  <a:lnTo>
                    <a:pt x="6964040" y="3386581"/>
                  </a:lnTo>
                  <a:lnTo>
                    <a:pt x="7014205" y="3378707"/>
                  </a:lnTo>
                  <a:lnTo>
                    <a:pt x="7012173" y="3366134"/>
                  </a:lnTo>
                  <a:close/>
                </a:path>
                <a:path w="7501890" h="3554095">
                  <a:moveTo>
                    <a:pt x="6924416" y="3379596"/>
                  </a:moveTo>
                  <a:lnTo>
                    <a:pt x="6902318" y="3382771"/>
                  </a:lnTo>
                  <a:lnTo>
                    <a:pt x="6874124" y="3386454"/>
                  </a:lnTo>
                  <a:lnTo>
                    <a:pt x="6875775" y="3399154"/>
                  </a:lnTo>
                  <a:lnTo>
                    <a:pt x="6904223" y="3395344"/>
                  </a:lnTo>
                  <a:lnTo>
                    <a:pt x="6926194" y="3392169"/>
                  </a:lnTo>
                  <a:lnTo>
                    <a:pt x="6924416" y="3379596"/>
                  </a:lnTo>
                  <a:close/>
                </a:path>
                <a:path w="7501890" h="3554095">
                  <a:moveTo>
                    <a:pt x="6836405" y="3391407"/>
                  </a:moveTo>
                  <a:lnTo>
                    <a:pt x="6801226" y="3395853"/>
                  </a:lnTo>
                  <a:lnTo>
                    <a:pt x="6786113" y="3397504"/>
                  </a:lnTo>
                  <a:lnTo>
                    <a:pt x="6787510" y="3410204"/>
                  </a:lnTo>
                  <a:lnTo>
                    <a:pt x="6838056" y="3403980"/>
                  </a:lnTo>
                  <a:lnTo>
                    <a:pt x="6836405" y="3391407"/>
                  </a:lnTo>
                  <a:close/>
                </a:path>
                <a:path w="7501890" h="3554095">
                  <a:moveTo>
                    <a:pt x="6748267" y="3401694"/>
                  </a:moveTo>
                  <a:lnTo>
                    <a:pt x="6697721" y="3407409"/>
                  </a:lnTo>
                  <a:lnTo>
                    <a:pt x="6699118" y="3419982"/>
                  </a:lnTo>
                  <a:lnTo>
                    <a:pt x="6749664" y="3414394"/>
                  </a:lnTo>
                  <a:lnTo>
                    <a:pt x="6748267" y="3401694"/>
                  </a:lnTo>
                  <a:close/>
                </a:path>
                <a:path w="7501890" h="3554095">
                  <a:moveTo>
                    <a:pt x="6659875" y="3411219"/>
                  </a:moveTo>
                  <a:lnTo>
                    <a:pt x="6609329" y="3416173"/>
                  </a:lnTo>
                  <a:lnTo>
                    <a:pt x="6610599" y="3428873"/>
                  </a:lnTo>
                  <a:lnTo>
                    <a:pt x="6661145" y="3423792"/>
                  </a:lnTo>
                  <a:lnTo>
                    <a:pt x="6659875" y="3411219"/>
                  </a:lnTo>
                  <a:close/>
                </a:path>
                <a:path w="7501890" h="3554095">
                  <a:moveTo>
                    <a:pt x="6571483" y="3419855"/>
                  </a:moveTo>
                  <a:lnTo>
                    <a:pt x="6520937" y="3424174"/>
                  </a:lnTo>
                  <a:lnTo>
                    <a:pt x="6521953" y="3436874"/>
                  </a:lnTo>
                  <a:lnTo>
                    <a:pt x="6572626" y="3432429"/>
                  </a:lnTo>
                  <a:lnTo>
                    <a:pt x="6571483" y="3419855"/>
                  </a:lnTo>
                  <a:close/>
                </a:path>
                <a:path w="7501890" h="3554095">
                  <a:moveTo>
                    <a:pt x="6482964" y="3427476"/>
                  </a:moveTo>
                  <a:lnTo>
                    <a:pt x="6432291" y="3431540"/>
                  </a:lnTo>
                  <a:lnTo>
                    <a:pt x="6433307" y="3444240"/>
                  </a:lnTo>
                  <a:lnTo>
                    <a:pt x="6483980" y="3440176"/>
                  </a:lnTo>
                  <a:lnTo>
                    <a:pt x="6483066" y="3428745"/>
                  </a:lnTo>
                  <a:lnTo>
                    <a:pt x="6482964" y="3427476"/>
                  </a:lnTo>
                  <a:close/>
                </a:path>
                <a:path w="7501890" h="3554095">
                  <a:moveTo>
                    <a:pt x="6394318" y="3434460"/>
                  </a:moveTo>
                  <a:lnTo>
                    <a:pt x="6343772" y="3438398"/>
                  </a:lnTo>
                  <a:lnTo>
                    <a:pt x="6344634" y="3450590"/>
                  </a:lnTo>
                  <a:lnTo>
                    <a:pt x="6344661" y="3450970"/>
                  </a:lnTo>
                  <a:lnTo>
                    <a:pt x="6351265" y="3450590"/>
                  </a:lnTo>
                  <a:lnTo>
                    <a:pt x="6395334" y="3447160"/>
                  </a:lnTo>
                  <a:lnTo>
                    <a:pt x="6394318" y="3434460"/>
                  </a:lnTo>
                  <a:close/>
                </a:path>
                <a:path w="7501890" h="3554095">
                  <a:moveTo>
                    <a:pt x="6305799" y="3440938"/>
                  </a:moveTo>
                  <a:lnTo>
                    <a:pt x="6255126" y="3444493"/>
                  </a:lnTo>
                  <a:lnTo>
                    <a:pt x="6255888" y="3457193"/>
                  </a:lnTo>
                  <a:lnTo>
                    <a:pt x="6306688" y="3453638"/>
                  </a:lnTo>
                  <a:lnTo>
                    <a:pt x="6305799" y="3440938"/>
                  </a:lnTo>
                  <a:close/>
                </a:path>
                <a:path w="7501890" h="3554095">
                  <a:moveTo>
                    <a:pt x="6217153" y="3447033"/>
                  </a:moveTo>
                  <a:lnTo>
                    <a:pt x="6166353" y="3450081"/>
                  </a:lnTo>
                  <a:lnTo>
                    <a:pt x="6167242" y="3462781"/>
                  </a:lnTo>
                  <a:lnTo>
                    <a:pt x="6217915" y="3459606"/>
                  </a:lnTo>
                  <a:lnTo>
                    <a:pt x="6217153" y="3447033"/>
                  </a:lnTo>
                  <a:close/>
                </a:path>
                <a:path w="7501890" h="3554095">
                  <a:moveTo>
                    <a:pt x="6128380" y="3452367"/>
                  </a:moveTo>
                  <a:lnTo>
                    <a:pt x="6108314" y="3453638"/>
                  </a:lnTo>
                  <a:lnTo>
                    <a:pt x="6077707" y="3455161"/>
                  </a:lnTo>
                  <a:lnTo>
                    <a:pt x="6078202" y="3465067"/>
                  </a:lnTo>
                  <a:lnTo>
                    <a:pt x="6078266" y="3466338"/>
                  </a:lnTo>
                  <a:lnTo>
                    <a:pt x="6078342" y="3467861"/>
                  </a:lnTo>
                  <a:lnTo>
                    <a:pt x="6109076" y="3466338"/>
                  </a:lnTo>
                  <a:lnTo>
                    <a:pt x="6129142" y="3465067"/>
                  </a:lnTo>
                  <a:lnTo>
                    <a:pt x="6128548" y="3455161"/>
                  </a:lnTo>
                  <a:lnTo>
                    <a:pt x="6128456" y="3453638"/>
                  </a:lnTo>
                  <a:lnTo>
                    <a:pt x="6128380" y="3452367"/>
                  </a:lnTo>
                  <a:close/>
                </a:path>
                <a:path w="7501890" h="3554095">
                  <a:moveTo>
                    <a:pt x="6039607" y="3457193"/>
                  </a:moveTo>
                  <a:lnTo>
                    <a:pt x="5988934" y="3459733"/>
                  </a:lnTo>
                  <a:lnTo>
                    <a:pt x="5989442" y="3469893"/>
                  </a:lnTo>
                  <a:lnTo>
                    <a:pt x="5989569" y="3472433"/>
                  </a:lnTo>
                  <a:lnTo>
                    <a:pt x="6040369" y="3469893"/>
                  </a:lnTo>
                  <a:lnTo>
                    <a:pt x="6039607" y="3457193"/>
                  </a:lnTo>
                  <a:close/>
                </a:path>
                <a:path w="7501890" h="3554095">
                  <a:moveTo>
                    <a:pt x="5950834" y="3461766"/>
                  </a:moveTo>
                  <a:lnTo>
                    <a:pt x="5900161" y="3464305"/>
                  </a:lnTo>
                  <a:lnTo>
                    <a:pt x="5900669" y="3474466"/>
                  </a:lnTo>
                  <a:lnTo>
                    <a:pt x="5900796" y="3477005"/>
                  </a:lnTo>
                  <a:lnTo>
                    <a:pt x="5951596" y="3474466"/>
                  </a:lnTo>
                  <a:lnTo>
                    <a:pt x="5950834" y="3461766"/>
                  </a:lnTo>
                  <a:close/>
                </a:path>
                <a:path w="7501890" h="3554095">
                  <a:moveTo>
                    <a:pt x="5862188" y="3466210"/>
                  </a:moveTo>
                  <a:lnTo>
                    <a:pt x="5811388" y="3468496"/>
                  </a:lnTo>
                  <a:lnTo>
                    <a:pt x="5811805" y="3478910"/>
                  </a:lnTo>
                  <a:lnTo>
                    <a:pt x="5811896" y="3481196"/>
                  </a:lnTo>
                  <a:lnTo>
                    <a:pt x="5862696" y="3478910"/>
                  </a:lnTo>
                  <a:lnTo>
                    <a:pt x="5862279" y="3468496"/>
                  </a:lnTo>
                  <a:lnTo>
                    <a:pt x="5862188" y="3466210"/>
                  </a:lnTo>
                  <a:close/>
                </a:path>
                <a:path w="7501890" h="3554095">
                  <a:moveTo>
                    <a:pt x="5773288" y="3470148"/>
                  </a:moveTo>
                  <a:lnTo>
                    <a:pt x="5722615" y="3472179"/>
                  </a:lnTo>
                  <a:lnTo>
                    <a:pt x="5723042" y="3482848"/>
                  </a:lnTo>
                  <a:lnTo>
                    <a:pt x="5723123" y="3484879"/>
                  </a:lnTo>
                  <a:lnTo>
                    <a:pt x="5773923" y="3482848"/>
                  </a:lnTo>
                  <a:lnTo>
                    <a:pt x="5773390" y="3472179"/>
                  </a:lnTo>
                  <a:lnTo>
                    <a:pt x="5773288" y="3470148"/>
                  </a:lnTo>
                  <a:close/>
                </a:path>
                <a:path w="7501890" h="3554095">
                  <a:moveTo>
                    <a:pt x="5684515" y="3473577"/>
                  </a:moveTo>
                  <a:lnTo>
                    <a:pt x="5633715" y="3475481"/>
                  </a:lnTo>
                  <a:lnTo>
                    <a:pt x="5634147" y="3486277"/>
                  </a:lnTo>
                  <a:lnTo>
                    <a:pt x="5634223" y="3488181"/>
                  </a:lnTo>
                  <a:lnTo>
                    <a:pt x="5685023" y="3486277"/>
                  </a:lnTo>
                  <a:lnTo>
                    <a:pt x="5684591" y="3475481"/>
                  </a:lnTo>
                  <a:lnTo>
                    <a:pt x="5684515" y="3473577"/>
                  </a:lnTo>
                  <a:close/>
                </a:path>
                <a:path w="7501890" h="3554095">
                  <a:moveTo>
                    <a:pt x="5595742" y="3476879"/>
                  </a:moveTo>
                  <a:lnTo>
                    <a:pt x="5544942" y="3478656"/>
                  </a:lnTo>
                  <a:lnTo>
                    <a:pt x="5545379" y="3489579"/>
                  </a:lnTo>
                  <a:lnTo>
                    <a:pt x="5545450" y="3491356"/>
                  </a:lnTo>
                  <a:lnTo>
                    <a:pt x="5596123" y="3489579"/>
                  </a:lnTo>
                  <a:lnTo>
                    <a:pt x="5595795" y="3478656"/>
                  </a:lnTo>
                  <a:lnTo>
                    <a:pt x="5595742" y="3476879"/>
                  </a:lnTo>
                  <a:close/>
                </a:path>
                <a:path w="7501890" h="3554095">
                  <a:moveTo>
                    <a:pt x="5506842" y="3479927"/>
                  </a:moveTo>
                  <a:lnTo>
                    <a:pt x="5456169" y="3481451"/>
                  </a:lnTo>
                  <a:lnTo>
                    <a:pt x="5456504" y="3492627"/>
                  </a:lnTo>
                  <a:lnTo>
                    <a:pt x="5456550" y="3494151"/>
                  </a:lnTo>
                  <a:lnTo>
                    <a:pt x="5507223" y="3492627"/>
                  </a:lnTo>
                  <a:lnTo>
                    <a:pt x="5506888" y="3481451"/>
                  </a:lnTo>
                  <a:lnTo>
                    <a:pt x="5506842" y="3479927"/>
                  </a:lnTo>
                  <a:close/>
                </a:path>
                <a:path w="7501890" h="3554095">
                  <a:moveTo>
                    <a:pt x="5418069" y="3482593"/>
                  </a:moveTo>
                  <a:lnTo>
                    <a:pt x="5367269" y="3484117"/>
                  </a:lnTo>
                  <a:lnTo>
                    <a:pt x="5367604" y="3495293"/>
                  </a:lnTo>
                  <a:lnTo>
                    <a:pt x="5367650" y="3496817"/>
                  </a:lnTo>
                  <a:lnTo>
                    <a:pt x="5418450" y="3495293"/>
                  </a:lnTo>
                  <a:lnTo>
                    <a:pt x="5418115" y="3484117"/>
                  </a:lnTo>
                  <a:lnTo>
                    <a:pt x="5418069" y="3482593"/>
                  </a:lnTo>
                  <a:close/>
                </a:path>
                <a:path w="7501890" h="3554095">
                  <a:moveTo>
                    <a:pt x="5329169" y="3485006"/>
                  </a:moveTo>
                  <a:lnTo>
                    <a:pt x="5278496" y="3486404"/>
                  </a:lnTo>
                  <a:lnTo>
                    <a:pt x="5278722" y="3497706"/>
                  </a:lnTo>
                  <a:lnTo>
                    <a:pt x="5278750" y="3499104"/>
                  </a:lnTo>
                  <a:lnTo>
                    <a:pt x="5329550" y="3497706"/>
                  </a:lnTo>
                  <a:lnTo>
                    <a:pt x="5329211" y="3486404"/>
                  </a:lnTo>
                  <a:lnTo>
                    <a:pt x="5329169" y="3485006"/>
                  </a:lnTo>
                  <a:close/>
                </a:path>
                <a:path w="7501890" h="3554095">
                  <a:moveTo>
                    <a:pt x="5240396" y="3487292"/>
                  </a:moveTo>
                  <a:lnTo>
                    <a:pt x="5189596" y="3488435"/>
                  </a:lnTo>
                  <a:lnTo>
                    <a:pt x="5189827" y="3499992"/>
                  </a:lnTo>
                  <a:lnTo>
                    <a:pt x="5189850" y="3501135"/>
                  </a:lnTo>
                  <a:lnTo>
                    <a:pt x="5240650" y="3499992"/>
                  </a:lnTo>
                  <a:lnTo>
                    <a:pt x="5240419" y="3488435"/>
                  </a:lnTo>
                  <a:lnTo>
                    <a:pt x="5240396" y="3487292"/>
                  </a:lnTo>
                  <a:close/>
                </a:path>
                <a:path w="7501890" h="3554095">
                  <a:moveTo>
                    <a:pt x="5151496" y="3489198"/>
                  </a:moveTo>
                  <a:lnTo>
                    <a:pt x="5100696" y="3490214"/>
                  </a:lnTo>
                  <a:lnTo>
                    <a:pt x="5100930" y="3501898"/>
                  </a:lnTo>
                  <a:lnTo>
                    <a:pt x="5100950" y="3502914"/>
                  </a:lnTo>
                  <a:lnTo>
                    <a:pt x="5151750" y="3501898"/>
                  </a:lnTo>
                  <a:lnTo>
                    <a:pt x="5151516" y="3490214"/>
                  </a:lnTo>
                  <a:lnTo>
                    <a:pt x="5151496" y="3489198"/>
                  </a:lnTo>
                  <a:close/>
                </a:path>
                <a:path w="7501890" h="3554095">
                  <a:moveTo>
                    <a:pt x="5062596" y="3490976"/>
                  </a:moveTo>
                  <a:lnTo>
                    <a:pt x="5011796" y="3491865"/>
                  </a:lnTo>
                  <a:lnTo>
                    <a:pt x="5012032" y="3503676"/>
                  </a:lnTo>
                  <a:lnTo>
                    <a:pt x="5012050" y="3504565"/>
                  </a:lnTo>
                  <a:lnTo>
                    <a:pt x="5062850" y="3503676"/>
                  </a:lnTo>
                  <a:lnTo>
                    <a:pt x="5062614" y="3491865"/>
                  </a:lnTo>
                  <a:lnTo>
                    <a:pt x="5062596" y="3490976"/>
                  </a:lnTo>
                  <a:close/>
                </a:path>
                <a:path w="7501890" h="3554095">
                  <a:moveTo>
                    <a:pt x="4973696" y="3492373"/>
                  </a:moveTo>
                  <a:lnTo>
                    <a:pt x="4923023" y="3493134"/>
                  </a:lnTo>
                  <a:lnTo>
                    <a:pt x="4923150" y="3505834"/>
                  </a:lnTo>
                  <a:lnTo>
                    <a:pt x="4973950" y="3505073"/>
                  </a:lnTo>
                  <a:lnTo>
                    <a:pt x="4973711" y="3493134"/>
                  </a:lnTo>
                  <a:lnTo>
                    <a:pt x="4973696" y="3492373"/>
                  </a:lnTo>
                  <a:close/>
                </a:path>
                <a:path w="7501890" h="3554095">
                  <a:moveTo>
                    <a:pt x="4884923" y="3493642"/>
                  </a:moveTo>
                  <a:lnTo>
                    <a:pt x="4838314" y="3494278"/>
                  </a:lnTo>
                  <a:lnTo>
                    <a:pt x="4834123" y="3494278"/>
                  </a:lnTo>
                  <a:lnTo>
                    <a:pt x="4834250" y="3506978"/>
                  </a:lnTo>
                  <a:lnTo>
                    <a:pt x="4838441" y="3506978"/>
                  </a:lnTo>
                  <a:lnTo>
                    <a:pt x="4885050" y="3506342"/>
                  </a:lnTo>
                  <a:lnTo>
                    <a:pt x="4884923" y="3493642"/>
                  </a:lnTo>
                  <a:close/>
                </a:path>
                <a:path w="7501890" h="3554095">
                  <a:moveTo>
                    <a:pt x="4796023" y="3494658"/>
                  </a:moveTo>
                  <a:lnTo>
                    <a:pt x="4745223" y="3495166"/>
                  </a:lnTo>
                  <a:lnTo>
                    <a:pt x="4745350" y="3507866"/>
                  </a:lnTo>
                  <a:lnTo>
                    <a:pt x="4796150" y="3507358"/>
                  </a:lnTo>
                  <a:lnTo>
                    <a:pt x="4796023" y="3494658"/>
                  </a:lnTo>
                  <a:close/>
                </a:path>
                <a:path w="7501890" h="3554095">
                  <a:moveTo>
                    <a:pt x="4702170" y="3450463"/>
                  </a:moveTo>
                  <a:lnTo>
                    <a:pt x="4613524" y="3502152"/>
                  </a:lnTo>
                  <a:lnTo>
                    <a:pt x="4702170" y="3553841"/>
                  </a:lnTo>
                  <a:lnTo>
                    <a:pt x="4706107" y="3552825"/>
                  </a:lnTo>
                  <a:lnTo>
                    <a:pt x="4707758" y="3549777"/>
                  </a:lnTo>
                  <a:lnTo>
                    <a:pt x="4709536" y="3546729"/>
                  </a:lnTo>
                  <a:lnTo>
                    <a:pt x="4708520" y="3542918"/>
                  </a:lnTo>
                  <a:lnTo>
                    <a:pt x="4647995" y="3507613"/>
                  </a:lnTo>
                  <a:lnTo>
                    <a:pt x="4629272" y="3507613"/>
                  </a:lnTo>
                  <a:lnTo>
                    <a:pt x="4629272" y="3496691"/>
                  </a:lnTo>
                  <a:lnTo>
                    <a:pt x="4647995" y="3496691"/>
                  </a:lnTo>
                  <a:lnTo>
                    <a:pt x="4708520" y="3461384"/>
                  </a:lnTo>
                  <a:lnTo>
                    <a:pt x="4709536" y="3457575"/>
                  </a:lnTo>
                  <a:lnTo>
                    <a:pt x="4707758" y="3454527"/>
                  </a:lnTo>
                  <a:lnTo>
                    <a:pt x="4706107" y="3451479"/>
                  </a:lnTo>
                  <a:lnTo>
                    <a:pt x="4702170" y="3450463"/>
                  </a:lnTo>
                  <a:close/>
                </a:path>
                <a:path w="7501890" h="3554095">
                  <a:moveTo>
                    <a:pt x="4707123" y="3495420"/>
                  </a:moveTo>
                  <a:lnTo>
                    <a:pt x="4681215" y="3495675"/>
                  </a:lnTo>
                  <a:lnTo>
                    <a:pt x="4656323" y="3495675"/>
                  </a:lnTo>
                  <a:lnTo>
                    <a:pt x="4656450" y="3508375"/>
                  </a:lnTo>
                  <a:lnTo>
                    <a:pt x="4681342" y="3508375"/>
                  </a:lnTo>
                  <a:lnTo>
                    <a:pt x="4707250" y="3508120"/>
                  </a:lnTo>
                  <a:lnTo>
                    <a:pt x="4707123" y="3495420"/>
                  </a:lnTo>
                  <a:close/>
                </a:path>
                <a:path w="7501890" h="3554095">
                  <a:moveTo>
                    <a:pt x="4629272" y="3496691"/>
                  </a:moveTo>
                  <a:lnTo>
                    <a:pt x="4629272" y="3507613"/>
                  </a:lnTo>
                  <a:lnTo>
                    <a:pt x="4638634" y="3502152"/>
                  </a:lnTo>
                  <a:lnTo>
                    <a:pt x="4629272" y="3496691"/>
                  </a:lnTo>
                  <a:close/>
                </a:path>
                <a:path w="7501890" h="3554095">
                  <a:moveTo>
                    <a:pt x="4638634" y="3502152"/>
                  </a:moveTo>
                  <a:lnTo>
                    <a:pt x="4629272" y="3507613"/>
                  </a:lnTo>
                  <a:lnTo>
                    <a:pt x="4647995" y="3507613"/>
                  </a:lnTo>
                  <a:lnTo>
                    <a:pt x="4638634" y="3502152"/>
                  </a:lnTo>
                  <a:close/>
                </a:path>
                <a:path w="7501890" h="3554095">
                  <a:moveTo>
                    <a:pt x="4647995" y="3496691"/>
                  </a:moveTo>
                  <a:lnTo>
                    <a:pt x="4629272" y="3496691"/>
                  </a:lnTo>
                  <a:lnTo>
                    <a:pt x="4638634" y="3502152"/>
                  </a:lnTo>
                  <a:lnTo>
                    <a:pt x="4647995" y="3496691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371347" y="3823207"/>
            <a:ext cx="1261745" cy="570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Host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User-space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Host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kernel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6" name="object 5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21</a:t>
            </a:r>
          </a:p>
        </p:txBody>
      </p:sp>
      <p:sp>
        <p:nvSpPr>
          <p:cNvPr id="57" name="object 5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87095" y="961644"/>
            <a:ext cx="11180445" cy="4671695"/>
            <a:chOff x="387095" y="961644"/>
            <a:chExt cx="11180445" cy="4671695"/>
          </a:xfrm>
        </p:grpSpPr>
        <p:sp>
          <p:nvSpPr>
            <p:cNvPr id="3" name="object 3" descr=""/>
            <p:cNvSpPr/>
            <p:nvPr/>
          </p:nvSpPr>
          <p:spPr>
            <a:xfrm>
              <a:off x="5981699" y="961644"/>
              <a:ext cx="3514725" cy="2620010"/>
            </a:xfrm>
            <a:custGeom>
              <a:avLst/>
              <a:gdLst/>
              <a:ahLst/>
              <a:cxnLst/>
              <a:rect l="l" t="t" r="r" b="b"/>
              <a:pathLst>
                <a:path w="3514725" h="2620010">
                  <a:moveTo>
                    <a:pt x="3077718" y="0"/>
                  </a:moveTo>
                  <a:lnTo>
                    <a:pt x="436625" y="0"/>
                  </a:lnTo>
                  <a:lnTo>
                    <a:pt x="389045" y="2561"/>
                  </a:lnTo>
                  <a:lnTo>
                    <a:pt x="342950" y="10069"/>
                  </a:lnTo>
                  <a:lnTo>
                    <a:pt x="298606" y="22256"/>
                  </a:lnTo>
                  <a:lnTo>
                    <a:pt x="256280" y="38857"/>
                  </a:lnTo>
                  <a:lnTo>
                    <a:pt x="216238" y="59605"/>
                  </a:lnTo>
                  <a:lnTo>
                    <a:pt x="178746" y="84234"/>
                  </a:lnTo>
                  <a:lnTo>
                    <a:pt x="144071" y="112478"/>
                  </a:lnTo>
                  <a:lnTo>
                    <a:pt x="112478" y="144071"/>
                  </a:lnTo>
                  <a:lnTo>
                    <a:pt x="84234" y="178746"/>
                  </a:lnTo>
                  <a:lnTo>
                    <a:pt x="59605" y="216238"/>
                  </a:lnTo>
                  <a:lnTo>
                    <a:pt x="38857" y="256280"/>
                  </a:lnTo>
                  <a:lnTo>
                    <a:pt x="22256" y="298606"/>
                  </a:lnTo>
                  <a:lnTo>
                    <a:pt x="10069" y="342950"/>
                  </a:lnTo>
                  <a:lnTo>
                    <a:pt x="2561" y="389045"/>
                  </a:lnTo>
                  <a:lnTo>
                    <a:pt x="0" y="436625"/>
                  </a:lnTo>
                  <a:lnTo>
                    <a:pt x="0" y="2183129"/>
                  </a:lnTo>
                  <a:lnTo>
                    <a:pt x="2561" y="2230710"/>
                  </a:lnTo>
                  <a:lnTo>
                    <a:pt x="10069" y="2276805"/>
                  </a:lnTo>
                  <a:lnTo>
                    <a:pt x="22256" y="2321149"/>
                  </a:lnTo>
                  <a:lnTo>
                    <a:pt x="38857" y="2363475"/>
                  </a:lnTo>
                  <a:lnTo>
                    <a:pt x="59605" y="2403517"/>
                  </a:lnTo>
                  <a:lnTo>
                    <a:pt x="84234" y="2441009"/>
                  </a:lnTo>
                  <a:lnTo>
                    <a:pt x="112478" y="2475684"/>
                  </a:lnTo>
                  <a:lnTo>
                    <a:pt x="144071" y="2507277"/>
                  </a:lnTo>
                  <a:lnTo>
                    <a:pt x="178746" y="2535521"/>
                  </a:lnTo>
                  <a:lnTo>
                    <a:pt x="216238" y="2560150"/>
                  </a:lnTo>
                  <a:lnTo>
                    <a:pt x="256280" y="2580898"/>
                  </a:lnTo>
                  <a:lnTo>
                    <a:pt x="298606" y="2597499"/>
                  </a:lnTo>
                  <a:lnTo>
                    <a:pt x="342950" y="2609686"/>
                  </a:lnTo>
                  <a:lnTo>
                    <a:pt x="389045" y="2617194"/>
                  </a:lnTo>
                  <a:lnTo>
                    <a:pt x="436625" y="2619755"/>
                  </a:lnTo>
                  <a:lnTo>
                    <a:pt x="3077718" y="2619755"/>
                  </a:lnTo>
                  <a:lnTo>
                    <a:pt x="3125298" y="2617194"/>
                  </a:lnTo>
                  <a:lnTo>
                    <a:pt x="3171393" y="2609686"/>
                  </a:lnTo>
                  <a:lnTo>
                    <a:pt x="3215737" y="2597499"/>
                  </a:lnTo>
                  <a:lnTo>
                    <a:pt x="3258063" y="2580898"/>
                  </a:lnTo>
                  <a:lnTo>
                    <a:pt x="3298105" y="2560150"/>
                  </a:lnTo>
                  <a:lnTo>
                    <a:pt x="3335597" y="2535521"/>
                  </a:lnTo>
                  <a:lnTo>
                    <a:pt x="3370272" y="2507277"/>
                  </a:lnTo>
                  <a:lnTo>
                    <a:pt x="3401865" y="2475684"/>
                  </a:lnTo>
                  <a:lnTo>
                    <a:pt x="3430109" y="2441009"/>
                  </a:lnTo>
                  <a:lnTo>
                    <a:pt x="3454738" y="2403517"/>
                  </a:lnTo>
                  <a:lnTo>
                    <a:pt x="3475486" y="2363475"/>
                  </a:lnTo>
                  <a:lnTo>
                    <a:pt x="3492087" y="2321149"/>
                  </a:lnTo>
                  <a:lnTo>
                    <a:pt x="3504274" y="2276805"/>
                  </a:lnTo>
                  <a:lnTo>
                    <a:pt x="3511782" y="2230710"/>
                  </a:lnTo>
                  <a:lnTo>
                    <a:pt x="3514344" y="2183129"/>
                  </a:lnTo>
                  <a:lnTo>
                    <a:pt x="3514344" y="436625"/>
                  </a:lnTo>
                  <a:lnTo>
                    <a:pt x="3511782" y="389045"/>
                  </a:lnTo>
                  <a:lnTo>
                    <a:pt x="3504274" y="342950"/>
                  </a:lnTo>
                  <a:lnTo>
                    <a:pt x="3492087" y="298606"/>
                  </a:lnTo>
                  <a:lnTo>
                    <a:pt x="3475486" y="256280"/>
                  </a:lnTo>
                  <a:lnTo>
                    <a:pt x="3454738" y="216238"/>
                  </a:lnTo>
                  <a:lnTo>
                    <a:pt x="3430109" y="178746"/>
                  </a:lnTo>
                  <a:lnTo>
                    <a:pt x="3401865" y="144071"/>
                  </a:lnTo>
                  <a:lnTo>
                    <a:pt x="3370272" y="112478"/>
                  </a:lnTo>
                  <a:lnTo>
                    <a:pt x="3335597" y="84234"/>
                  </a:lnTo>
                  <a:lnTo>
                    <a:pt x="3298105" y="59605"/>
                  </a:lnTo>
                  <a:lnTo>
                    <a:pt x="3258063" y="38857"/>
                  </a:lnTo>
                  <a:lnTo>
                    <a:pt x="3215737" y="22256"/>
                  </a:lnTo>
                  <a:lnTo>
                    <a:pt x="3171393" y="10069"/>
                  </a:lnTo>
                  <a:lnTo>
                    <a:pt x="3125298" y="2561"/>
                  </a:lnTo>
                  <a:lnTo>
                    <a:pt x="3077718" y="0"/>
                  </a:lnTo>
                  <a:close/>
                </a:path>
              </a:pathLst>
            </a:custGeom>
            <a:solidFill>
              <a:srgbClr val="E4E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94715" y="4174236"/>
              <a:ext cx="11165205" cy="693420"/>
            </a:xfrm>
            <a:custGeom>
              <a:avLst/>
              <a:gdLst/>
              <a:ahLst/>
              <a:cxnLst/>
              <a:rect l="l" t="t" r="r" b="b"/>
              <a:pathLst>
                <a:path w="11165205" h="693420">
                  <a:moveTo>
                    <a:pt x="0" y="693419"/>
                  </a:moveTo>
                  <a:lnTo>
                    <a:pt x="11164951" y="685800"/>
                  </a:lnTo>
                </a:path>
                <a:path w="11165205" h="693420">
                  <a:moveTo>
                    <a:pt x="0" y="7619"/>
                  </a:moveTo>
                  <a:lnTo>
                    <a:pt x="11164951" y="0"/>
                  </a:lnTo>
                </a:path>
              </a:pathLst>
            </a:custGeom>
            <a:ln w="15240">
              <a:solidFill>
                <a:srgbClr val="F9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41113" y="5260085"/>
              <a:ext cx="2479675" cy="360045"/>
            </a:xfrm>
            <a:custGeom>
              <a:avLst/>
              <a:gdLst/>
              <a:ahLst/>
              <a:cxnLst/>
              <a:rect l="l" t="t" r="r" b="b"/>
              <a:pathLst>
                <a:path w="2479675" h="360045">
                  <a:moveTo>
                    <a:pt x="2479547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2479547" y="359663"/>
                  </a:lnTo>
                  <a:lnTo>
                    <a:pt x="2479547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341113" y="5260085"/>
              <a:ext cx="2479675" cy="360045"/>
            </a:xfrm>
            <a:custGeom>
              <a:avLst/>
              <a:gdLst/>
              <a:ahLst/>
              <a:cxnLst/>
              <a:rect l="l" t="t" r="r" b="b"/>
              <a:pathLst>
                <a:path w="2479675" h="360045">
                  <a:moveTo>
                    <a:pt x="0" y="359663"/>
                  </a:moveTo>
                  <a:lnTo>
                    <a:pt x="2479547" y="359663"/>
                  </a:lnTo>
                  <a:lnTo>
                    <a:pt x="2479547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Virtio-</a:t>
            </a:r>
            <a:r>
              <a:rPr dirty="0"/>
              <a:t>net:</a:t>
            </a:r>
            <a:r>
              <a:rPr dirty="0" spc="-35"/>
              <a:t> </a:t>
            </a:r>
            <a:r>
              <a:rPr dirty="0" spc="-25"/>
              <a:t>DPDK-</a:t>
            </a:r>
            <a:r>
              <a:rPr dirty="0"/>
              <a:t>OVS</a:t>
            </a:r>
            <a:r>
              <a:rPr dirty="0" spc="5"/>
              <a:t> </a:t>
            </a:r>
            <a:r>
              <a:rPr dirty="0" spc="-10"/>
              <a:t>backend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108575" y="5331333"/>
            <a:ext cx="943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latin typeface="Arial"/>
                <a:cs typeface="Arial"/>
              </a:rPr>
              <a:t>DPAA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Drivers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33222" y="4930216"/>
            <a:ext cx="6851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Hardware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845819" y="961644"/>
            <a:ext cx="3512820" cy="2620010"/>
          </a:xfrm>
          <a:custGeom>
            <a:avLst/>
            <a:gdLst/>
            <a:ahLst/>
            <a:cxnLst/>
            <a:rect l="l" t="t" r="r" b="b"/>
            <a:pathLst>
              <a:path w="3512820" h="2620010">
                <a:moveTo>
                  <a:pt x="3076194" y="0"/>
                </a:moveTo>
                <a:lnTo>
                  <a:pt x="436626" y="0"/>
                </a:lnTo>
                <a:lnTo>
                  <a:pt x="389052" y="2561"/>
                </a:lnTo>
                <a:lnTo>
                  <a:pt x="342961" y="10069"/>
                </a:lnTo>
                <a:lnTo>
                  <a:pt x="298621" y="22256"/>
                </a:lnTo>
                <a:lnTo>
                  <a:pt x="256296" y="38857"/>
                </a:lnTo>
                <a:lnTo>
                  <a:pt x="216255" y="59605"/>
                </a:lnTo>
                <a:lnTo>
                  <a:pt x="178763" y="84234"/>
                </a:lnTo>
                <a:lnTo>
                  <a:pt x="144086" y="112478"/>
                </a:lnTo>
                <a:lnTo>
                  <a:pt x="112491" y="144071"/>
                </a:lnTo>
                <a:lnTo>
                  <a:pt x="84245" y="178746"/>
                </a:lnTo>
                <a:lnTo>
                  <a:pt x="59613" y="216238"/>
                </a:lnTo>
                <a:lnTo>
                  <a:pt x="38863" y="256280"/>
                </a:lnTo>
                <a:lnTo>
                  <a:pt x="22260" y="298606"/>
                </a:lnTo>
                <a:lnTo>
                  <a:pt x="10070" y="342950"/>
                </a:lnTo>
                <a:lnTo>
                  <a:pt x="2562" y="389045"/>
                </a:lnTo>
                <a:lnTo>
                  <a:pt x="0" y="436625"/>
                </a:lnTo>
                <a:lnTo>
                  <a:pt x="0" y="2183129"/>
                </a:lnTo>
                <a:lnTo>
                  <a:pt x="2562" y="2230710"/>
                </a:lnTo>
                <a:lnTo>
                  <a:pt x="10070" y="2276805"/>
                </a:lnTo>
                <a:lnTo>
                  <a:pt x="22260" y="2321149"/>
                </a:lnTo>
                <a:lnTo>
                  <a:pt x="38863" y="2363475"/>
                </a:lnTo>
                <a:lnTo>
                  <a:pt x="59613" y="2403517"/>
                </a:lnTo>
                <a:lnTo>
                  <a:pt x="84245" y="2441009"/>
                </a:lnTo>
                <a:lnTo>
                  <a:pt x="112491" y="2475684"/>
                </a:lnTo>
                <a:lnTo>
                  <a:pt x="144086" y="2507277"/>
                </a:lnTo>
                <a:lnTo>
                  <a:pt x="178763" y="2535521"/>
                </a:lnTo>
                <a:lnTo>
                  <a:pt x="216255" y="2560150"/>
                </a:lnTo>
                <a:lnTo>
                  <a:pt x="256296" y="2580898"/>
                </a:lnTo>
                <a:lnTo>
                  <a:pt x="298621" y="2597499"/>
                </a:lnTo>
                <a:lnTo>
                  <a:pt x="342961" y="2609686"/>
                </a:lnTo>
                <a:lnTo>
                  <a:pt x="389052" y="2617194"/>
                </a:lnTo>
                <a:lnTo>
                  <a:pt x="436626" y="2619755"/>
                </a:lnTo>
                <a:lnTo>
                  <a:pt x="3076194" y="2619755"/>
                </a:lnTo>
                <a:lnTo>
                  <a:pt x="3123774" y="2617194"/>
                </a:lnTo>
                <a:lnTo>
                  <a:pt x="3169869" y="2609686"/>
                </a:lnTo>
                <a:lnTo>
                  <a:pt x="3214213" y="2597499"/>
                </a:lnTo>
                <a:lnTo>
                  <a:pt x="3256539" y="2580898"/>
                </a:lnTo>
                <a:lnTo>
                  <a:pt x="3296581" y="2560150"/>
                </a:lnTo>
                <a:lnTo>
                  <a:pt x="3334073" y="2535521"/>
                </a:lnTo>
                <a:lnTo>
                  <a:pt x="3368748" y="2507277"/>
                </a:lnTo>
                <a:lnTo>
                  <a:pt x="3400341" y="2475684"/>
                </a:lnTo>
                <a:lnTo>
                  <a:pt x="3428585" y="2441009"/>
                </a:lnTo>
                <a:lnTo>
                  <a:pt x="3453214" y="2403517"/>
                </a:lnTo>
                <a:lnTo>
                  <a:pt x="3473962" y="2363475"/>
                </a:lnTo>
                <a:lnTo>
                  <a:pt x="3490563" y="2321149"/>
                </a:lnTo>
                <a:lnTo>
                  <a:pt x="3502750" y="2276805"/>
                </a:lnTo>
                <a:lnTo>
                  <a:pt x="3510258" y="2230710"/>
                </a:lnTo>
                <a:lnTo>
                  <a:pt x="3512820" y="2183129"/>
                </a:lnTo>
                <a:lnTo>
                  <a:pt x="3512820" y="436625"/>
                </a:lnTo>
                <a:lnTo>
                  <a:pt x="3510258" y="389045"/>
                </a:lnTo>
                <a:lnTo>
                  <a:pt x="3502750" y="342950"/>
                </a:lnTo>
                <a:lnTo>
                  <a:pt x="3490563" y="298606"/>
                </a:lnTo>
                <a:lnTo>
                  <a:pt x="3473962" y="256280"/>
                </a:lnTo>
                <a:lnTo>
                  <a:pt x="3453214" y="216238"/>
                </a:lnTo>
                <a:lnTo>
                  <a:pt x="3428585" y="178746"/>
                </a:lnTo>
                <a:lnTo>
                  <a:pt x="3400341" y="144071"/>
                </a:lnTo>
                <a:lnTo>
                  <a:pt x="3368748" y="112478"/>
                </a:lnTo>
                <a:lnTo>
                  <a:pt x="3334073" y="84234"/>
                </a:lnTo>
                <a:lnTo>
                  <a:pt x="3296581" y="59605"/>
                </a:lnTo>
                <a:lnTo>
                  <a:pt x="3256539" y="38857"/>
                </a:lnTo>
                <a:lnTo>
                  <a:pt x="3214213" y="22256"/>
                </a:lnTo>
                <a:lnTo>
                  <a:pt x="3169869" y="10069"/>
                </a:lnTo>
                <a:lnTo>
                  <a:pt x="3123774" y="2561"/>
                </a:lnTo>
                <a:lnTo>
                  <a:pt x="3076194" y="0"/>
                </a:lnTo>
                <a:close/>
              </a:path>
            </a:pathLst>
          </a:custGeom>
          <a:solidFill>
            <a:srgbClr val="FFF0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418079" y="1117219"/>
            <a:ext cx="368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0AF50"/>
                </a:solidFill>
                <a:latin typeface="Arial"/>
                <a:cs typeface="Arial"/>
              </a:rPr>
              <a:t>VM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459928" y="3032696"/>
            <a:ext cx="2211705" cy="401320"/>
            <a:chOff x="1459928" y="3032696"/>
            <a:chExt cx="2211705" cy="401320"/>
          </a:xfrm>
        </p:grpSpPr>
        <p:sp>
          <p:nvSpPr>
            <p:cNvPr id="13" name="object 13" descr=""/>
            <p:cNvSpPr/>
            <p:nvPr/>
          </p:nvSpPr>
          <p:spPr>
            <a:xfrm>
              <a:off x="1472946" y="3045713"/>
              <a:ext cx="2185670" cy="375285"/>
            </a:xfrm>
            <a:custGeom>
              <a:avLst/>
              <a:gdLst/>
              <a:ahLst/>
              <a:cxnLst/>
              <a:rect l="l" t="t" r="r" b="b"/>
              <a:pathLst>
                <a:path w="2185670" h="375285">
                  <a:moveTo>
                    <a:pt x="2185416" y="0"/>
                  </a:moveTo>
                  <a:lnTo>
                    <a:pt x="0" y="0"/>
                  </a:lnTo>
                  <a:lnTo>
                    <a:pt x="0" y="374903"/>
                  </a:lnTo>
                  <a:lnTo>
                    <a:pt x="2185416" y="374903"/>
                  </a:lnTo>
                  <a:lnTo>
                    <a:pt x="2185416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472946" y="3045713"/>
              <a:ext cx="2185670" cy="375285"/>
            </a:xfrm>
            <a:custGeom>
              <a:avLst/>
              <a:gdLst/>
              <a:ahLst/>
              <a:cxnLst/>
              <a:rect l="l" t="t" r="r" b="b"/>
              <a:pathLst>
                <a:path w="2185670" h="375285">
                  <a:moveTo>
                    <a:pt x="0" y="374903"/>
                  </a:moveTo>
                  <a:lnTo>
                    <a:pt x="2185416" y="374903"/>
                  </a:lnTo>
                  <a:lnTo>
                    <a:pt x="2185416" y="0"/>
                  </a:lnTo>
                  <a:lnTo>
                    <a:pt x="0" y="0"/>
                  </a:lnTo>
                  <a:lnTo>
                    <a:pt x="0" y="37490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999233" y="3124327"/>
            <a:ext cx="1130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virtio-</a:t>
            </a:r>
            <a:r>
              <a:rPr dirty="0" sz="1200">
                <a:latin typeface="Arial"/>
                <a:cs typeface="Arial"/>
              </a:rPr>
              <a:t>net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Drivers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459928" y="2485580"/>
            <a:ext cx="2211705" cy="401320"/>
            <a:chOff x="1459928" y="2485580"/>
            <a:chExt cx="2211705" cy="401320"/>
          </a:xfrm>
        </p:grpSpPr>
        <p:sp>
          <p:nvSpPr>
            <p:cNvPr id="17" name="object 17" descr=""/>
            <p:cNvSpPr/>
            <p:nvPr/>
          </p:nvSpPr>
          <p:spPr>
            <a:xfrm>
              <a:off x="1472946" y="2498597"/>
              <a:ext cx="2185670" cy="375285"/>
            </a:xfrm>
            <a:custGeom>
              <a:avLst/>
              <a:gdLst/>
              <a:ahLst/>
              <a:cxnLst/>
              <a:rect l="l" t="t" r="r" b="b"/>
              <a:pathLst>
                <a:path w="2185670" h="375285">
                  <a:moveTo>
                    <a:pt x="2185416" y="0"/>
                  </a:moveTo>
                  <a:lnTo>
                    <a:pt x="0" y="0"/>
                  </a:lnTo>
                  <a:lnTo>
                    <a:pt x="0" y="374903"/>
                  </a:lnTo>
                  <a:lnTo>
                    <a:pt x="2185416" y="374903"/>
                  </a:lnTo>
                  <a:lnTo>
                    <a:pt x="2185416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72946" y="2498597"/>
              <a:ext cx="2185670" cy="375285"/>
            </a:xfrm>
            <a:custGeom>
              <a:avLst/>
              <a:gdLst/>
              <a:ahLst/>
              <a:cxnLst/>
              <a:rect l="l" t="t" r="r" b="b"/>
              <a:pathLst>
                <a:path w="2185670" h="375285">
                  <a:moveTo>
                    <a:pt x="0" y="374903"/>
                  </a:moveTo>
                  <a:lnTo>
                    <a:pt x="2185416" y="374903"/>
                  </a:lnTo>
                  <a:lnTo>
                    <a:pt x="2185416" y="0"/>
                  </a:lnTo>
                  <a:lnTo>
                    <a:pt x="0" y="0"/>
                  </a:lnTo>
                  <a:lnTo>
                    <a:pt x="0" y="37490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959610" y="2576829"/>
            <a:ext cx="1209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Networking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Stack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459928" y="1526984"/>
            <a:ext cx="2196465" cy="394970"/>
            <a:chOff x="1459928" y="1526984"/>
            <a:chExt cx="2196465" cy="394970"/>
          </a:xfrm>
        </p:grpSpPr>
        <p:sp>
          <p:nvSpPr>
            <p:cNvPr id="21" name="object 21" descr=""/>
            <p:cNvSpPr/>
            <p:nvPr/>
          </p:nvSpPr>
          <p:spPr>
            <a:xfrm>
              <a:off x="1472946" y="1540002"/>
              <a:ext cx="2170430" cy="368935"/>
            </a:xfrm>
            <a:custGeom>
              <a:avLst/>
              <a:gdLst/>
              <a:ahLst/>
              <a:cxnLst/>
              <a:rect l="l" t="t" r="r" b="b"/>
              <a:pathLst>
                <a:path w="2170429" h="368935">
                  <a:moveTo>
                    <a:pt x="2170176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2170176" y="368808"/>
                  </a:lnTo>
                  <a:lnTo>
                    <a:pt x="2170176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72946" y="1540002"/>
              <a:ext cx="2170430" cy="368935"/>
            </a:xfrm>
            <a:custGeom>
              <a:avLst/>
              <a:gdLst/>
              <a:ahLst/>
              <a:cxnLst/>
              <a:rect l="l" t="t" r="r" b="b"/>
              <a:pathLst>
                <a:path w="2170429" h="368935">
                  <a:moveTo>
                    <a:pt x="0" y="368808"/>
                  </a:moveTo>
                  <a:lnTo>
                    <a:pt x="2170176" y="368808"/>
                  </a:lnTo>
                  <a:lnTo>
                    <a:pt x="2170176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875789" y="1615262"/>
            <a:ext cx="13633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Network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Application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873252" y="2270760"/>
            <a:ext cx="3461385" cy="635"/>
          </a:xfrm>
          <a:custGeom>
            <a:avLst/>
            <a:gdLst/>
            <a:ahLst/>
            <a:cxnLst/>
            <a:rect l="l" t="t" r="r" b="b"/>
            <a:pathLst>
              <a:path w="3461385" h="635">
                <a:moveTo>
                  <a:pt x="0" y="635"/>
                </a:moveTo>
                <a:lnTo>
                  <a:pt x="3461004" y="0"/>
                </a:lnTo>
              </a:path>
            </a:pathLst>
          </a:custGeom>
          <a:ln w="9144">
            <a:solidFill>
              <a:srgbClr val="F9B4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793997" y="2297683"/>
            <a:ext cx="3905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Kernel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539744" y="2066289"/>
            <a:ext cx="6750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User-space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327840" y="4276280"/>
            <a:ext cx="3246755" cy="421005"/>
            <a:chOff x="5327840" y="4276280"/>
            <a:chExt cx="3246755" cy="421005"/>
          </a:xfrm>
        </p:grpSpPr>
        <p:sp>
          <p:nvSpPr>
            <p:cNvPr id="28" name="object 28" descr=""/>
            <p:cNvSpPr/>
            <p:nvPr/>
          </p:nvSpPr>
          <p:spPr>
            <a:xfrm>
              <a:off x="5340858" y="4289297"/>
              <a:ext cx="3220720" cy="394970"/>
            </a:xfrm>
            <a:custGeom>
              <a:avLst/>
              <a:gdLst/>
              <a:ahLst/>
              <a:cxnLst/>
              <a:rect l="l" t="t" r="r" b="b"/>
              <a:pathLst>
                <a:path w="3220720" h="394970">
                  <a:moveTo>
                    <a:pt x="3220212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3220212" y="394715"/>
                  </a:lnTo>
                  <a:lnTo>
                    <a:pt x="322021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340858" y="4289297"/>
              <a:ext cx="3220720" cy="394970"/>
            </a:xfrm>
            <a:custGeom>
              <a:avLst/>
              <a:gdLst/>
              <a:ahLst/>
              <a:cxnLst/>
              <a:rect l="l" t="t" r="r" b="b"/>
              <a:pathLst>
                <a:path w="3220720" h="394970">
                  <a:moveTo>
                    <a:pt x="0" y="394715"/>
                  </a:moveTo>
                  <a:lnTo>
                    <a:pt x="3220212" y="394715"/>
                  </a:lnTo>
                  <a:lnTo>
                    <a:pt x="3220212" y="0"/>
                  </a:lnTo>
                  <a:lnTo>
                    <a:pt x="0" y="0"/>
                  </a:lnTo>
                  <a:lnTo>
                    <a:pt x="0" y="39471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772147" y="4377944"/>
            <a:ext cx="3575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KVM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879854" y="4290821"/>
            <a:ext cx="3028315" cy="394970"/>
          </a:xfrm>
          <a:prstGeom prst="rect">
            <a:avLst/>
          </a:prstGeom>
          <a:solidFill>
            <a:srgbClr val="92D050"/>
          </a:solidFill>
          <a:ln w="25907">
            <a:solidFill>
              <a:srgbClr val="000000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dirty="0" sz="1200" spc="-20">
                <a:latin typeface="Arial"/>
                <a:cs typeface="Arial"/>
              </a:rPr>
              <a:t>VFIO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326060" y="1990280"/>
            <a:ext cx="2685415" cy="295910"/>
            <a:chOff x="6326060" y="1990280"/>
            <a:chExt cx="2685415" cy="295910"/>
          </a:xfrm>
        </p:grpSpPr>
        <p:sp>
          <p:nvSpPr>
            <p:cNvPr id="33" name="object 33" descr=""/>
            <p:cNvSpPr/>
            <p:nvPr/>
          </p:nvSpPr>
          <p:spPr>
            <a:xfrm>
              <a:off x="6339077" y="2003297"/>
              <a:ext cx="2659380" cy="269875"/>
            </a:xfrm>
            <a:custGeom>
              <a:avLst/>
              <a:gdLst/>
              <a:ahLst/>
              <a:cxnLst/>
              <a:rect l="l" t="t" r="r" b="b"/>
              <a:pathLst>
                <a:path w="2659379" h="269875">
                  <a:moveTo>
                    <a:pt x="2659379" y="0"/>
                  </a:moveTo>
                  <a:lnTo>
                    <a:pt x="0" y="0"/>
                  </a:lnTo>
                  <a:lnTo>
                    <a:pt x="0" y="269748"/>
                  </a:lnTo>
                  <a:lnTo>
                    <a:pt x="2659379" y="269748"/>
                  </a:lnTo>
                  <a:lnTo>
                    <a:pt x="2659379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39077" y="2003297"/>
              <a:ext cx="2659380" cy="269875"/>
            </a:xfrm>
            <a:custGeom>
              <a:avLst/>
              <a:gdLst/>
              <a:ahLst/>
              <a:cxnLst/>
              <a:rect l="l" t="t" r="r" b="b"/>
              <a:pathLst>
                <a:path w="2659379" h="269875">
                  <a:moveTo>
                    <a:pt x="0" y="269748"/>
                  </a:moveTo>
                  <a:lnTo>
                    <a:pt x="2659379" y="269748"/>
                  </a:lnTo>
                  <a:lnTo>
                    <a:pt x="26593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7257415" y="2029155"/>
            <a:ext cx="8229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DPDK/ODP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6309296" y="1584896"/>
            <a:ext cx="2702560" cy="299085"/>
            <a:chOff x="6309296" y="1584896"/>
            <a:chExt cx="2702560" cy="299085"/>
          </a:xfrm>
        </p:grpSpPr>
        <p:sp>
          <p:nvSpPr>
            <p:cNvPr id="37" name="object 37" descr=""/>
            <p:cNvSpPr/>
            <p:nvPr/>
          </p:nvSpPr>
          <p:spPr>
            <a:xfrm>
              <a:off x="6322314" y="1597913"/>
              <a:ext cx="2676525" cy="273050"/>
            </a:xfrm>
            <a:custGeom>
              <a:avLst/>
              <a:gdLst/>
              <a:ahLst/>
              <a:cxnLst/>
              <a:rect l="l" t="t" r="r" b="b"/>
              <a:pathLst>
                <a:path w="2676525" h="273050">
                  <a:moveTo>
                    <a:pt x="2676143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2676143" y="272796"/>
                  </a:lnTo>
                  <a:lnTo>
                    <a:pt x="2676143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322314" y="1597913"/>
              <a:ext cx="2676525" cy="273050"/>
            </a:xfrm>
            <a:custGeom>
              <a:avLst/>
              <a:gdLst/>
              <a:ahLst/>
              <a:cxnLst/>
              <a:rect l="l" t="t" r="r" b="b"/>
              <a:pathLst>
                <a:path w="2676525" h="273050">
                  <a:moveTo>
                    <a:pt x="0" y="272796"/>
                  </a:moveTo>
                  <a:lnTo>
                    <a:pt x="2676143" y="272796"/>
                  </a:lnTo>
                  <a:lnTo>
                    <a:pt x="2676143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7485126" y="1624660"/>
            <a:ext cx="34925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OVS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6681216" y="1751076"/>
            <a:ext cx="297180" cy="208915"/>
          </a:xfrm>
          <a:custGeom>
            <a:avLst/>
            <a:gdLst/>
            <a:ahLst/>
            <a:cxnLst/>
            <a:rect l="l" t="t" r="r" b="b"/>
            <a:pathLst>
              <a:path w="297179" h="208914">
                <a:moveTo>
                  <a:pt x="297179" y="0"/>
                </a:moveTo>
                <a:lnTo>
                  <a:pt x="0" y="0"/>
                </a:lnTo>
                <a:lnTo>
                  <a:pt x="0" y="208787"/>
                </a:lnTo>
                <a:lnTo>
                  <a:pt x="297179" y="208787"/>
                </a:lnTo>
                <a:lnTo>
                  <a:pt x="2971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6772782" y="1779270"/>
            <a:ext cx="1174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IF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8179307" y="1755648"/>
            <a:ext cx="295910" cy="208915"/>
          </a:xfrm>
          <a:custGeom>
            <a:avLst/>
            <a:gdLst/>
            <a:ahLst/>
            <a:cxnLst/>
            <a:rect l="l" t="t" r="r" b="b"/>
            <a:pathLst>
              <a:path w="295909" h="208914">
                <a:moveTo>
                  <a:pt x="295655" y="0"/>
                </a:moveTo>
                <a:lnTo>
                  <a:pt x="0" y="0"/>
                </a:lnTo>
                <a:lnTo>
                  <a:pt x="0" y="208787"/>
                </a:lnTo>
                <a:lnTo>
                  <a:pt x="295655" y="208787"/>
                </a:lnTo>
                <a:lnTo>
                  <a:pt x="2956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8269605" y="1783461"/>
            <a:ext cx="1174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IF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6326060" y="2363660"/>
            <a:ext cx="949960" cy="315595"/>
            <a:chOff x="6326060" y="2363660"/>
            <a:chExt cx="949960" cy="315595"/>
          </a:xfrm>
        </p:grpSpPr>
        <p:sp>
          <p:nvSpPr>
            <p:cNvPr id="45" name="object 45" descr=""/>
            <p:cNvSpPr/>
            <p:nvPr/>
          </p:nvSpPr>
          <p:spPr>
            <a:xfrm>
              <a:off x="6339077" y="2376678"/>
              <a:ext cx="923925" cy="289560"/>
            </a:xfrm>
            <a:custGeom>
              <a:avLst/>
              <a:gdLst/>
              <a:ahLst/>
              <a:cxnLst/>
              <a:rect l="l" t="t" r="r" b="b"/>
              <a:pathLst>
                <a:path w="923925" h="289560">
                  <a:moveTo>
                    <a:pt x="923544" y="0"/>
                  </a:moveTo>
                  <a:lnTo>
                    <a:pt x="0" y="0"/>
                  </a:lnTo>
                  <a:lnTo>
                    <a:pt x="0" y="289560"/>
                  </a:lnTo>
                  <a:lnTo>
                    <a:pt x="923544" y="289560"/>
                  </a:lnTo>
                  <a:lnTo>
                    <a:pt x="923544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339077" y="2376678"/>
              <a:ext cx="923925" cy="289560"/>
            </a:xfrm>
            <a:custGeom>
              <a:avLst/>
              <a:gdLst/>
              <a:ahLst/>
              <a:cxnLst/>
              <a:rect l="l" t="t" r="r" b="b"/>
              <a:pathLst>
                <a:path w="923925" h="289560">
                  <a:moveTo>
                    <a:pt x="0" y="289560"/>
                  </a:moveTo>
                  <a:lnTo>
                    <a:pt x="923544" y="289560"/>
                  </a:lnTo>
                  <a:lnTo>
                    <a:pt x="923544" y="0"/>
                  </a:lnTo>
                  <a:lnTo>
                    <a:pt x="0" y="0"/>
                  </a:lnTo>
                  <a:lnTo>
                    <a:pt x="0" y="28956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6431660" y="2411984"/>
            <a:ext cx="737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vhost-</a:t>
            </a:r>
            <a:r>
              <a:rPr dirty="0" sz="1200" spc="-20">
                <a:latin typeface="Arial"/>
                <a:cs typeface="Arial"/>
              </a:rPr>
              <a:t>user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7349490" y="2381250"/>
            <a:ext cx="1659889" cy="287020"/>
          </a:xfrm>
          <a:custGeom>
            <a:avLst/>
            <a:gdLst/>
            <a:ahLst/>
            <a:cxnLst/>
            <a:rect l="l" t="t" r="r" b="b"/>
            <a:pathLst>
              <a:path w="1659890" h="287019">
                <a:moveTo>
                  <a:pt x="1659636" y="0"/>
                </a:moveTo>
                <a:lnTo>
                  <a:pt x="0" y="0"/>
                </a:lnTo>
                <a:lnTo>
                  <a:pt x="0" y="286512"/>
                </a:lnTo>
                <a:lnTo>
                  <a:pt x="1659636" y="286512"/>
                </a:lnTo>
                <a:lnTo>
                  <a:pt x="1659636" y="0"/>
                </a:lnTo>
                <a:close/>
              </a:path>
            </a:pathLst>
          </a:custGeom>
          <a:solidFill>
            <a:srgbClr val="FF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7349490" y="2381250"/>
            <a:ext cx="1659889" cy="28702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wrap="square" lIns="0" tIns="46990" rIns="0" bIns="0" rtlCol="0" vert="horz">
            <a:spAutoFit/>
          </a:bodyPr>
          <a:lstStyle/>
          <a:p>
            <a:pPr marL="370205">
              <a:lnSpc>
                <a:spcPct val="100000"/>
              </a:lnSpc>
              <a:spcBef>
                <a:spcPts val="370"/>
              </a:spcBef>
            </a:pPr>
            <a:r>
              <a:rPr dirty="0" sz="1200" spc="-30">
                <a:latin typeface="Arial"/>
                <a:cs typeface="Arial"/>
              </a:rPr>
              <a:t>DPAA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Drivers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2106167" y="1812035"/>
            <a:ext cx="7961630" cy="3685540"/>
            <a:chOff x="2106167" y="1812035"/>
            <a:chExt cx="7961630" cy="3685540"/>
          </a:xfrm>
        </p:grpSpPr>
        <p:pic>
          <p:nvPicPr>
            <p:cNvPr id="51" name="object 5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6167" y="1812035"/>
              <a:ext cx="4853939" cy="2330196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2148966" y="1912619"/>
              <a:ext cx="4753610" cy="2167255"/>
            </a:xfrm>
            <a:custGeom>
              <a:avLst/>
              <a:gdLst/>
              <a:ahLst/>
              <a:cxnLst/>
              <a:rect l="l" t="t" r="r" b="b"/>
              <a:pathLst>
                <a:path w="4753609" h="2167254">
                  <a:moveTo>
                    <a:pt x="323341" y="93471"/>
                  </a:moveTo>
                  <a:lnTo>
                    <a:pt x="306324" y="141350"/>
                  </a:lnTo>
                  <a:lnTo>
                    <a:pt x="318262" y="145541"/>
                  </a:lnTo>
                  <a:lnTo>
                    <a:pt x="335280" y="97789"/>
                  </a:lnTo>
                  <a:lnTo>
                    <a:pt x="323341" y="93471"/>
                  </a:lnTo>
                  <a:close/>
                </a:path>
                <a:path w="4753609" h="2167254">
                  <a:moveTo>
                    <a:pt x="365067" y="9778"/>
                  </a:moveTo>
                  <a:lnTo>
                    <a:pt x="353059" y="9778"/>
                  </a:lnTo>
                  <a:lnTo>
                    <a:pt x="364997" y="13969"/>
                  </a:lnTo>
                  <a:lnTo>
                    <a:pt x="357150" y="36048"/>
                  </a:lnTo>
                  <a:lnTo>
                    <a:pt x="369824" y="103124"/>
                  </a:lnTo>
                  <a:lnTo>
                    <a:pt x="373125" y="105409"/>
                  </a:lnTo>
                  <a:lnTo>
                    <a:pt x="379983" y="104139"/>
                  </a:lnTo>
                  <a:lnTo>
                    <a:pt x="382269" y="100837"/>
                  </a:lnTo>
                  <a:lnTo>
                    <a:pt x="365067" y="9778"/>
                  </a:lnTo>
                  <a:close/>
                </a:path>
                <a:path w="4753609" h="2167254">
                  <a:moveTo>
                    <a:pt x="363219" y="0"/>
                  </a:moveTo>
                  <a:lnTo>
                    <a:pt x="287527" y="63880"/>
                  </a:lnTo>
                  <a:lnTo>
                    <a:pt x="284860" y="66166"/>
                  </a:lnTo>
                  <a:lnTo>
                    <a:pt x="284480" y="70230"/>
                  </a:lnTo>
                  <a:lnTo>
                    <a:pt x="289051" y="75564"/>
                  </a:lnTo>
                  <a:lnTo>
                    <a:pt x="293115" y="75818"/>
                  </a:lnTo>
                  <a:lnTo>
                    <a:pt x="295782" y="73659"/>
                  </a:lnTo>
                  <a:lnTo>
                    <a:pt x="345219" y="31778"/>
                  </a:lnTo>
                  <a:lnTo>
                    <a:pt x="353059" y="9778"/>
                  </a:lnTo>
                  <a:lnTo>
                    <a:pt x="365067" y="9778"/>
                  </a:lnTo>
                  <a:lnTo>
                    <a:pt x="363219" y="0"/>
                  </a:lnTo>
                  <a:close/>
                </a:path>
                <a:path w="4753609" h="2167254">
                  <a:moveTo>
                    <a:pt x="354806" y="23657"/>
                  </a:moveTo>
                  <a:lnTo>
                    <a:pt x="345219" y="31778"/>
                  </a:lnTo>
                  <a:lnTo>
                    <a:pt x="336041" y="57530"/>
                  </a:lnTo>
                  <a:lnTo>
                    <a:pt x="347980" y="61849"/>
                  </a:lnTo>
                  <a:lnTo>
                    <a:pt x="357150" y="36048"/>
                  </a:lnTo>
                  <a:lnTo>
                    <a:pt x="354806" y="23657"/>
                  </a:lnTo>
                  <a:close/>
                </a:path>
                <a:path w="4753609" h="2167254">
                  <a:moveTo>
                    <a:pt x="362465" y="13080"/>
                  </a:moveTo>
                  <a:lnTo>
                    <a:pt x="352806" y="13080"/>
                  </a:lnTo>
                  <a:lnTo>
                    <a:pt x="363093" y="16637"/>
                  </a:lnTo>
                  <a:lnTo>
                    <a:pt x="354806" y="23657"/>
                  </a:lnTo>
                  <a:lnTo>
                    <a:pt x="357150" y="36048"/>
                  </a:lnTo>
                  <a:lnTo>
                    <a:pt x="364997" y="13969"/>
                  </a:lnTo>
                  <a:lnTo>
                    <a:pt x="362465" y="13080"/>
                  </a:lnTo>
                  <a:close/>
                </a:path>
                <a:path w="4753609" h="2167254">
                  <a:moveTo>
                    <a:pt x="353059" y="9778"/>
                  </a:moveTo>
                  <a:lnTo>
                    <a:pt x="345219" y="31778"/>
                  </a:lnTo>
                  <a:lnTo>
                    <a:pt x="354806" y="23657"/>
                  </a:lnTo>
                  <a:lnTo>
                    <a:pt x="352806" y="13080"/>
                  </a:lnTo>
                  <a:lnTo>
                    <a:pt x="362465" y="13080"/>
                  </a:lnTo>
                  <a:lnTo>
                    <a:pt x="353059" y="9778"/>
                  </a:lnTo>
                  <a:close/>
                </a:path>
                <a:path w="4753609" h="2167254">
                  <a:moveTo>
                    <a:pt x="352806" y="13080"/>
                  </a:moveTo>
                  <a:lnTo>
                    <a:pt x="354806" y="23657"/>
                  </a:lnTo>
                  <a:lnTo>
                    <a:pt x="363093" y="16637"/>
                  </a:lnTo>
                  <a:lnTo>
                    <a:pt x="352806" y="13080"/>
                  </a:lnTo>
                  <a:close/>
                </a:path>
                <a:path w="4753609" h="2167254">
                  <a:moveTo>
                    <a:pt x="293624" y="177291"/>
                  </a:moveTo>
                  <a:lnTo>
                    <a:pt x="276859" y="225297"/>
                  </a:lnTo>
                  <a:lnTo>
                    <a:pt x="288797" y="229488"/>
                  </a:lnTo>
                  <a:lnTo>
                    <a:pt x="305562" y="181482"/>
                  </a:lnTo>
                  <a:lnTo>
                    <a:pt x="293624" y="177291"/>
                  </a:lnTo>
                  <a:close/>
                </a:path>
                <a:path w="4753609" h="2167254">
                  <a:moveTo>
                    <a:pt x="264287" y="261238"/>
                  </a:moveTo>
                  <a:lnTo>
                    <a:pt x="247522" y="309244"/>
                  </a:lnTo>
                  <a:lnTo>
                    <a:pt x="259587" y="313435"/>
                  </a:lnTo>
                  <a:lnTo>
                    <a:pt x="276225" y="265429"/>
                  </a:lnTo>
                  <a:lnTo>
                    <a:pt x="264287" y="261238"/>
                  </a:lnTo>
                  <a:close/>
                </a:path>
                <a:path w="4753609" h="2167254">
                  <a:moveTo>
                    <a:pt x="235203" y="345313"/>
                  </a:moveTo>
                  <a:lnTo>
                    <a:pt x="219075" y="393572"/>
                  </a:lnTo>
                  <a:lnTo>
                    <a:pt x="231139" y="397509"/>
                  </a:lnTo>
                  <a:lnTo>
                    <a:pt x="247269" y="349376"/>
                  </a:lnTo>
                  <a:lnTo>
                    <a:pt x="235203" y="345313"/>
                  </a:lnTo>
                  <a:close/>
                </a:path>
                <a:path w="4753609" h="2167254">
                  <a:moveTo>
                    <a:pt x="207009" y="429640"/>
                  </a:moveTo>
                  <a:lnTo>
                    <a:pt x="190881" y="477774"/>
                  </a:lnTo>
                  <a:lnTo>
                    <a:pt x="202945" y="481838"/>
                  </a:lnTo>
                  <a:lnTo>
                    <a:pt x="219075" y="433704"/>
                  </a:lnTo>
                  <a:lnTo>
                    <a:pt x="207009" y="429640"/>
                  </a:lnTo>
                  <a:close/>
                </a:path>
                <a:path w="4753609" h="2167254">
                  <a:moveTo>
                    <a:pt x="179196" y="514222"/>
                  </a:moveTo>
                  <a:lnTo>
                    <a:pt x="164083" y="562737"/>
                  </a:lnTo>
                  <a:lnTo>
                    <a:pt x="176149" y="566546"/>
                  </a:lnTo>
                  <a:lnTo>
                    <a:pt x="191388" y="518032"/>
                  </a:lnTo>
                  <a:lnTo>
                    <a:pt x="179196" y="514222"/>
                  </a:lnTo>
                  <a:close/>
                </a:path>
                <a:path w="4753609" h="2167254">
                  <a:moveTo>
                    <a:pt x="152653" y="599058"/>
                  </a:moveTo>
                  <a:lnTo>
                    <a:pt x="138302" y="644525"/>
                  </a:lnTo>
                  <a:lnTo>
                    <a:pt x="137413" y="647572"/>
                  </a:lnTo>
                  <a:lnTo>
                    <a:pt x="149606" y="651255"/>
                  </a:lnTo>
                  <a:lnTo>
                    <a:pt x="150368" y="648334"/>
                  </a:lnTo>
                  <a:lnTo>
                    <a:pt x="164719" y="602868"/>
                  </a:lnTo>
                  <a:lnTo>
                    <a:pt x="152653" y="599058"/>
                  </a:lnTo>
                  <a:close/>
                </a:path>
                <a:path w="4753609" h="2167254">
                  <a:moveTo>
                    <a:pt x="126618" y="684149"/>
                  </a:moveTo>
                  <a:lnTo>
                    <a:pt x="115315" y="722629"/>
                  </a:lnTo>
                  <a:lnTo>
                    <a:pt x="112394" y="733043"/>
                  </a:lnTo>
                  <a:lnTo>
                    <a:pt x="124713" y="736472"/>
                  </a:lnTo>
                  <a:lnTo>
                    <a:pt x="127507" y="726313"/>
                  </a:lnTo>
                  <a:lnTo>
                    <a:pt x="138810" y="687831"/>
                  </a:lnTo>
                  <a:lnTo>
                    <a:pt x="126618" y="684149"/>
                  </a:lnTo>
                  <a:close/>
                </a:path>
                <a:path w="4753609" h="2167254">
                  <a:moveTo>
                    <a:pt x="102234" y="769746"/>
                  </a:moveTo>
                  <a:lnTo>
                    <a:pt x="93980" y="799972"/>
                  </a:lnTo>
                  <a:lnTo>
                    <a:pt x="89026" y="818895"/>
                  </a:lnTo>
                  <a:lnTo>
                    <a:pt x="101345" y="822070"/>
                  </a:lnTo>
                  <a:lnTo>
                    <a:pt x="106171" y="803275"/>
                  </a:lnTo>
                  <a:lnTo>
                    <a:pt x="114553" y="773176"/>
                  </a:lnTo>
                  <a:lnTo>
                    <a:pt x="102234" y="769746"/>
                  </a:lnTo>
                  <a:close/>
                </a:path>
                <a:path w="4753609" h="2167254">
                  <a:moveTo>
                    <a:pt x="79501" y="855852"/>
                  </a:moveTo>
                  <a:lnTo>
                    <a:pt x="74168" y="876045"/>
                  </a:lnTo>
                  <a:lnTo>
                    <a:pt x="67309" y="905255"/>
                  </a:lnTo>
                  <a:lnTo>
                    <a:pt x="79628" y="908176"/>
                  </a:lnTo>
                  <a:lnTo>
                    <a:pt x="86487" y="879220"/>
                  </a:lnTo>
                  <a:lnTo>
                    <a:pt x="91693" y="859027"/>
                  </a:lnTo>
                  <a:lnTo>
                    <a:pt x="79501" y="855852"/>
                  </a:lnTo>
                  <a:close/>
                </a:path>
                <a:path w="4753609" h="2167254">
                  <a:moveTo>
                    <a:pt x="58546" y="942339"/>
                  </a:moveTo>
                  <a:lnTo>
                    <a:pt x="56514" y="950976"/>
                  </a:lnTo>
                  <a:lnTo>
                    <a:pt x="47751" y="992124"/>
                  </a:lnTo>
                  <a:lnTo>
                    <a:pt x="60197" y="994790"/>
                  </a:lnTo>
                  <a:lnTo>
                    <a:pt x="68833" y="954024"/>
                  </a:lnTo>
                  <a:lnTo>
                    <a:pt x="70865" y="945260"/>
                  </a:lnTo>
                  <a:lnTo>
                    <a:pt x="58546" y="942339"/>
                  </a:lnTo>
                  <a:close/>
                </a:path>
                <a:path w="4753609" h="2167254">
                  <a:moveTo>
                    <a:pt x="39877" y="1029588"/>
                  </a:moveTo>
                  <a:lnTo>
                    <a:pt x="30733" y="1079500"/>
                  </a:lnTo>
                  <a:lnTo>
                    <a:pt x="43180" y="1081913"/>
                  </a:lnTo>
                  <a:lnTo>
                    <a:pt x="52450" y="1031875"/>
                  </a:lnTo>
                  <a:lnTo>
                    <a:pt x="39877" y="1029588"/>
                  </a:lnTo>
                  <a:close/>
                </a:path>
                <a:path w="4753609" h="2167254">
                  <a:moveTo>
                    <a:pt x="24256" y="1117345"/>
                  </a:moveTo>
                  <a:lnTo>
                    <a:pt x="16509" y="1167510"/>
                  </a:lnTo>
                  <a:lnTo>
                    <a:pt x="29082" y="1169415"/>
                  </a:lnTo>
                  <a:lnTo>
                    <a:pt x="36830" y="1119251"/>
                  </a:lnTo>
                  <a:lnTo>
                    <a:pt x="24256" y="1117345"/>
                  </a:lnTo>
                  <a:close/>
                </a:path>
                <a:path w="4753609" h="2167254">
                  <a:moveTo>
                    <a:pt x="11937" y="1205483"/>
                  </a:moveTo>
                  <a:lnTo>
                    <a:pt x="8000" y="1237233"/>
                  </a:lnTo>
                  <a:lnTo>
                    <a:pt x="6476" y="1256283"/>
                  </a:lnTo>
                  <a:lnTo>
                    <a:pt x="19176" y="1257300"/>
                  </a:lnTo>
                  <a:lnTo>
                    <a:pt x="20700" y="1238757"/>
                  </a:lnTo>
                  <a:lnTo>
                    <a:pt x="24510" y="1207007"/>
                  </a:lnTo>
                  <a:lnTo>
                    <a:pt x="11937" y="1205483"/>
                  </a:lnTo>
                  <a:close/>
                </a:path>
                <a:path w="4753609" h="2167254">
                  <a:moveTo>
                    <a:pt x="3301" y="1294256"/>
                  </a:moveTo>
                  <a:lnTo>
                    <a:pt x="2539" y="1304797"/>
                  </a:lnTo>
                  <a:lnTo>
                    <a:pt x="888" y="1345183"/>
                  </a:lnTo>
                  <a:lnTo>
                    <a:pt x="13588" y="1345691"/>
                  </a:lnTo>
                  <a:lnTo>
                    <a:pt x="15112" y="1305814"/>
                  </a:lnTo>
                  <a:lnTo>
                    <a:pt x="16001" y="1295272"/>
                  </a:lnTo>
                  <a:lnTo>
                    <a:pt x="3301" y="1294256"/>
                  </a:lnTo>
                  <a:close/>
                </a:path>
                <a:path w="4753609" h="2167254">
                  <a:moveTo>
                    <a:pt x="12700" y="1383664"/>
                  </a:moveTo>
                  <a:lnTo>
                    <a:pt x="0" y="1383664"/>
                  </a:lnTo>
                  <a:lnTo>
                    <a:pt x="378" y="1434338"/>
                  </a:lnTo>
                  <a:lnTo>
                    <a:pt x="381" y="1434718"/>
                  </a:lnTo>
                  <a:lnTo>
                    <a:pt x="13081" y="1434338"/>
                  </a:lnTo>
                  <a:lnTo>
                    <a:pt x="12700" y="1383664"/>
                  </a:lnTo>
                  <a:close/>
                </a:path>
                <a:path w="4753609" h="2167254">
                  <a:moveTo>
                    <a:pt x="15366" y="1472056"/>
                  </a:moveTo>
                  <a:lnTo>
                    <a:pt x="2793" y="1472818"/>
                  </a:lnTo>
                  <a:lnTo>
                    <a:pt x="4145" y="1495552"/>
                  </a:lnTo>
                  <a:lnTo>
                    <a:pt x="4190" y="1496314"/>
                  </a:lnTo>
                  <a:lnTo>
                    <a:pt x="7619" y="1523745"/>
                  </a:lnTo>
                  <a:lnTo>
                    <a:pt x="20193" y="1522221"/>
                  </a:lnTo>
                  <a:lnTo>
                    <a:pt x="16985" y="1496314"/>
                  </a:lnTo>
                  <a:lnTo>
                    <a:pt x="16890" y="1495552"/>
                  </a:lnTo>
                  <a:lnTo>
                    <a:pt x="15416" y="1472818"/>
                  </a:lnTo>
                  <a:lnTo>
                    <a:pt x="15366" y="1472056"/>
                  </a:lnTo>
                  <a:close/>
                </a:path>
                <a:path w="4753609" h="2167254">
                  <a:moveTo>
                    <a:pt x="25145" y="1559559"/>
                  </a:moveTo>
                  <a:lnTo>
                    <a:pt x="12700" y="1561845"/>
                  </a:lnTo>
                  <a:lnTo>
                    <a:pt x="22225" y="1611756"/>
                  </a:lnTo>
                  <a:lnTo>
                    <a:pt x="34670" y="1609343"/>
                  </a:lnTo>
                  <a:lnTo>
                    <a:pt x="25145" y="1559559"/>
                  </a:lnTo>
                  <a:close/>
                </a:path>
                <a:path w="4753609" h="2167254">
                  <a:moveTo>
                    <a:pt x="44322" y="1645792"/>
                  </a:moveTo>
                  <a:lnTo>
                    <a:pt x="32131" y="1649094"/>
                  </a:lnTo>
                  <a:lnTo>
                    <a:pt x="37464" y="1668906"/>
                  </a:lnTo>
                  <a:lnTo>
                    <a:pt x="47878" y="1697862"/>
                  </a:lnTo>
                  <a:lnTo>
                    <a:pt x="59816" y="1693544"/>
                  </a:lnTo>
                  <a:lnTo>
                    <a:pt x="49783" y="1665604"/>
                  </a:lnTo>
                  <a:lnTo>
                    <a:pt x="44322" y="1645792"/>
                  </a:lnTo>
                  <a:close/>
                </a:path>
                <a:path w="4753609" h="2167254">
                  <a:moveTo>
                    <a:pt x="73406" y="1728469"/>
                  </a:moveTo>
                  <a:lnTo>
                    <a:pt x="61975" y="1733803"/>
                  </a:lnTo>
                  <a:lnTo>
                    <a:pt x="79501" y="1772030"/>
                  </a:lnTo>
                  <a:lnTo>
                    <a:pt x="84200" y="1780158"/>
                  </a:lnTo>
                  <a:lnTo>
                    <a:pt x="95250" y="1773808"/>
                  </a:lnTo>
                  <a:lnTo>
                    <a:pt x="91058" y="1766696"/>
                  </a:lnTo>
                  <a:lnTo>
                    <a:pt x="73406" y="1728469"/>
                  </a:lnTo>
                  <a:close/>
                </a:path>
                <a:path w="4753609" h="2167254">
                  <a:moveTo>
                    <a:pt x="114300" y="1806702"/>
                  </a:moveTo>
                  <a:lnTo>
                    <a:pt x="103030" y="1813178"/>
                  </a:lnTo>
                  <a:lnTo>
                    <a:pt x="103324" y="1813178"/>
                  </a:lnTo>
                  <a:lnTo>
                    <a:pt x="107060" y="1819655"/>
                  </a:lnTo>
                  <a:lnTo>
                    <a:pt x="132587" y="1855215"/>
                  </a:lnTo>
                  <a:lnTo>
                    <a:pt x="143001" y="1847849"/>
                  </a:lnTo>
                  <a:lnTo>
                    <a:pt x="118109" y="1813178"/>
                  </a:lnTo>
                  <a:lnTo>
                    <a:pt x="114300" y="1806702"/>
                  </a:lnTo>
                  <a:close/>
                </a:path>
                <a:path w="4753609" h="2167254">
                  <a:moveTo>
                    <a:pt x="166877" y="1876678"/>
                  </a:moveTo>
                  <a:lnTo>
                    <a:pt x="157352" y="1885060"/>
                  </a:lnTo>
                  <a:lnTo>
                    <a:pt x="176021" y="1906396"/>
                  </a:lnTo>
                  <a:lnTo>
                    <a:pt x="192912" y="1922017"/>
                  </a:lnTo>
                  <a:lnTo>
                    <a:pt x="201549" y="1912746"/>
                  </a:lnTo>
                  <a:lnTo>
                    <a:pt x="185674" y="1897887"/>
                  </a:lnTo>
                  <a:lnTo>
                    <a:pt x="166877" y="1876678"/>
                  </a:lnTo>
                  <a:close/>
                </a:path>
                <a:path w="4753609" h="2167254">
                  <a:moveTo>
                    <a:pt x="229362" y="1938019"/>
                  </a:moveTo>
                  <a:lnTo>
                    <a:pt x="221614" y="1948052"/>
                  </a:lnTo>
                  <a:lnTo>
                    <a:pt x="262127" y="1978786"/>
                  </a:lnTo>
                  <a:lnTo>
                    <a:pt x="269747" y="1968753"/>
                  </a:lnTo>
                  <a:lnTo>
                    <a:pt x="229362" y="1938019"/>
                  </a:lnTo>
                  <a:close/>
                </a:path>
                <a:path w="4753609" h="2167254">
                  <a:moveTo>
                    <a:pt x="301497" y="1988692"/>
                  </a:moveTo>
                  <a:lnTo>
                    <a:pt x="294766" y="1999487"/>
                  </a:lnTo>
                  <a:lnTo>
                    <a:pt x="317116" y="2013330"/>
                  </a:lnTo>
                  <a:lnTo>
                    <a:pt x="339470" y="2024633"/>
                  </a:lnTo>
                  <a:lnTo>
                    <a:pt x="345185" y="2013330"/>
                  </a:lnTo>
                  <a:lnTo>
                    <a:pt x="323595" y="2002408"/>
                  </a:lnTo>
                  <a:lnTo>
                    <a:pt x="301497" y="1988692"/>
                  </a:lnTo>
                  <a:close/>
                </a:path>
                <a:path w="4753609" h="2167254">
                  <a:moveTo>
                    <a:pt x="379221" y="2030475"/>
                  </a:moveTo>
                  <a:lnTo>
                    <a:pt x="373506" y="2041778"/>
                  </a:lnTo>
                  <a:lnTo>
                    <a:pt x="374269" y="2042159"/>
                  </a:lnTo>
                  <a:lnTo>
                    <a:pt x="405891" y="2055494"/>
                  </a:lnTo>
                  <a:lnTo>
                    <a:pt x="421258" y="2061209"/>
                  </a:lnTo>
                  <a:lnTo>
                    <a:pt x="425576" y="2049271"/>
                  </a:lnTo>
                  <a:lnTo>
                    <a:pt x="410718" y="2043810"/>
                  </a:lnTo>
                  <a:lnTo>
                    <a:pt x="379983" y="2030856"/>
                  </a:lnTo>
                  <a:lnTo>
                    <a:pt x="379221" y="2030475"/>
                  </a:lnTo>
                  <a:close/>
                </a:path>
                <a:path w="4753609" h="2167254">
                  <a:moveTo>
                    <a:pt x="461390" y="2061463"/>
                  </a:moveTo>
                  <a:lnTo>
                    <a:pt x="457581" y="2073528"/>
                  </a:lnTo>
                  <a:lnTo>
                    <a:pt x="476503" y="2079497"/>
                  </a:lnTo>
                  <a:lnTo>
                    <a:pt x="506475" y="2087879"/>
                  </a:lnTo>
                  <a:lnTo>
                    <a:pt x="509905" y="2075687"/>
                  </a:lnTo>
                  <a:lnTo>
                    <a:pt x="480313" y="2067432"/>
                  </a:lnTo>
                  <a:lnTo>
                    <a:pt x="461390" y="2061463"/>
                  </a:lnTo>
                  <a:close/>
                </a:path>
                <a:path w="4753609" h="2167254">
                  <a:moveTo>
                    <a:pt x="546734" y="2084958"/>
                  </a:moveTo>
                  <a:lnTo>
                    <a:pt x="543687" y="2097278"/>
                  </a:lnTo>
                  <a:lnTo>
                    <a:pt x="556640" y="2100579"/>
                  </a:lnTo>
                  <a:lnTo>
                    <a:pt x="593470" y="2108327"/>
                  </a:lnTo>
                  <a:lnTo>
                    <a:pt x="596010" y="2096007"/>
                  </a:lnTo>
                  <a:lnTo>
                    <a:pt x="559688" y="2088133"/>
                  </a:lnTo>
                  <a:lnTo>
                    <a:pt x="546734" y="2084958"/>
                  </a:lnTo>
                  <a:close/>
                </a:path>
                <a:path w="4753609" h="2167254">
                  <a:moveTo>
                    <a:pt x="633349" y="2103119"/>
                  </a:moveTo>
                  <a:lnTo>
                    <a:pt x="630935" y="2115692"/>
                  </a:lnTo>
                  <a:lnTo>
                    <a:pt x="645668" y="2118360"/>
                  </a:lnTo>
                  <a:lnTo>
                    <a:pt x="681227" y="2124202"/>
                  </a:lnTo>
                  <a:lnTo>
                    <a:pt x="683259" y="2111755"/>
                  </a:lnTo>
                  <a:lnTo>
                    <a:pt x="647953" y="2105913"/>
                  </a:lnTo>
                  <a:lnTo>
                    <a:pt x="633349" y="2103119"/>
                  </a:lnTo>
                  <a:close/>
                </a:path>
                <a:path w="4753609" h="2167254">
                  <a:moveTo>
                    <a:pt x="720851" y="2117343"/>
                  </a:moveTo>
                  <a:lnTo>
                    <a:pt x="718946" y="2129916"/>
                  </a:lnTo>
                  <a:lnTo>
                    <a:pt x="742950" y="2133346"/>
                  </a:lnTo>
                  <a:lnTo>
                    <a:pt x="769493" y="2136647"/>
                  </a:lnTo>
                  <a:lnTo>
                    <a:pt x="771016" y="2123947"/>
                  </a:lnTo>
                  <a:lnTo>
                    <a:pt x="744727" y="2120772"/>
                  </a:lnTo>
                  <a:lnTo>
                    <a:pt x="720851" y="2117343"/>
                  </a:lnTo>
                  <a:close/>
                </a:path>
                <a:path w="4753609" h="2167254">
                  <a:moveTo>
                    <a:pt x="808735" y="2128392"/>
                  </a:moveTo>
                  <a:lnTo>
                    <a:pt x="807465" y="2141092"/>
                  </a:lnTo>
                  <a:lnTo>
                    <a:pt x="848106" y="2145410"/>
                  </a:lnTo>
                  <a:lnTo>
                    <a:pt x="858012" y="2146299"/>
                  </a:lnTo>
                  <a:lnTo>
                    <a:pt x="859155" y="2133727"/>
                  </a:lnTo>
                  <a:lnTo>
                    <a:pt x="849376" y="2132837"/>
                  </a:lnTo>
                  <a:lnTo>
                    <a:pt x="808735" y="2128392"/>
                  </a:lnTo>
                  <a:close/>
                </a:path>
                <a:path w="4753609" h="2167254">
                  <a:moveTo>
                    <a:pt x="897127" y="2137155"/>
                  </a:moveTo>
                  <a:lnTo>
                    <a:pt x="895984" y="2149855"/>
                  </a:lnTo>
                  <a:lnTo>
                    <a:pt x="903224" y="2150491"/>
                  </a:lnTo>
                  <a:lnTo>
                    <a:pt x="946784" y="2153792"/>
                  </a:lnTo>
                  <a:lnTo>
                    <a:pt x="947674" y="2141092"/>
                  </a:lnTo>
                  <a:lnTo>
                    <a:pt x="904366" y="2137791"/>
                  </a:lnTo>
                  <a:lnTo>
                    <a:pt x="897127" y="2137155"/>
                  </a:lnTo>
                  <a:close/>
                </a:path>
                <a:path w="4753609" h="2167254">
                  <a:moveTo>
                    <a:pt x="985646" y="2143632"/>
                  </a:moveTo>
                  <a:lnTo>
                    <a:pt x="984757" y="2156332"/>
                  </a:lnTo>
                  <a:lnTo>
                    <a:pt x="1018539" y="2158491"/>
                  </a:lnTo>
                  <a:lnTo>
                    <a:pt x="1035684" y="2159254"/>
                  </a:lnTo>
                  <a:lnTo>
                    <a:pt x="1036193" y="2146554"/>
                  </a:lnTo>
                  <a:lnTo>
                    <a:pt x="1019301" y="2145791"/>
                  </a:lnTo>
                  <a:lnTo>
                    <a:pt x="985646" y="2143632"/>
                  </a:lnTo>
                  <a:close/>
                </a:path>
                <a:path w="4753609" h="2167254">
                  <a:moveTo>
                    <a:pt x="1074293" y="2148331"/>
                  </a:moveTo>
                  <a:lnTo>
                    <a:pt x="1073658" y="2161031"/>
                  </a:lnTo>
                  <a:lnTo>
                    <a:pt x="1124458" y="2163191"/>
                  </a:lnTo>
                  <a:lnTo>
                    <a:pt x="1124966" y="2150617"/>
                  </a:lnTo>
                  <a:lnTo>
                    <a:pt x="1074293" y="2148331"/>
                  </a:lnTo>
                  <a:close/>
                </a:path>
                <a:path w="4753609" h="2167254">
                  <a:moveTo>
                    <a:pt x="1162938" y="2151760"/>
                  </a:moveTo>
                  <a:lnTo>
                    <a:pt x="1162684" y="2164460"/>
                  </a:lnTo>
                  <a:lnTo>
                    <a:pt x="1213484" y="2165604"/>
                  </a:lnTo>
                  <a:lnTo>
                    <a:pt x="1213738" y="2152904"/>
                  </a:lnTo>
                  <a:lnTo>
                    <a:pt x="1162938" y="2151760"/>
                  </a:lnTo>
                  <a:close/>
                </a:path>
                <a:path w="4753609" h="2167254">
                  <a:moveTo>
                    <a:pt x="1251838" y="2153792"/>
                  </a:moveTo>
                  <a:lnTo>
                    <a:pt x="1251584" y="2166492"/>
                  </a:lnTo>
                  <a:lnTo>
                    <a:pt x="1302511" y="2167000"/>
                  </a:lnTo>
                  <a:lnTo>
                    <a:pt x="1302511" y="2154300"/>
                  </a:lnTo>
                  <a:lnTo>
                    <a:pt x="1251838" y="2153792"/>
                  </a:lnTo>
                  <a:close/>
                </a:path>
                <a:path w="4753609" h="2167254">
                  <a:moveTo>
                    <a:pt x="1391411" y="2154554"/>
                  </a:moveTo>
                  <a:lnTo>
                    <a:pt x="1340611" y="2154554"/>
                  </a:lnTo>
                  <a:lnTo>
                    <a:pt x="1340611" y="2167254"/>
                  </a:lnTo>
                  <a:lnTo>
                    <a:pt x="1391411" y="2167254"/>
                  </a:lnTo>
                  <a:lnTo>
                    <a:pt x="1391411" y="2154554"/>
                  </a:lnTo>
                  <a:close/>
                </a:path>
                <a:path w="4753609" h="2167254">
                  <a:moveTo>
                    <a:pt x="1480184" y="2153538"/>
                  </a:moveTo>
                  <a:lnTo>
                    <a:pt x="1429384" y="2154173"/>
                  </a:lnTo>
                  <a:lnTo>
                    <a:pt x="1429626" y="2166238"/>
                  </a:lnTo>
                  <a:lnTo>
                    <a:pt x="1429638" y="2166873"/>
                  </a:lnTo>
                  <a:lnTo>
                    <a:pt x="1480311" y="2166238"/>
                  </a:lnTo>
                  <a:lnTo>
                    <a:pt x="1480184" y="2153538"/>
                  </a:lnTo>
                  <a:close/>
                </a:path>
                <a:path w="4753609" h="2167254">
                  <a:moveTo>
                    <a:pt x="1568958" y="2151760"/>
                  </a:moveTo>
                  <a:lnTo>
                    <a:pt x="1534033" y="2152777"/>
                  </a:lnTo>
                  <a:lnTo>
                    <a:pt x="1518284" y="2153030"/>
                  </a:lnTo>
                  <a:lnTo>
                    <a:pt x="1518411" y="2165730"/>
                  </a:lnTo>
                  <a:lnTo>
                    <a:pt x="1534159" y="2165477"/>
                  </a:lnTo>
                  <a:lnTo>
                    <a:pt x="1569338" y="2164460"/>
                  </a:lnTo>
                  <a:lnTo>
                    <a:pt x="1568996" y="2153030"/>
                  </a:lnTo>
                  <a:lnTo>
                    <a:pt x="1568958" y="2151760"/>
                  </a:lnTo>
                  <a:close/>
                </a:path>
                <a:path w="4753609" h="2167254">
                  <a:moveTo>
                    <a:pt x="1657858" y="2149093"/>
                  </a:moveTo>
                  <a:lnTo>
                    <a:pt x="1607058" y="2150617"/>
                  </a:lnTo>
                  <a:lnTo>
                    <a:pt x="1607393" y="2161793"/>
                  </a:lnTo>
                  <a:lnTo>
                    <a:pt x="1607438" y="2163317"/>
                  </a:lnTo>
                  <a:lnTo>
                    <a:pt x="1658238" y="2161793"/>
                  </a:lnTo>
                  <a:lnTo>
                    <a:pt x="1657903" y="2150617"/>
                  </a:lnTo>
                  <a:lnTo>
                    <a:pt x="1657858" y="2149093"/>
                  </a:lnTo>
                  <a:close/>
                </a:path>
                <a:path w="4753609" h="2167254">
                  <a:moveTo>
                    <a:pt x="1746504" y="2145284"/>
                  </a:moveTo>
                  <a:lnTo>
                    <a:pt x="1695831" y="2147569"/>
                  </a:lnTo>
                  <a:lnTo>
                    <a:pt x="1696247" y="2157984"/>
                  </a:lnTo>
                  <a:lnTo>
                    <a:pt x="1696338" y="2160269"/>
                  </a:lnTo>
                  <a:lnTo>
                    <a:pt x="1747138" y="2157984"/>
                  </a:lnTo>
                  <a:lnTo>
                    <a:pt x="1746618" y="2147569"/>
                  </a:lnTo>
                  <a:lnTo>
                    <a:pt x="1746504" y="2145284"/>
                  </a:lnTo>
                  <a:close/>
                </a:path>
                <a:path w="4753609" h="2167254">
                  <a:moveTo>
                    <a:pt x="1835277" y="2141092"/>
                  </a:moveTo>
                  <a:lnTo>
                    <a:pt x="1814830" y="2142362"/>
                  </a:lnTo>
                  <a:lnTo>
                    <a:pt x="1784604" y="2143632"/>
                  </a:lnTo>
                  <a:lnTo>
                    <a:pt x="1785111" y="2153792"/>
                  </a:lnTo>
                  <a:lnTo>
                    <a:pt x="1785238" y="2156332"/>
                  </a:lnTo>
                  <a:lnTo>
                    <a:pt x="1836038" y="2153792"/>
                  </a:lnTo>
                  <a:lnTo>
                    <a:pt x="1835429" y="2143632"/>
                  </a:lnTo>
                  <a:lnTo>
                    <a:pt x="1835353" y="2142362"/>
                  </a:lnTo>
                  <a:lnTo>
                    <a:pt x="1835277" y="2141092"/>
                  </a:lnTo>
                  <a:close/>
                </a:path>
                <a:path w="4753609" h="2167254">
                  <a:moveTo>
                    <a:pt x="1924049" y="2136012"/>
                  </a:moveTo>
                  <a:lnTo>
                    <a:pt x="1873249" y="2138934"/>
                  </a:lnTo>
                  <a:lnTo>
                    <a:pt x="1874011" y="2151634"/>
                  </a:lnTo>
                  <a:lnTo>
                    <a:pt x="1924811" y="2148585"/>
                  </a:lnTo>
                  <a:lnTo>
                    <a:pt x="1924049" y="2136012"/>
                  </a:lnTo>
                  <a:close/>
                </a:path>
                <a:path w="4753609" h="2167254">
                  <a:moveTo>
                    <a:pt x="2012695" y="2130043"/>
                  </a:moveTo>
                  <a:lnTo>
                    <a:pt x="1962022" y="2133727"/>
                  </a:lnTo>
                  <a:lnTo>
                    <a:pt x="1962911" y="2146427"/>
                  </a:lnTo>
                  <a:lnTo>
                    <a:pt x="2013584" y="2142743"/>
                  </a:lnTo>
                  <a:lnTo>
                    <a:pt x="2012695" y="2130043"/>
                  </a:lnTo>
                  <a:close/>
                </a:path>
                <a:path w="4753609" h="2167254">
                  <a:moveTo>
                    <a:pt x="2101342" y="2123821"/>
                  </a:moveTo>
                  <a:lnTo>
                    <a:pt x="2050669" y="2127377"/>
                  </a:lnTo>
                  <a:lnTo>
                    <a:pt x="2051558" y="2140077"/>
                  </a:lnTo>
                  <a:lnTo>
                    <a:pt x="2102231" y="2136393"/>
                  </a:lnTo>
                  <a:lnTo>
                    <a:pt x="2101342" y="2123821"/>
                  </a:lnTo>
                  <a:close/>
                </a:path>
                <a:path w="4753609" h="2167254">
                  <a:moveTo>
                    <a:pt x="2189860" y="2116328"/>
                  </a:moveTo>
                  <a:lnTo>
                    <a:pt x="2139187" y="2120646"/>
                  </a:lnTo>
                  <a:lnTo>
                    <a:pt x="2140331" y="2133346"/>
                  </a:lnTo>
                  <a:lnTo>
                    <a:pt x="2190877" y="2129028"/>
                  </a:lnTo>
                  <a:lnTo>
                    <a:pt x="2189860" y="2116328"/>
                  </a:lnTo>
                  <a:close/>
                </a:path>
                <a:path w="4753609" h="2167254">
                  <a:moveTo>
                    <a:pt x="2278253" y="2108580"/>
                  </a:moveTo>
                  <a:lnTo>
                    <a:pt x="2250947" y="2111247"/>
                  </a:lnTo>
                  <a:lnTo>
                    <a:pt x="2227834" y="2113153"/>
                  </a:lnTo>
                  <a:lnTo>
                    <a:pt x="2228849" y="2125853"/>
                  </a:lnTo>
                  <a:lnTo>
                    <a:pt x="2251963" y="2123947"/>
                  </a:lnTo>
                  <a:lnTo>
                    <a:pt x="2279522" y="2121280"/>
                  </a:lnTo>
                  <a:lnTo>
                    <a:pt x="2278253" y="2108580"/>
                  </a:lnTo>
                  <a:close/>
                </a:path>
                <a:path w="4753609" h="2167254">
                  <a:moveTo>
                    <a:pt x="2366772" y="2100072"/>
                  </a:moveTo>
                  <a:lnTo>
                    <a:pt x="2316225" y="2104897"/>
                  </a:lnTo>
                  <a:lnTo>
                    <a:pt x="2317496" y="2117597"/>
                  </a:lnTo>
                  <a:lnTo>
                    <a:pt x="2368042" y="2112644"/>
                  </a:lnTo>
                  <a:lnTo>
                    <a:pt x="2366772" y="2100072"/>
                  </a:lnTo>
                  <a:close/>
                </a:path>
                <a:path w="4753609" h="2167254">
                  <a:moveTo>
                    <a:pt x="2455163" y="2090927"/>
                  </a:moveTo>
                  <a:lnTo>
                    <a:pt x="2404618" y="2096388"/>
                  </a:lnTo>
                  <a:lnTo>
                    <a:pt x="2406015" y="2108961"/>
                  </a:lnTo>
                  <a:lnTo>
                    <a:pt x="2456560" y="2103500"/>
                  </a:lnTo>
                  <a:lnTo>
                    <a:pt x="2455163" y="2090927"/>
                  </a:lnTo>
                  <a:close/>
                </a:path>
                <a:path w="4753609" h="2167254">
                  <a:moveTo>
                    <a:pt x="2543556" y="2081275"/>
                  </a:moveTo>
                  <a:lnTo>
                    <a:pt x="2493010" y="2086736"/>
                  </a:lnTo>
                  <a:lnTo>
                    <a:pt x="2494407" y="2099436"/>
                  </a:lnTo>
                  <a:lnTo>
                    <a:pt x="2544953" y="2093975"/>
                  </a:lnTo>
                  <a:lnTo>
                    <a:pt x="2543556" y="2081275"/>
                  </a:lnTo>
                  <a:close/>
                </a:path>
                <a:path w="4753609" h="2167254">
                  <a:moveTo>
                    <a:pt x="2631694" y="2070607"/>
                  </a:moveTo>
                  <a:lnTo>
                    <a:pt x="2581274" y="2076703"/>
                  </a:lnTo>
                  <a:lnTo>
                    <a:pt x="2582798" y="2089403"/>
                  </a:lnTo>
                  <a:lnTo>
                    <a:pt x="2633218" y="2083307"/>
                  </a:lnTo>
                  <a:lnTo>
                    <a:pt x="2631694" y="2070607"/>
                  </a:lnTo>
                  <a:close/>
                </a:path>
                <a:path w="4753609" h="2167254">
                  <a:moveTo>
                    <a:pt x="2719832" y="2059558"/>
                  </a:moveTo>
                  <a:lnTo>
                    <a:pt x="2689224" y="2063622"/>
                  </a:lnTo>
                  <a:lnTo>
                    <a:pt x="2669540" y="2066035"/>
                  </a:lnTo>
                  <a:lnTo>
                    <a:pt x="2671063" y="2078608"/>
                  </a:lnTo>
                  <a:lnTo>
                    <a:pt x="2690748" y="2076322"/>
                  </a:lnTo>
                  <a:lnTo>
                    <a:pt x="2721483" y="2072258"/>
                  </a:lnTo>
                  <a:lnTo>
                    <a:pt x="2719832" y="2059558"/>
                  </a:lnTo>
                  <a:close/>
                </a:path>
                <a:path w="4753609" h="2167254">
                  <a:moveTo>
                    <a:pt x="2807970" y="2047874"/>
                  </a:moveTo>
                  <a:lnTo>
                    <a:pt x="2757678" y="2054605"/>
                  </a:lnTo>
                  <a:lnTo>
                    <a:pt x="2759329" y="2067178"/>
                  </a:lnTo>
                  <a:lnTo>
                    <a:pt x="2809621" y="2060447"/>
                  </a:lnTo>
                  <a:lnTo>
                    <a:pt x="2807970" y="2047874"/>
                  </a:lnTo>
                  <a:close/>
                </a:path>
                <a:path w="4753609" h="2167254">
                  <a:moveTo>
                    <a:pt x="2895854" y="2035428"/>
                  </a:moveTo>
                  <a:lnTo>
                    <a:pt x="2845688" y="2042794"/>
                  </a:lnTo>
                  <a:lnTo>
                    <a:pt x="2847467" y="2055367"/>
                  </a:lnTo>
                  <a:lnTo>
                    <a:pt x="2897759" y="2048002"/>
                  </a:lnTo>
                  <a:lnTo>
                    <a:pt x="2895854" y="2035428"/>
                  </a:lnTo>
                  <a:close/>
                </a:path>
                <a:path w="4753609" h="2167254">
                  <a:moveTo>
                    <a:pt x="2983737" y="2022474"/>
                  </a:moveTo>
                  <a:lnTo>
                    <a:pt x="2973959" y="2023998"/>
                  </a:lnTo>
                  <a:lnTo>
                    <a:pt x="2933572" y="2029840"/>
                  </a:lnTo>
                  <a:lnTo>
                    <a:pt x="2935478" y="2042413"/>
                  </a:lnTo>
                  <a:lnTo>
                    <a:pt x="2975863" y="2036571"/>
                  </a:lnTo>
                  <a:lnTo>
                    <a:pt x="2985770" y="2034920"/>
                  </a:lnTo>
                  <a:lnTo>
                    <a:pt x="2983737" y="2022474"/>
                  </a:lnTo>
                  <a:close/>
                </a:path>
                <a:path w="4753609" h="2167254">
                  <a:moveTo>
                    <a:pt x="3071622" y="2008377"/>
                  </a:moveTo>
                  <a:lnTo>
                    <a:pt x="3021457" y="2016378"/>
                  </a:lnTo>
                  <a:lnTo>
                    <a:pt x="3023361" y="2028952"/>
                  </a:lnTo>
                  <a:lnTo>
                    <a:pt x="3073527" y="2020950"/>
                  </a:lnTo>
                  <a:lnTo>
                    <a:pt x="3071622" y="2008377"/>
                  </a:lnTo>
                  <a:close/>
                </a:path>
                <a:path w="4753609" h="2167254">
                  <a:moveTo>
                    <a:pt x="3159124" y="1993772"/>
                  </a:moveTo>
                  <a:lnTo>
                    <a:pt x="3112135" y="2002027"/>
                  </a:lnTo>
                  <a:lnTo>
                    <a:pt x="3109213" y="2002408"/>
                  </a:lnTo>
                  <a:lnTo>
                    <a:pt x="3111246" y="2014981"/>
                  </a:lnTo>
                  <a:lnTo>
                    <a:pt x="3161284" y="2006345"/>
                  </a:lnTo>
                  <a:lnTo>
                    <a:pt x="3159124" y="1993772"/>
                  </a:lnTo>
                  <a:close/>
                </a:path>
                <a:path w="4753609" h="2167254">
                  <a:moveTo>
                    <a:pt x="3246628" y="1978659"/>
                  </a:moveTo>
                  <a:lnTo>
                    <a:pt x="3196717" y="1987295"/>
                  </a:lnTo>
                  <a:lnTo>
                    <a:pt x="3198875" y="1999868"/>
                  </a:lnTo>
                  <a:lnTo>
                    <a:pt x="3248786" y="1991232"/>
                  </a:lnTo>
                  <a:lnTo>
                    <a:pt x="3249065" y="1991232"/>
                  </a:lnTo>
                  <a:lnTo>
                    <a:pt x="3246628" y="1978659"/>
                  </a:lnTo>
                  <a:close/>
                </a:path>
                <a:path w="4753609" h="2167254">
                  <a:moveTo>
                    <a:pt x="3334004" y="1962149"/>
                  </a:moveTo>
                  <a:lnTo>
                    <a:pt x="3284093" y="1971547"/>
                  </a:lnTo>
                  <a:lnTo>
                    <a:pt x="3286505" y="1984120"/>
                  </a:lnTo>
                  <a:lnTo>
                    <a:pt x="3336417" y="1974595"/>
                  </a:lnTo>
                  <a:lnTo>
                    <a:pt x="3334004" y="1962149"/>
                  </a:lnTo>
                  <a:close/>
                </a:path>
                <a:path w="4753609" h="2167254">
                  <a:moveTo>
                    <a:pt x="3421126" y="1945004"/>
                  </a:moveTo>
                  <a:lnTo>
                    <a:pt x="3376803" y="1954148"/>
                  </a:lnTo>
                  <a:lnTo>
                    <a:pt x="3371469" y="1955164"/>
                  </a:lnTo>
                  <a:lnTo>
                    <a:pt x="3373754" y="1967610"/>
                  </a:lnTo>
                  <a:lnTo>
                    <a:pt x="3379216" y="1966594"/>
                  </a:lnTo>
                  <a:lnTo>
                    <a:pt x="3423666" y="1957450"/>
                  </a:lnTo>
                  <a:lnTo>
                    <a:pt x="3421126" y="1945004"/>
                  </a:lnTo>
                  <a:close/>
                </a:path>
                <a:path w="4753609" h="2167254">
                  <a:moveTo>
                    <a:pt x="3508121" y="1927097"/>
                  </a:moveTo>
                  <a:lnTo>
                    <a:pt x="3458463" y="1937384"/>
                  </a:lnTo>
                  <a:lnTo>
                    <a:pt x="3461004" y="1949830"/>
                  </a:lnTo>
                  <a:lnTo>
                    <a:pt x="3504565" y="1940813"/>
                  </a:lnTo>
                  <a:lnTo>
                    <a:pt x="3510787" y="1939416"/>
                  </a:lnTo>
                  <a:lnTo>
                    <a:pt x="3508121" y="1927097"/>
                  </a:lnTo>
                  <a:close/>
                </a:path>
                <a:path w="4753609" h="2167254">
                  <a:moveTo>
                    <a:pt x="3594861" y="1907793"/>
                  </a:moveTo>
                  <a:lnTo>
                    <a:pt x="3545331" y="1918969"/>
                  </a:lnTo>
                  <a:lnTo>
                    <a:pt x="3548126" y="1931288"/>
                  </a:lnTo>
                  <a:lnTo>
                    <a:pt x="3565271" y="1927605"/>
                  </a:lnTo>
                  <a:lnTo>
                    <a:pt x="3597655" y="1920112"/>
                  </a:lnTo>
                  <a:lnTo>
                    <a:pt x="3594861" y="1907793"/>
                  </a:lnTo>
                  <a:close/>
                </a:path>
                <a:path w="4753609" h="2167254">
                  <a:moveTo>
                    <a:pt x="3681222" y="1887346"/>
                  </a:moveTo>
                  <a:lnTo>
                    <a:pt x="3631946" y="1899157"/>
                  </a:lnTo>
                  <a:lnTo>
                    <a:pt x="3634867" y="1911477"/>
                  </a:lnTo>
                  <a:lnTo>
                    <a:pt x="3681983" y="1900173"/>
                  </a:lnTo>
                  <a:lnTo>
                    <a:pt x="3684270" y="1899665"/>
                  </a:lnTo>
                  <a:lnTo>
                    <a:pt x="3681222" y="1887346"/>
                  </a:lnTo>
                  <a:close/>
                </a:path>
                <a:path w="4753609" h="2167254">
                  <a:moveTo>
                    <a:pt x="3767328" y="1865375"/>
                  </a:moveTo>
                  <a:lnTo>
                    <a:pt x="3734943" y="1873884"/>
                  </a:lnTo>
                  <a:lnTo>
                    <a:pt x="3718179" y="1878075"/>
                  </a:lnTo>
                  <a:lnTo>
                    <a:pt x="3721227" y="1890394"/>
                  </a:lnTo>
                  <a:lnTo>
                    <a:pt x="3737991" y="1886203"/>
                  </a:lnTo>
                  <a:lnTo>
                    <a:pt x="3770503" y="1877694"/>
                  </a:lnTo>
                  <a:lnTo>
                    <a:pt x="3767328" y="1865375"/>
                  </a:lnTo>
                  <a:close/>
                </a:path>
                <a:path w="4753609" h="2167254">
                  <a:moveTo>
                    <a:pt x="3852926" y="1842007"/>
                  </a:moveTo>
                  <a:lnTo>
                    <a:pt x="3804030" y="1855596"/>
                  </a:lnTo>
                  <a:lnTo>
                    <a:pt x="3807459" y="1867788"/>
                  </a:lnTo>
                  <a:lnTo>
                    <a:pt x="3844544" y="1857628"/>
                  </a:lnTo>
                  <a:lnTo>
                    <a:pt x="3856481" y="1854199"/>
                  </a:lnTo>
                  <a:lnTo>
                    <a:pt x="3852926" y="1842007"/>
                  </a:lnTo>
                  <a:close/>
                </a:path>
                <a:path w="4753609" h="2167254">
                  <a:moveTo>
                    <a:pt x="3938016" y="1816480"/>
                  </a:moveTo>
                  <a:lnTo>
                    <a:pt x="3891660" y="1830704"/>
                  </a:lnTo>
                  <a:lnTo>
                    <a:pt x="3889502" y="1831339"/>
                  </a:lnTo>
                  <a:lnTo>
                    <a:pt x="3893057" y="1843531"/>
                  </a:lnTo>
                  <a:lnTo>
                    <a:pt x="3895217" y="1842896"/>
                  </a:lnTo>
                  <a:lnTo>
                    <a:pt x="3941699" y="1828672"/>
                  </a:lnTo>
                  <a:lnTo>
                    <a:pt x="3938016" y="1816480"/>
                  </a:lnTo>
                  <a:close/>
                </a:path>
                <a:path w="4753609" h="2167254">
                  <a:moveTo>
                    <a:pt x="4022217" y="1788667"/>
                  </a:moveTo>
                  <a:lnTo>
                    <a:pt x="3986403" y="1800986"/>
                  </a:lnTo>
                  <a:lnTo>
                    <a:pt x="3974210" y="1804923"/>
                  </a:lnTo>
                  <a:lnTo>
                    <a:pt x="3978021" y="1816988"/>
                  </a:lnTo>
                  <a:lnTo>
                    <a:pt x="3990340" y="1813052"/>
                  </a:lnTo>
                  <a:lnTo>
                    <a:pt x="4026280" y="1800732"/>
                  </a:lnTo>
                  <a:lnTo>
                    <a:pt x="4022217" y="1788667"/>
                  </a:lnTo>
                  <a:close/>
                </a:path>
                <a:path w="4753609" h="2167254">
                  <a:moveTo>
                    <a:pt x="4105275" y="1757806"/>
                  </a:moveTo>
                  <a:lnTo>
                    <a:pt x="4072635" y="1770506"/>
                  </a:lnTo>
                  <a:lnTo>
                    <a:pt x="4057904" y="1775840"/>
                  </a:lnTo>
                  <a:lnTo>
                    <a:pt x="4062222" y="1787778"/>
                  </a:lnTo>
                  <a:lnTo>
                    <a:pt x="4076954" y="1782444"/>
                  </a:lnTo>
                  <a:lnTo>
                    <a:pt x="4109847" y="1769617"/>
                  </a:lnTo>
                  <a:lnTo>
                    <a:pt x="4105275" y="1757806"/>
                  </a:lnTo>
                  <a:close/>
                </a:path>
                <a:path w="4753609" h="2167254">
                  <a:moveTo>
                    <a:pt x="4186301" y="1722754"/>
                  </a:moveTo>
                  <a:lnTo>
                    <a:pt x="4184269" y="1723897"/>
                  </a:lnTo>
                  <a:lnTo>
                    <a:pt x="4149471" y="1739518"/>
                  </a:lnTo>
                  <a:lnTo>
                    <a:pt x="4140327" y="1743328"/>
                  </a:lnTo>
                  <a:lnTo>
                    <a:pt x="4145153" y="1755012"/>
                  </a:lnTo>
                  <a:lnTo>
                    <a:pt x="4154297" y="1751202"/>
                  </a:lnTo>
                  <a:lnTo>
                    <a:pt x="4189476" y="1735454"/>
                  </a:lnTo>
                  <a:lnTo>
                    <a:pt x="4192016" y="1734184"/>
                  </a:lnTo>
                  <a:lnTo>
                    <a:pt x="4186301" y="1722754"/>
                  </a:lnTo>
                  <a:close/>
                </a:path>
                <a:path w="4753609" h="2167254">
                  <a:moveTo>
                    <a:pt x="4263008" y="1679702"/>
                  </a:moveTo>
                  <a:lnTo>
                    <a:pt x="4248404" y="1689607"/>
                  </a:lnTo>
                  <a:lnTo>
                    <a:pt x="4219956" y="1705736"/>
                  </a:lnTo>
                  <a:lnTo>
                    <a:pt x="4226306" y="1716785"/>
                  </a:lnTo>
                  <a:lnTo>
                    <a:pt x="4254627" y="1700529"/>
                  </a:lnTo>
                  <a:lnTo>
                    <a:pt x="4270121" y="1690242"/>
                  </a:lnTo>
                  <a:lnTo>
                    <a:pt x="4263008" y="1679702"/>
                  </a:lnTo>
                  <a:close/>
                </a:path>
                <a:path w="4753609" h="2167254">
                  <a:moveTo>
                    <a:pt x="4333875" y="1627377"/>
                  </a:moveTo>
                  <a:lnTo>
                    <a:pt x="4307458" y="1649602"/>
                  </a:lnTo>
                  <a:lnTo>
                    <a:pt x="4294505" y="1658365"/>
                  </a:lnTo>
                  <a:lnTo>
                    <a:pt x="4301617" y="1668779"/>
                  </a:lnTo>
                  <a:lnTo>
                    <a:pt x="4314571" y="1660143"/>
                  </a:lnTo>
                  <a:lnTo>
                    <a:pt x="4342130" y="1637029"/>
                  </a:lnTo>
                  <a:lnTo>
                    <a:pt x="4333875" y="1627377"/>
                  </a:lnTo>
                  <a:close/>
                </a:path>
                <a:path w="4753609" h="2167254">
                  <a:moveTo>
                    <a:pt x="4398136" y="1566926"/>
                  </a:moveTo>
                  <a:lnTo>
                    <a:pt x="4362450" y="1603120"/>
                  </a:lnTo>
                  <a:lnTo>
                    <a:pt x="4371593" y="1612010"/>
                  </a:lnTo>
                  <a:lnTo>
                    <a:pt x="4407281" y="1575815"/>
                  </a:lnTo>
                  <a:lnTo>
                    <a:pt x="4398136" y="1566926"/>
                  </a:lnTo>
                  <a:close/>
                </a:path>
                <a:path w="4753609" h="2167254">
                  <a:moveTo>
                    <a:pt x="4455033" y="1500124"/>
                  </a:moveTo>
                  <a:lnTo>
                    <a:pt x="4454779" y="1500504"/>
                  </a:lnTo>
                  <a:lnTo>
                    <a:pt x="4423156" y="1538985"/>
                  </a:lnTo>
                  <a:lnTo>
                    <a:pt x="4432934" y="1547114"/>
                  </a:lnTo>
                  <a:lnTo>
                    <a:pt x="4464558" y="1508632"/>
                  </a:lnTo>
                  <a:lnTo>
                    <a:pt x="4465447" y="1507363"/>
                  </a:lnTo>
                  <a:lnTo>
                    <a:pt x="4455033" y="1500124"/>
                  </a:lnTo>
                  <a:close/>
                </a:path>
                <a:path w="4753609" h="2167254">
                  <a:moveTo>
                    <a:pt x="4504182" y="1426590"/>
                  </a:moveTo>
                  <a:lnTo>
                    <a:pt x="4494783" y="1442592"/>
                  </a:lnTo>
                  <a:lnTo>
                    <a:pt x="4476750" y="1468754"/>
                  </a:lnTo>
                  <a:lnTo>
                    <a:pt x="4487163" y="1475993"/>
                  </a:lnTo>
                  <a:lnTo>
                    <a:pt x="4505325" y="1449831"/>
                  </a:lnTo>
                  <a:lnTo>
                    <a:pt x="4515104" y="1433067"/>
                  </a:lnTo>
                  <a:lnTo>
                    <a:pt x="4504182" y="1426590"/>
                  </a:lnTo>
                  <a:close/>
                </a:path>
                <a:path w="4753609" h="2167254">
                  <a:moveTo>
                    <a:pt x="4546727" y="1349120"/>
                  </a:moveTo>
                  <a:lnTo>
                    <a:pt x="4530852" y="1380997"/>
                  </a:lnTo>
                  <a:lnTo>
                    <a:pt x="4523358" y="1393825"/>
                  </a:lnTo>
                  <a:lnTo>
                    <a:pt x="4534408" y="1400175"/>
                  </a:lnTo>
                  <a:lnTo>
                    <a:pt x="4541774" y="1387475"/>
                  </a:lnTo>
                  <a:lnTo>
                    <a:pt x="4558030" y="1354835"/>
                  </a:lnTo>
                  <a:lnTo>
                    <a:pt x="4546727" y="1349120"/>
                  </a:lnTo>
                  <a:close/>
                </a:path>
                <a:path w="4753609" h="2167254">
                  <a:moveTo>
                    <a:pt x="4583176" y="1268476"/>
                  </a:moveTo>
                  <a:lnTo>
                    <a:pt x="4563363" y="1315339"/>
                  </a:lnTo>
                  <a:lnTo>
                    <a:pt x="4575048" y="1320291"/>
                  </a:lnTo>
                  <a:lnTo>
                    <a:pt x="4594859" y="1273428"/>
                  </a:lnTo>
                  <a:lnTo>
                    <a:pt x="4583176" y="1268476"/>
                  </a:lnTo>
                  <a:close/>
                </a:path>
                <a:path w="4753609" h="2167254">
                  <a:moveTo>
                    <a:pt x="4614036" y="1185544"/>
                  </a:moveTo>
                  <a:lnTo>
                    <a:pt x="4596891" y="1233424"/>
                  </a:lnTo>
                  <a:lnTo>
                    <a:pt x="4608830" y="1237614"/>
                  </a:lnTo>
                  <a:lnTo>
                    <a:pt x="4625975" y="1189863"/>
                  </a:lnTo>
                  <a:lnTo>
                    <a:pt x="4614036" y="1185544"/>
                  </a:lnTo>
                  <a:close/>
                </a:path>
                <a:path w="4753609" h="2167254">
                  <a:moveTo>
                    <a:pt x="4639309" y="1100963"/>
                  </a:moveTo>
                  <a:lnTo>
                    <a:pt x="4637278" y="1109217"/>
                  </a:lnTo>
                  <a:lnTo>
                    <a:pt x="4625085" y="1149477"/>
                  </a:lnTo>
                  <a:lnTo>
                    <a:pt x="4637278" y="1153159"/>
                  </a:lnTo>
                  <a:lnTo>
                    <a:pt x="4649342" y="1112901"/>
                  </a:lnTo>
                  <a:lnTo>
                    <a:pt x="4651629" y="1104138"/>
                  </a:lnTo>
                  <a:lnTo>
                    <a:pt x="4639309" y="1100963"/>
                  </a:lnTo>
                  <a:close/>
                </a:path>
                <a:path w="4753609" h="2167254">
                  <a:moveTo>
                    <a:pt x="4660137" y="1014856"/>
                  </a:moveTo>
                  <a:lnTo>
                    <a:pt x="4655438" y="1037081"/>
                  </a:lnTo>
                  <a:lnTo>
                    <a:pt x="4648581" y="1064005"/>
                  </a:lnTo>
                  <a:lnTo>
                    <a:pt x="4660900" y="1067180"/>
                  </a:lnTo>
                  <a:lnTo>
                    <a:pt x="4667758" y="1040256"/>
                  </a:lnTo>
                  <a:lnTo>
                    <a:pt x="4672583" y="1017396"/>
                  </a:lnTo>
                  <a:lnTo>
                    <a:pt x="4660137" y="1014856"/>
                  </a:lnTo>
                  <a:close/>
                </a:path>
                <a:path w="4753609" h="2167254">
                  <a:moveTo>
                    <a:pt x="4677029" y="927862"/>
                  </a:moveTo>
                  <a:lnTo>
                    <a:pt x="4670806" y="964183"/>
                  </a:lnTo>
                  <a:lnTo>
                    <a:pt x="4668011" y="977518"/>
                  </a:lnTo>
                  <a:lnTo>
                    <a:pt x="4680458" y="980185"/>
                  </a:lnTo>
                  <a:lnTo>
                    <a:pt x="4683252" y="966724"/>
                  </a:lnTo>
                  <a:lnTo>
                    <a:pt x="4689475" y="929893"/>
                  </a:lnTo>
                  <a:lnTo>
                    <a:pt x="4677029" y="927862"/>
                  </a:lnTo>
                  <a:close/>
                </a:path>
                <a:path w="4753609" h="2167254">
                  <a:moveTo>
                    <a:pt x="4690363" y="840104"/>
                  </a:moveTo>
                  <a:lnTo>
                    <a:pt x="4683379" y="890396"/>
                  </a:lnTo>
                  <a:lnTo>
                    <a:pt x="4695952" y="892175"/>
                  </a:lnTo>
                  <a:lnTo>
                    <a:pt x="4702936" y="841882"/>
                  </a:lnTo>
                  <a:lnTo>
                    <a:pt x="4690363" y="840104"/>
                  </a:lnTo>
                  <a:close/>
                </a:path>
                <a:path w="4753609" h="2167254">
                  <a:moveTo>
                    <a:pt x="4700397" y="751966"/>
                  </a:moveTo>
                  <a:lnTo>
                    <a:pt x="4695062" y="802513"/>
                  </a:lnTo>
                  <a:lnTo>
                    <a:pt x="4707762" y="803909"/>
                  </a:lnTo>
                  <a:lnTo>
                    <a:pt x="4713097" y="753363"/>
                  </a:lnTo>
                  <a:lnTo>
                    <a:pt x="4700397" y="751966"/>
                  </a:lnTo>
                  <a:close/>
                </a:path>
                <a:path w="4753609" h="2167254">
                  <a:moveTo>
                    <a:pt x="4707382" y="663701"/>
                  </a:moveTo>
                  <a:lnTo>
                    <a:pt x="4706874" y="672972"/>
                  </a:lnTo>
                  <a:lnTo>
                    <a:pt x="4703572" y="714247"/>
                  </a:lnTo>
                  <a:lnTo>
                    <a:pt x="4716272" y="715263"/>
                  </a:lnTo>
                  <a:lnTo>
                    <a:pt x="4719574" y="673862"/>
                  </a:lnTo>
                  <a:lnTo>
                    <a:pt x="4720082" y="664463"/>
                  </a:lnTo>
                  <a:lnTo>
                    <a:pt x="4707382" y="663701"/>
                  </a:lnTo>
                  <a:close/>
                </a:path>
                <a:path w="4753609" h="2167254">
                  <a:moveTo>
                    <a:pt x="4711573" y="575055"/>
                  </a:moveTo>
                  <a:lnTo>
                    <a:pt x="4710683" y="602614"/>
                  </a:lnTo>
                  <a:lnTo>
                    <a:pt x="4709413" y="625728"/>
                  </a:lnTo>
                  <a:lnTo>
                    <a:pt x="4722113" y="626363"/>
                  </a:lnTo>
                  <a:lnTo>
                    <a:pt x="4723383" y="603250"/>
                  </a:lnTo>
                  <a:lnTo>
                    <a:pt x="4724273" y="575437"/>
                  </a:lnTo>
                  <a:lnTo>
                    <a:pt x="4711573" y="575055"/>
                  </a:lnTo>
                  <a:close/>
                </a:path>
                <a:path w="4753609" h="2167254">
                  <a:moveTo>
                    <a:pt x="4725924" y="486409"/>
                  </a:moveTo>
                  <a:lnTo>
                    <a:pt x="4713222" y="486409"/>
                  </a:lnTo>
                  <a:lnTo>
                    <a:pt x="4712842" y="534034"/>
                  </a:lnTo>
                  <a:lnTo>
                    <a:pt x="4712715" y="536955"/>
                  </a:lnTo>
                  <a:lnTo>
                    <a:pt x="4725415" y="537337"/>
                  </a:lnTo>
                  <a:lnTo>
                    <a:pt x="4725420" y="534034"/>
                  </a:lnTo>
                  <a:lnTo>
                    <a:pt x="4725924" y="486409"/>
                  </a:lnTo>
                  <a:close/>
                </a:path>
                <a:path w="4753609" h="2167254">
                  <a:moveTo>
                    <a:pt x="4725288" y="397382"/>
                  </a:moveTo>
                  <a:lnTo>
                    <a:pt x="4712588" y="397637"/>
                  </a:lnTo>
                  <a:lnTo>
                    <a:pt x="4712715" y="404494"/>
                  </a:lnTo>
                  <a:lnTo>
                    <a:pt x="4713224" y="448309"/>
                  </a:lnTo>
                  <a:lnTo>
                    <a:pt x="4725925" y="448309"/>
                  </a:lnTo>
                  <a:lnTo>
                    <a:pt x="4725417" y="404494"/>
                  </a:lnTo>
                  <a:lnTo>
                    <a:pt x="4725293" y="397637"/>
                  </a:lnTo>
                  <a:lnTo>
                    <a:pt x="4725288" y="397382"/>
                  </a:lnTo>
                  <a:close/>
                </a:path>
                <a:path w="4753609" h="2167254">
                  <a:moveTo>
                    <a:pt x="4722240" y="308355"/>
                  </a:moveTo>
                  <a:lnTo>
                    <a:pt x="4709540" y="308990"/>
                  </a:lnTo>
                  <a:lnTo>
                    <a:pt x="4711053" y="343915"/>
                  </a:lnTo>
                  <a:lnTo>
                    <a:pt x="4711436" y="359282"/>
                  </a:lnTo>
                  <a:lnTo>
                    <a:pt x="4711446" y="359663"/>
                  </a:lnTo>
                  <a:lnTo>
                    <a:pt x="4724146" y="359282"/>
                  </a:lnTo>
                  <a:lnTo>
                    <a:pt x="4723771" y="344169"/>
                  </a:lnTo>
                  <a:lnTo>
                    <a:pt x="4722268" y="308990"/>
                  </a:lnTo>
                  <a:lnTo>
                    <a:pt x="4722240" y="308355"/>
                  </a:lnTo>
                  <a:close/>
                </a:path>
                <a:path w="4753609" h="2167254">
                  <a:moveTo>
                    <a:pt x="4717033" y="219455"/>
                  </a:moveTo>
                  <a:lnTo>
                    <a:pt x="4704333" y="220344"/>
                  </a:lnTo>
                  <a:lnTo>
                    <a:pt x="4705417" y="234314"/>
                  </a:lnTo>
                  <a:lnTo>
                    <a:pt x="4705477" y="235076"/>
                  </a:lnTo>
                  <a:lnTo>
                    <a:pt x="4707590" y="270255"/>
                  </a:lnTo>
                  <a:lnTo>
                    <a:pt x="4707635" y="271017"/>
                  </a:lnTo>
                  <a:lnTo>
                    <a:pt x="4720335" y="270255"/>
                  </a:lnTo>
                  <a:lnTo>
                    <a:pt x="4718222" y="235076"/>
                  </a:lnTo>
                  <a:lnTo>
                    <a:pt x="4717102" y="220344"/>
                  </a:lnTo>
                  <a:lnTo>
                    <a:pt x="4717033" y="219455"/>
                  </a:lnTo>
                  <a:close/>
                </a:path>
                <a:path w="4753609" h="2167254">
                  <a:moveTo>
                    <a:pt x="4709540" y="130682"/>
                  </a:moveTo>
                  <a:lnTo>
                    <a:pt x="4696967" y="131952"/>
                  </a:lnTo>
                  <a:lnTo>
                    <a:pt x="4698002" y="142875"/>
                  </a:lnTo>
                  <a:lnTo>
                    <a:pt x="4701314" y="181355"/>
                  </a:lnTo>
                  <a:lnTo>
                    <a:pt x="4701412" y="182499"/>
                  </a:lnTo>
                  <a:lnTo>
                    <a:pt x="4714112" y="181355"/>
                  </a:lnTo>
                  <a:lnTo>
                    <a:pt x="4710909" y="144017"/>
                  </a:lnTo>
                  <a:lnTo>
                    <a:pt x="4710810" y="142875"/>
                  </a:lnTo>
                  <a:lnTo>
                    <a:pt x="4709540" y="130682"/>
                  </a:lnTo>
                  <a:close/>
                </a:path>
                <a:path w="4753609" h="2167254">
                  <a:moveTo>
                    <a:pt x="4689221" y="13969"/>
                  </a:moveTo>
                  <a:lnTo>
                    <a:pt x="4652390" y="105917"/>
                  </a:lnTo>
                  <a:lnTo>
                    <a:pt x="4651121" y="109219"/>
                  </a:lnTo>
                  <a:lnTo>
                    <a:pt x="4652644" y="112902"/>
                  </a:lnTo>
                  <a:lnTo>
                    <a:pt x="4655947" y="114172"/>
                  </a:lnTo>
                  <a:lnTo>
                    <a:pt x="4659122" y="115569"/>
                  </a:lnTo>
                  <a:lnTo>
                    <a:pt x="4662805" y="113918"/>
                  </a:lnTo>
                  <a:lnTo>
                    <a:pt x="4664202" y="110743"/>
                  </a:lnTo>
                  <a:lnTo>
                    <a:pt x="4687973" y="51315"/>
                  </a:lnTo>
                  <a:lnTo>
                    <a:pt x="4687561" y="48200"/>
                  </a:lnTo>
                  <a:lnTo>
                    <a:pt x="4686934" y="43814"/>
                  </a:lnTo>
                  <a:lnTo>
                    <a:pt x="4691195" y="43261"/>
                  </a:lnTo>
                  <a:lnTo>
                    <a:pt x="4692924" y="38938"/>
                  </a:lnTo>
                  <a:lnTo>
                    <a:pt x="4686046" y="30352"/>
                  </a:lnTo>
                  <a:lnTo>
                    <a:pt x="4696967" y="28828"/>
                  </a:lnTo>
                  <a:lnTo>
                    <a:pt x="4701127" y="28828"/>
                  </a:lnTo>
                  <a:lnTo>
                    <a:pt x="4689221" y="13969"/>
                  </a:lnTo>
                  <a:close/>
                </a:path>
                <a:path w="4753609" h="2167254">
                  <a:moveTo>
                    <a:pt x="4711813" y="42163"/>
                  </a:moveTo>
                  <a:lnTo>
                    <a:pt x="4699634" y="42163"/>
                  </a:lnTo>
                  <a:lnTo>
                    <a:pt x="4700269" y="47625"/>
                  </a:lnTo>
                  <a:lnTo>
                    <a:pt x="4700343" y="48200"/>
                  </a:lnTo>
                  <a:lnTo>
                    <a:pt x="4741290" y="99313"/>
                  </a:lnTo>
                  <a:lnTo>
                    <a:pt x="4743450" y="101980"/>
                  </a:lnTo>
                  <a:lnTo>
                    <a:pt x="4747386" y="102488"/>
                  </a:lnTo>
                  <a:lnTo>
                    <a:pt x="4750181" y="100202"/>
                  </a:lnTo>
                  <a:lnTo>
                    <a:pt x="4752975" y="98043"/>
                  </a:lnTo>
                  <a:lnTo>
                    <a:pt x="4753356" y="94106"/>
                  </a:lnTo>
                  <a:lnTo>
                    <a:pt x="4751197" y="91312"/>
                  </a:lnTo>
                  <a:lnTo>
                    <a:pt x="4711813" y="42163"/>
                  </a:lnTo>
                  <a:close/>
                </a:path>
                <a:path w="4753609" h="2167254">
                  <a:moveTo>
                    <a:pt x="4695897" y="42649"/>
                  </a:moveTo>
                  <a:lnTo>
                    <a:pt x="4691195" y="43261"/>
                  </a:lnTo>
                  <a:lnTo>
                    <a:pt x="4687973" y="51315"/>
                  </a:lnTo>
                  <a:lnTo>
                    <a:pt x="4689221" y="61087"/>
                  </a:lnTo>
                  <a:lnTo>
                    <a:pt x="4690872" y="74675"/>
                  </a:lnTo>
                  <a:lnTo>
                    <a:pt x="4692523" y="89788"/>
                  </a:lnTo>
                  <a:lnTo>
                    <a:pt x="4693031" y="94106"/>
                  </a:lnTo>
                  <a:lnTo>
                    <a:pt x="4705604" y="92709"/>
                  </a:lnTo>
                  <a:lnTo>
                    <a:pt x="4705096" y="88391"/>
                  </a:lnTo>
                  <a:lnTo>
                    <a:pt x="4703444" y="73151"/>
                  </a:lnTo>
                  <a:lnTo>
                    <a:pt x="4701793" y="59562"/>
                  </a:lnTo>
                  <a:lnTo>
                    <a:pt x="4700464" y="49149"/>
                  </a:lnTo>
                  <a:lnTo>
                    <a:pt x="4700343" y="48200"/>
                  </a:lnTo>
                  <a:lnTo>
                    <a:pt x="4695897" y="42649"/>
                  </a:lnTo>
                  <a:close/>
                </a:path>
                <a:path w="4753609" h="2167254">
                  <a:moveTo>
                    <a:pt x="4691195" y="43261"/>
                  </a:moveTo>
                  <a:lnTo>
                    <a:pt x="4686934" y="43814"/>
                  </a:lnTo>
                  <a:lnTo>
                    <a:pt x="4687697" y="49149"/>
                  </a:lnTo>
                  <a:lnTo>
                    <a:pt x="4687973" y="51315"/>
                  </a:lnTo>
                  <a:lnTo>
                    <a:pt x="4691195" y="43261"/>
                  </a:lnTo>
                  <a:close/>
                </a:path>
                <a:path w="4753609" h="2167254">
                  <a:moveTo>
                    <a:pt x="4699634" y="42163"/>
                  </a:moveTo>
                  <a:lnTo>
                    <a:pt x="4695897" y="42649"/>
                  </a:lnTo>
                  <a:lnTo>
                    <a:pt x="4700343" y="48200"/>
                  </a:lnTo>
                  <a:lnTo>
                    <a:pt x="4699826" y="43814"/>
                  </a:lnTo>
                  <a:lnTo>
                    <a:pt x="4699762" y="43261"/>
                  </a:lnTo>
                  <a:lnTo>
                    <a:pt x="4699691" y="42649"/>
                  </a:lnTo>
                  <a:lnTo>
                    <a:pt x="4699634" y="42163"/>
                  </a:lnTo>
                  <a:close/>
                </a:path>
                <a:path w="4753609" h="2167254">
                  <a:moveTo>
                    <a:pt x="4701127" y="28828"/>
                  </a:moveTo>
                  <a:lnTo>
                    <a:pt x="4696967" y="28828"/>
                  </a:lnTo>
                  <a:lnTo>
                    <a:pt x="4692924" y="38938"/>
                  </a:lnTo>
                  <a:lnTo>
                    <a:pt x="4695897" y="42649"/>
                  </a:lnTo>
                  <a:lnTo>
                    <a:pt x="4699634" y="42163"/>
                  </a:lnTo>
                  <a:lnTo>
                    <a:pt x="4711813" y="42163"/>
                  </a:lnTo>
                  <a:lnTo>
                    <a:pt x="4701127" y="28828"/>
                  </a:lnTo>
                  <a:close/>
                </a:path>
                <a:path w="4753609" h="2167254">
                  <a:moveTo>
                    <a:pt x="4696967" y="28828"/>
                  </a:moveTo>
                  <a:lnTo>
                    <a:pt x="4686046" y="30352"/>
                  </a:lnTo>
                  <a:lnTo>
                    <a:pt x="4692924" y="38938"/>
                  </a:lnTo>
                  <a:lnTo>
                    <a:pt x="4696967" y="28828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0276" y="1901951"/>
              <a:ext cx="3287268" cy="3595116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6824471" y="1926335"/>
              <a:ext cx="3194685" cy="3502660"/>
            </a:xfrm>
            <a:custGeom>
              <a:avLst/>
              <a:gdLst/>
              <a:ahLst/>
              <a:cxnLst/>
              <a:rect l="l" t="t" r="r" b="b"/>
              <a:pathLst>
                <a:path w="3194684" h="3502660">
                  <a:moveTo>
                    <a:pt x="1493393" y="0"/>
                  </a:moveTo>
                  <a:lnTo>
                    <a:pt x="1479693" y="45944"/>
                  </a:lnTo>
                  <a:lnTo>
                    <a:pt x="1466096" y="91895"/>
                  </a:lnTo>
                  <a:lnTo>
                    <a:pt x="1452700" y="137857"/>
                  </a:lnTo>
                  <a:lnTo>
                    <a:pt x="1439609" y="183834"/>
                  </a:lnTo>
                  <a:lnTo>
                    <a:pt x="1426923" y="229834"/>
                  </a:lnTo>
                  <a:lnTo>
                    <a:pt x="1414743" y="275859"/>
                  </a:lnTo>
                  <a:lnTo>
                    <a:pt x="1403171" y="321916"/>
                  </a:lnTo>
                  <a:lnTo>
                    <a:pt x="1392308" y="368010"/>
                  </a:lnTo>
                  <a:lnTo>
                    <a:pt x="1382255" y="414145"/>
                  </a:lnTo>
                  <a:lnTo>
                    <a:pt x="1373114" y="460327"/>
                  </a:lnTo>
                  <a:lnTo>
                    <a:pt x="1364986" y="506561"/>
                  </a:lnTo>
                  <a:lnTo>
                    <a:pt x="1357973" y="552852"/>
                  </a:lnTo>
                  <a:lnTo>
                    <a:pt x="1352174" y="599204"/>
                  </a:lnTo>
                  <a:lnTo>
                    <a:pt x="1347693" y="645624"/>
                  </a:lnTo>
                  <a:lnTo>
                    <a:pt x="1344629" y="692116"/>
                  </a:lnTo>
                  <a:lnTo>
                    <a:pt x="1343085" y="738686"/>
                  </a:lnTo>
                  <a:lnTo>
                    <a:pt x="1343162" y="785337"/>
                  </a:lnTo>
                  <a:lnTo>
                    <a:pt x="1344960" y="832077"/>
                  </a:lnTo>
                  <a:lnTo>
                    <a:pt x="1348582" y="878908"/>
                  </a:lnTo>
                  <a:lnTo>
                    <a:pt x="1354128" y="925838"/>
                  </a:lnTo>
                  <a:lnTo>
                    <a:pt x="1361700" y="972870"/>
                  </a:lnTo>
                  <a:lnTo>
                    <a:pt x="1371400" y="1020010"/>
                  </a:lnTo>
                  <a:lnTo>
                    <a:pt x="1383327" y="1067263"/>
                  </a:lnTo>
                  <a:lnTo>
                    <a:pt x="1397585" y="1114634"/>
                  </a:lnTo>
                  <a:lnTo>
                    <a:pt x="1414273" y="1162129"/>
                  </a:lnTo>
                  <a:lnTo>
                    <a:pt x="1433494" y="1209751"/>
                  </a:lnTo>
                  <a:lnTo>
                    <a:pt x="1455348" y="1257507"/>
                  </a:lnTo>
                  <a:lnTo>
                    <a:pt x="1479937" y="1305401"/>
                  </a:lnTo>
                  <a:lnTo>
                    <a:pt x="1507362" y="1353439"/>
                  </a:lnTo>
                  <a:lnTo>
                    <a:pt x="1543772" y="1405705"/>
                  </a:lnTo>
                  <a:lnTo>
                    <a:pt x="1590338" y="1459074"/>
                  </a:lnTo>
                  <a:lnTo>
                    <a:pt x="1646073" y="1513421"/>
                  </a:lnTo>
                  <a:lnTo>
                    <a:pt x="1677071" y="1540923"/>
                  </a:lnTo>
                  <a:lnTo>
                    <a:pt x="1709991" y="1568623"/>
                  </a:lnTo>
                  <a:lnTo>
                    <a:pt x="1744710" y="1596506"/>
                  </a:lnTo>
                  <a:lnTo>
                    <a:pt x="1781104" y="1624556"/>
                  </a:lnTo>
                  <a:lnTo>
                    <a:pt x="1819050" y="1652759"/>
                  </a:lnTo>
                  <a:lnTo>
                    <a:pt x="1858425" y="1681098"/>
                  </a:lnTo>
                  <a:lnTo>
                    <a:pt x="1899105" y="1709559"/>
                  </a:lnTo>
                  <a:lnTo>
                    <a:pt x="1940967" y="1738126"/>
                  </a:lnTo>
                  <a:lnTo>
                    <a:pt x="1983888" y="1766782"/>
                  </a:lnTo>
                  <a:lnTo>
                    <a:pt x="2027744" y="1795514"/>
                  </a:lnTo>
                  <a:lnTo>
                    <a:pt x="2072411" y="1824306"/>
                  </a:lnTo>
                  <a:lnTo>
                    <a:pt x="2117767" y="1853141"/>
                  </a:lnTo>
                  <a:lnTo>
                    <a:pt x="2163688" y="1882005"/>
                  </a:lnTo>
                  <a:lnTo>
                    <a:pt x="2210050" y="1910883"/>
                  </a:lnTo>
                  <a:lnTo>
                    <a:pt x="2256731" y="1939759"/>
                  </a:lnTo>
                  <a:lnTo>
                    <a:pt x="2303606" y="1968617"/>
                  </a:lnTo>
                  <a:lnTo>
                    <a:pt x="2350553" y="1997442"/>
                  </a:lnTo>
                  <a:lnTo>
                    <a:pt x="2397447" y="2026219"/>
                  </a:lnTo>
                  <a:lnTo>
                    <a:pt x="2444167" y="2054932"/>
                  </a:lnTo>
                  <a:lnTo>
                    <a:pt x="2490588" y="2083566"/>
                  </a:lnTo>
                  <a:lnTo>
                    <a:pt x="2536586" y="2112105"/>
                  </a:lnTo>
                  <a:lnTo>
                    <a:pt x="2582040" y="2140534"/>
                  </a:lnTo>
                  <a:lnTo>
                    <a:pt x="2626824" y="2168838"/>
                  </a:lnTo>
                  <a:lnTo>
                    <a:pt x="2670816" y="2197001"/>
                  </a:lnTo>
                  <a:lnTo>
                    <a:pt x="2713892" y="2225007"/>
                  </a:lnTo>
                  <a:lnTo>
                    <a:pt x="2755929" y="2252842"/>
                  </a:lnTo>
                  <a:lnTo>
                    <a:pt x="2796804" y="2280490"/>
                  </a:lnTo>
                  <a:lnTo>
                    <a:pt x="2836393" y="2307936"/>
                  </a:lnTo>
                  <a:lnTo>
                    <a:pt x="2874573" y="2335163"/>
                  </a:lnTo>
                  <a:lnTo>
                    <a:pt x="2911221" y="2362157"/>
                  </a:lnTo>
                  <a:lnTo>
                    <a:pt x="2946212" y="2388902"/>
                  </a:lnTo>
                  <a:lnTo>
                    <a:pt x="2979424" y="2415384"/>
                  </a:lnTo>
                  <a:lnTo>
                    <a:pt x="3010733" y="2441585"/>
                  </a:lnTo>
                  <a:lnTo>
                    <a:pt x="3040016" y="2467492"/>
                  </a:lnTo>
                  <a:lnTo>
                    <a:pt x="3092010" y="2518358"/>
                  </a:lnTo>
                  <a:lnTo>
                    <a:pt x="3134420" y="2567859"/>
                  </a:lnTo>
                  <a:lnTo>
                    <a:pt x="3166257" y="2615871"/>
                  </a:lnTo>
                  <a:lnTo>
                    <a:pt x="3186535" y="2662272"/>
                  </a:lnTo>
                  <a:lnTo>
                    <a:pt x="3194266" y="2706938"/>
                  </a:lnTo>
                  <a:lnTo>
                    <a:pt x="3193118" y="2728582"/>
                  </a:lnTo>
                  <a:lnTo>
                    <a:pt x="3180180" y="2770413"/>
                  </a:lnTo>
                  <a:lnTo>
                    <a:pt x="3155457" y="2806517"/>
                  </a:lnTo>
                  <a:lnTo>
                    <a:pt x="3121711" y="2837871"/>
                  </a:lnTo>
                  <a:lnTo>
                    <a:pt x="3077343" y="2868515"/>
                  </a:lnTo>
                  <a:lnTo>
                    <a:pt x="3023007" y="2898454"/>
                  </a:lnTo>
                  <a:lnTo>
                    <a:pt x="2959355" y="2927696"/>
                  </a:lnTo>
                  <a:lnTo>
                    <a:pt x="2887041" y="2956246"/>
                  </a:lnTo>
                  <a:lnTo>
                    <a:pt x="2847841" y="2970264"/>
                  </a:lnTo>
                  <a:lnTo>
                    <a:pt x="2806720" y="2984112"/>
                  </a:lnTo>
                  <a:lnTo>
                    <a:pt x="2763761" y="2997791"/>
                  </a:lnTo>
                  <a:lnTo>
                    <a:pt x="2719045" y="3011300"/>
                  </a:lnTo>
                  <a:lnTo>
                    <a:pt x="2672654" y="3024643"/>
                  </a:lnTo>
                  <a:lnTo>
                    <a:pt x="2624670" y="3037818"/>
                  </a:lnTo>
                  <a:lnTo>
                    <a:pt x="2575174" y="3050827"/>
                  </a:lnTo>
                  <a:lnTo>
                    <a:pt x="2524249" y="3063670"/>
                  </a:lnTo>
                  <a:lnTo>
                    <a:pt x="2471975" y="3076350"/>
                  </a:lnTo>
                  <a:lnTo>
                    <a:pt x="2418435" y="3088865"/>
                  </a:lnTo>
                  <a:lnTo>
                    <a:pt x="2363710" y="3101218"/>
                  </a:lnTo>
                  <a:lnTo>
                    <a:pt x="2307882" y="3113409"/>
                  </a:lnTo>
                  <a:lnTo>
                    <a:pt x="2251033" y="3125439"/>
                  </a:lnTo>
                  <a:lnTo>
                    <a:pt x="2193244" y="3137309"/>
                  </a:lnTo>
                  <a:lnTo>
                    <a:pt x="2134597" y="3149019"/>
                  </a:lnTo>
                  <a:lnTo>
                    <a:pt x="2075175" y="3160571"/>
                  </a:lnTo>
                  <a:lnTo>
                    <a:pt x="2015058" y="3171965"/>
                  </a:lnTo>
                  <a:lnTo>
                    <a:pt x="1954328" y="3183202"/>
                  </a:lnTo>
                  <a:lnTo>
                    <a:pt x="1893067" y="3194282"/>
                  </a:lnTo>
                  <a:lnTo>
                    <a:pt x="1831357" y="3205208"/>
                  </a:lnTo>
                  <a:lnTo>
                    <a:pt x="1769280" y="3215979"/>
                  </a:lnTo>
                  <a:lnTo>
                    <a:pt x="1706917" y="3226596"/>
                  </a:lnTo>
                  <a:lnTo>
                    <a:pt x="1644349" y="3237061"/>
                  </a:lnTo>
                  <a:lnTo>
                    <a:pt x="1581660" y="3247374"/>
                  </a:lnTo>
                  <a:lnTo>
                    <a:pt x="1518929" y="3257536"/>
                  </a:lnTo>
                  <a:lnTo>
                    <a:pt x="1456240" y="3267547"/>
                  </a:lnTo>
                  <a:lnTo>
                    <a:pt x="1393674" y="3277409"/>
                  </a:lnTo>
                  <a:lnTo>
                    <a:pt x="1331312" y="3287123"/>
                  </a:lnTo>
                  <a:lnTo>
                    <a:pt x="1269236" y="3296688"/>
                  </a:lnTo>
                  <a:lnTo>
                    <a:pt x="1207529" y="3306107"/>
                  </a:lnTo>
                  <a:lnTo>
                    <a:pt x="1146271" y="3315380"/>
                  </a:lnTo>
                  <a:lnTo>
                    <a:pt x="1085544" y="3324507"/>
                  </a:lnTo>
                  <a:lnTo>
                    <a:pt x="1025431" y="3333490"/>
                  </a:lnTo>
                  <a:lnTo>
                    <a:pt x="966012" y="3342329"/>
                  </a:lnTo>
                  <a:lnTo>
                    <a:pt x="907370" y="3351026"/>
                  </a:lnTo>
                  <a:lnTo>
                    <a:pt x="849586" y="3359580"/>
                  </a:lnTo>
                  <a:lnTo>
                    <a:pt x="792742" y="3367994"/>
                  </a:lnTo>
                  <a:lnTo>
                    <a:pt x="736920" y="3376267"/>
                  </a:lnTo>
                  <a:lnTo>
                    <a:pt x="682202" y="3384401"/>
                  </a:lnTo>
                  <a:lnTo>
                    <a:pt x="628668" y="3392396"/>
                  </a:lnTo>
                  <a:lnTo>
                    <a:pt x="576402" y="3400254"/>
                  </a:lnTo>
                  <a:lnTo>
                    <a:pt x="525484" y="3407974"/>
                  </a:lnTo>
                  <a:lnTo>
                    <a:pt x="475996" y="3415559"/>
                  </a:lnTo>
                  <a:lnTo>
                    <a:pt x="428021" y="3423008"/>
                  </a:lnTo>
                  <a:lnTo>
                    <a:pt x="381639" y="3430323"/>
                  </a:lnTo>
                  <a:lnTo>
                    <a:pt x="336933" y="3437504"/>
                  </a:lnTo>
                  <a:lnTo>
                    <a:pt x="293984" y="3444552"/>
                  </a:lnTo>
                  <a:lnTo>
                    <a:pt x="252873" y="3451469"/>
                  </a:lnTo>
                  <a:lnTo>
                    <a:pt x="213684" y="3458254"/>
                  </a:lnTo>
                  <a:lnTo>
                    <a:pt x="141394" y="3471435"/>
                  </a:lnTo>
                  <a:lnTo>
                    <a:pt x="77766" y="3484102"/>
                  </a:lnTo>
                  <a:lnTo>
                    <a:pt x="23456" y="3496260"/>
                  </a:lnTo>
                  <a:lnTo>
                    <a:pt x="0" y="3502152"/>
                  </a:lnTo>
                </a:path>
              </a:pathLst>
            </a:custGeom>
            <a:ln w="12192">
              <a:solidFill>
                <a:srgbClr val="008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357327" y="3879342"/>
            <a:ext cx="1160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Host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User-space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8" name="object 5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22</a:t>
            </a:r>
          </a:p>
        </p:txBody>
      </p:sp>
      <p:sp>
        <p:nvSpPr>
          <p:cNvPr id="59" name="object 5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56" name="object 56" descr=""/>
          <p:cNvSpPr txBox="1"/>
          <p:nvPr/>
        </p:nvSpPr>
        <p:spPr>
          <a:xfrm>
            <a:off x="374700" y="4241038"/>
            <a:ext cx="1243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Host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kernel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space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87095" y="961644"/>
            <a:ext cx="11180445" cy="4671695"/>
            <a:chOff x="387095" y="961644"/>
            <a:chExt cx="11180445" cy="4671695"/>
          </a:xfrm>
        </p:grpSpPr>
        <p:sp>
          <p:nvSpPr>
            <p:cNvPr id="3" name="object 3" descr=""/>
            <p:cNvSpPr/>
            <p:nvPr/>
          </p:nvSpPr>
          <p:spPr>
            <a:xfrm>
              <a:off x="5981699" y="961644"/>
              <a:ext cx="3514725" cy="2620010"/>
            </a:xfrm>
            <a:custGeom>
              <a:avLst/>
              <a:gdLst/>
              <a:ahLst/>
              <a:cxnLst/>
              <a:rect l="l" t="t" r="r" b="b"/>
              <a:pathLst>
                <a:path w="3514725" h="2620010">
                  <a:moveTo>
                    <a:pt x="3077718" y="0"/>
                  </a:moveTo>
                  <a:lnTo>
                    <a:pt x="436625" y="0"/>
                  </a:lnTo>
                  <a:lnTo>
                    <a:pt x="389045" y="2561"/>
                  </a:lnTo>
                  <a:lnTo>
                    <a:pt x="342950" y="10069"/>
                  </a:lnTo>
                  <a:lnTo>
                    <a:pt x="298606" y="22256"/>
                  </a:lnTo>
                  <a:lnTo>
                    <a:pt x="256280" y="38857"/>
                  </a:lnTo>
                  <a:lnTo>
                    <a:pt x="216238" y="59605"/>
                  </a:lnTo>
                  <a:lnTo>
                    <a:pt x="178746" y="84234"/>
                  </a:lnTo>
                  <a:lnTo>
                    <a:pt x="144071" y="112478"/>
                  </a:lnTo>
                  <a:lnTo>
                    <a:pt x="112478" y="144071"/>
                  </a:lnTo>
                  <a:lnTo>
                    <a:pt x="84234" y="178746"/>
                  </a:lnTo>
                  <a:lnTo>
                    <a:pt x="59605" y="216238"/>
                  </a:lnTo>
                  <a:lnTo>
                    <a:pt x="38857" y="256280"/>
                  </a:lnTo>
                  <a:lnTo>
                    <a:pt x="22256" y="298606"/>
                  </a:lnTo>
                  <a:lnTo>
                    <a:pt x="10069" y="342950"/>
                  </a:lnTo>
                  <a:lnTo>
                    <a:pt x="2561" y="389045"/>
                  </a:lnTo>
                  <a:lnTo>
                    <a:pt x="0" y="436625"/>
                  </a:lnTo>
                  <a:lnTo>
                    <a:pt x="0" y="2183129"/>
                  </a:lnTo>
                  <a:lnTo>
                    <a:pt x="2561" y="2230710"/>
                  </a:lnTo>
                  <a:lnTo>
                    <a:pt x="10069" y="2276805"/>
                  </a:lnTo>
                  <a:lnTo>
                    <a:pt x="22256" y="2321149"/>
                  </a:lnTo>
                  <a:lnTo>
                    <a:pt x="38857" y="2363475"/>
                  </a:lnTo>
                  <a:lnTo>
                    <a:pt x="59605" y="2403517"/>
                  </a:lnTo>
                  <a:lnTo>
                    <a:pt x="84234" y="2441009"/>
                  </a:lnTo>
                  <a:lnTo>
                    <a:pt x="112478" y="2475684"/>
                  </a:lnTo>
                  <a:lnTo>
                    <a:pt x="144071" y="2507277"/>
                  </a:lnTo>
                  <a:lnTo>
                    <a:pt x="178746" y="2535521"/>
                  </a:lnTo>
                  <a:lnTo>
                    <a:pt x="216238" y="2560150"/>
                  </a:lnTo>
                  <a:lnTo>
                    <a:pt x="256280" y="2580898"/>
                  </a:lnTo>
                  <a:lnTo>
                    <a:pt x="298606" y="2597499"/>
                  </a:lnTo>
                  <a:lnTo>
                    <a:pt x="342950" y="2609686"/>
                  </a:lnTo>
                  <a:lnTo>
                    <a:pt x="389045" y="2617194"/>
                  </a:lnTo>
                  <a:lnTo>
                    <a:pt x="436625" y="2619755"/>
                  </a:lnTo>
                  <a:lnTo>
                    <a:pt x="3077718" y="2619755"/>
                  </a:lnTo>
                  <a:lnTo>
                    <a:pt x="3125298" y="2617194"/>
                  </a:lnTo>
                  <a:lnTo>
                    <a:pt x="3171393" y="2609686"/>
                  </a:lnTo>
                  <a:lnTo>
                    <a:pt x="3215737" y="2597499"/>
                  </a:lnTo>
                  <a:lnTo>
                    <a:pt x="3258063" y="2580898"/>
                  </a:lnTo>
                  <a:lnTo>
                    <a:pt x="3298105" y="2560150"/>
                  </a:lnTo>
                  <a:lnTo>
                    <a:pt x="3335597" y="2535521"/>
                  </a:lnTo>
                  <a:lnTo>
                    <a:pt x="3370272" y="2507277"/>
                  </a:lnTo>
                  <a:lnTo>
                    <a:pt x="3401865" y="2475684"/>
                  </a:lnTo>
                  <a:lnTo>
                    <a:pt x="3430109" y="2441009"/>
                  </a:lnTo>
                  <a:lnTo>
                    <a:pt x="3454738" y="2403517"/>
                  </a:lnTo>
                  <a:lnTo>
                    <a:pt x="3475486" y="2363475"/>
                  </a:lnTo>
                  <a:lnTo>
                    <a:pt x="3492087" y="2321149"/>
                  </a:lnTo>
                  <a:lnTo>
                    <a:pt x="3504274" y="2276805"/>
                  </a:lnTo>
                  <a:lnTo>
                    <a:pt x="3511782" y="2230710"/>
                  </a:lnTo>
                  <a:lnTo>
                    <a:pt x="3514344" y="2183129"/>
                  </a:lnTo>
                  <a:lnTo>
                    <a:pt x="3514344" y="436625"/>
                  </a:lnTo>
                  <a:lnTo>
                    <a:pt x="3511782" y="389045"/>
                  </a:lnTo>
                  <a:lnTo>
                    <a:pt x="3504274" y="342950"/>
                  </a:lnTo>
                  <a:lnTo>
                    <a:pt x="3492087" y="298606"/>
                  </a:lnTo>
                  <a:lnTo>
                    <a:pt x="3475486" y="256280"/>
                  </a:lnTo>
                  <a:lnTo>
                    <a:pt x="3454738" y="216238"/>
                  </a:lnTo>
                  <a:lnTo>
                    <a:pt x="3430109" y="178746"/>
                  </a:lnTo>
                  <a:lnTo>
                    <a:pt x="3401865" y="144071"/>
                  </a:lnTo>
                  <a:lnTo>
                    <a:pt x="3370272" y="112478"/>
                  </a:lnTo>
                  <a:lnTo>
                    <a:pt x="3335597" y="84234"/>
                  </a:lnTo>
                  <a:lnTo>
                    <a:pt x="3298105" y="59605"/>
                  </a:lnTo>
                  <a:lnTo>
                    <a:pt x="3258063" y="38857"/>
                  </a:lnTo>
                  <a:lnTo>
                    <a:pt x="3215737" y="22256"/>
                  </a:lnTo>
                  <a:lnTo>
                    <a:pt x="3171393" y="10069"/>
                  </a:lnTo>
                  <a:lnTo>
                    <a:pt x="3125298" y="2561"/>
                  </a:lnTo>
                  <a:lnTo>
                    <a:pt x="3077718" y="0"/>
                  </a:lnTo>
                  <a:close/>
                </a:path>
              </a:pathLst>
            </a:custGeom>
            <a:solidFill>
              <a:srgbClr val="E4E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94715" y="4119372"/>
              <a:ext cx="11165205" cy="748665"/>
            </a:xfrm>
            <a:custGeom>
              <a:avLst/>
              <a:gdLst/>
              <a:ahLst/>
              <a:cxnLst/>
              <a:rect l="l" t="t" r="r" b="b"/>
              <a:pathLst>
                <a:path w="11165205" h="748664">
                  <a:moveTo>
                    <a:pt x="0" y="748283"/>
                  </a:moveTo>
                  <a:lnTo>
                    <a:pt x="11164951" y="740663"/>
                  </a:lnTo>
                </a:path>
                <a:path w="11165205" h="748664">
                  <a:moveTo>
                    <a:pt x="0" y="7746"/>
                  </a:moveTo>
                  <a:lnTo>
                    <a:pt x="11164951" y="0"/>
                  </a:lnTo>
                </a:path>
              </a:pathLst>
            </a:custGeom>
            <a:ln w="15240">
              <a:solidFill>
                <a:srgbClr val="F9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41113" y="5260085"/>
              <a:ext cx="2479675" cy="360045"/>
            </a:xfrm>
            <a:custGeom>
              <a:avLst/>
              <a:gdLst/>
              <a:ahLst/>
              <a:cxnLst/>
              <a:rect l="l" t="t" r="r" b="b"/>
              <a:pathLst>
                <a:path w="2479675" h="360045">
                  <a:moveTo>
                    <a:pt x="2479547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2479547" y="359663"/>
                  </a:lnTo>
                  <a:lnTo>
                    <a:pt x="2479547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341113" y="5260085"/>
              <a:ext cx="2479675" cy="360045"/>
            </a:xfrm>
            <a:custGeom>
              <a:avLst/>
              <a:gdLst/>
              <a:ahLst/>
              <a:cxnLst/>
              <a:rect l="l" t="t" r="r" b="b"/>
              <a:pathLst>
                <a:path w="2479675" h="360045">
                  <a:moveTo>
                    <a:pt x="0" y="359663"/>
                  </a:moveTo>
                  <a:lnTo>
                    <a:pt x="2479547" y="359663"/>
                  </a:lnTo>
                  <a:lnTo>
                    <a:pt x="2479547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Virtio-</a:t>
            </a:r>
            <a:r>
              <a:rPr dirty="0"/>
              <a:t>net:</a:t>
            </a:r>
            <a:r>
              <a:rPr dirty="0" spc="-70"/>
              <a:t> </a:t>
            </a:r>
            <a:r>
              <a:rPr dirty="0"/>
              <a:t>DPDK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guest</a:t>
            </a:r>
            <a:r>
              <a:rPr dirty="0" spc="-35"/>
              <a:t> </a:t>
            </a:r>
            <a:r>
              <a:rPr dirty="0"/>
              <a:t>using</a:t>
            </a:r>
            <a:r>
              <a:rPr dirty="0" spc="-40"/>
              <a:t> </a:t>
            </a:r>
            <a:r>
              <a:rPr dirty="0"/>
              <a:t>virtio-</a:t>
            </a:r>
            <a:r>
              <a:rPr dirty="0" spc="-25"/>
              <a:t>net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108575" y="5331333"/>
            <a:ext cx="943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latin typeface="Arial"/>
                <a:cs typeface="Arial"/>
              </a:rPr>
              <a:t>DPAA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Drivers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33222" y="4930216"/>
            <a:ext cx="6851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Hardware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845819" y="961644"/>
            <a:ext cx="3512820" cy="2620010"/>
          </a:xfrm>
          <a:custGeom>
            <a:avLst/>
            <a:gdLst/>
            <a:ahLst/>
            <a:cxnLst/>
            <a:rect l="l" t="t" r="r" b="b"/>
            <a:pathLst>
              <a:path w="3512820" h="2620010">
                <a:moveTo>
                  <a:pt x="3076194" y="0"/>
                </a:moveTo>
                <a:lnTo>
                  <a:pt x="436626" y="0"/>
                </a:lnTo>
                <a:lnTo>
                  <a:pt x="389052" y="2561"/>
                </a:lnTo>
                <a:lnTo>
                  <a:pt x="342961" y="10069"/>
                </a:lnTo>
                <a:lnTo>
                  <a:pt x="298621" y="22256"/>
                </a:lnTo>
                <a:lnTo>
                  <a:pt x="256296" y="38857"/>
                </a:lnTo>
                <a:lnTo>
                  <a:pt x="216255" y="59605"/>
                </a:lnTo>
                <a:lnTo>
                  <a:pt x="178763" y="84234"/>
                </a:lnTo>
                <a:lnTo>
                  <a:pt x="144086" y="112478"/>
                </a:lnTo>
                <a:lnTo>
                  <a:pt x="112491" y="144071"/>
                </a:lnTo>
                <a:lnTo>
                  <a:pt x="84245" y="178746"/>
                </a:lnTo>
                <a:lnTo>
                  <a:pt x="59613" y="216238"/>
                </a:lnTo>
                <a:lnTo>
                  <a:pt x="38863" y="256280"/>
                </a:lnTo>
                <a:lnTo>
                  <a:pt x="22260" y="298606"/>
                </a:lnTo>
                <a:lnTo>
                  <a:pt x="10070" y="342950"/>
                </a:lnTo>
                <a:lnTo>
                  <a:pt x="2562" y="389045"/>
                </a:lnTo>
                <a:lnTo>
                  <a:pt x="0" y="436625"/>
                </a:lnTo>
                <a:lnTo>
                  <a:pt x="0" y="2183129"/>
                </a:lnTo>
                <a:lnTo>
                  <a:pt x="2562" y="2230710"/>
                </a:lnTo>
                <a:lnTo>
                  <a:pt x="10070" y="2276805"/>
                </a:lnTo>
                <a:lnTo>
                  <a:pt x="22260" y="2321149"/>
                </a:lnTo>
                <a:lnTo>
                  <a:pt x="38863" y="2363475"/>
                </a:lnTo>
                <a:lnTo>
                  <a:pt x="59613" y="2403517"/>
                </a:lnTo>
                <a:lnTo>
                  <a:pt x="84245" y="2441009"/>
                </a:lnTo>
                <a:lnTo>
                  <a:pt x="112491" y="2475684"/>
                </a:lnTo>
                <a:lnTo>
                  <a:pt x="144086" y="2507277"/>
                </a:lnTo>
                <a:lnTo>
                  <a:pt x="178763" y="2535521"/>
                </a:lnTo>
                <a:lnTo>
                  <a:pt x="216255" y="2560150"/>
                </a:lnTo>
                <a:lnTo>
                  <a:pt x="256296" y="2580898"/>
                </a:lnTo>
                <a:lnTo>
                  <a:pt x="298621" y="2597499"/>
                </a:lnTo>
                <a:lnTo>
                  <a:pt x="342961" y="2609686"/>
                </a:lnTo>
                <a:lnTo>
                  <a:pt x="389052" y="2617194"/>
                </a:lnTo>
                <a:lnTo>
                  <a:pt x="436626" y="2619755"/>
                </a:lnTo>
                <a:lnTo>
                  <a:pt x="3076194" y="2619755"/>
                </a:lnTo>
                <a:lnTo>
                  <a:pt x="3123774" y="2617194"/>
                </a:lnTo>
                <a:lnTo>
                  <a:pt x="3169869" y="2609686"/>
                </a:lnTo>
                <a:lnTo>
                  <a:pt x="3214213" y="2597499"/>
                </a:lnTo>
                <a:lnTo>
                  <a:pt x="3256539" y="2580898"/>
                </a:lnTo>
                <a:lnTo>
                  <a:pt x="3296581" y="2560150"/>
                </a:lnTo>
                <a:lnTo>
                  <a:pt x="3334073" y="2535521"/>
                </a:lnTo>
                <a:lnTo>
                  <a:pt x="3368748" y="2507277"/>
                </a:lnTo>
                <a:lnTo>
                  <a:pt x="3400341" y="2475684"/>
                </a:lnTo>
                <a:lnTo>
                  <a:pt x="3428585" y="2441009"/>
                </a:lnTo>
                <a:lnTo>
                  <a:pt x="3453214" y="2403517"/>
                </a:lnTo>
                <a:lnTo>
                  <a:pt x="3473962" y="2363475"/>
                </a:lnTo>
                <a:lnTo>
                  <a:pt x="3490563" y="2321149"/>
                </a:lnTo>
                <a:lnTo>
                  <a:pt x="3502750" y="2276805"/>
                </a:lnTo>
                <a:lnTo>
                  <a:pt x="3510258" y="2230710"/>
                </a:lnTo>
                <a:lnTo>
                  <a:pt x="3512820" y="2183129"/>
                </a:lnTo>
                <a:lnTo>
                  <a:pt x="3512820" y="436625"/>
                </a:lnTo>
                <a:lnTo>
                  <a:pt x="3510258" y="389045"/>
                </a:lnTo>
                <a:lnTo>
                  <a:pt x="3502750" y="342950"/>
                </a:lnTo>
                <a:lnTo>
                  <a:pt x="3490563" y="298606"/>
                </a:lnTo>
                <a:lnTo>
                  <a:pt x="3473962" y="256280"/>
                </a:lnTo>
                <a:lnTo>
                  <a:pt x="3453214" y="216238"/>
                </a:lnTo>
                <a:lnTo>
                  <a:pt x="3428585" y="178746"/>
                </a:lnTo>
                <a:lnTo>
                  <a:pt x="3400341" y="144071"/>
                </a:lnTo>
                <a:lnTo>
                  <a:pt x="3368748" y="112478"/>
                </a:lnTo>
                <a:lnTo>
                  <a:pt x="3334073" y="84234"/>
                </a:lnTo>
                <a:lnTo>
                  <a:pt x="3296581" y="59605"/>
                </a:lnTo>
                <a:lnTo>
                  <a:pt x="3256539" y="38857"/>
                </a:lnTo>
                <a:lnTo>
                  <a:pt x="3214213" y="22256"/>
                </a:lnTo>
                <a:lnTo>
                  <a:pt x="3169869" y="10069"/>
                </a:lnTo>
                <a:lnTo>
                  <a:pt x="3123774" y="2561"/>
                </a:lnTo>
                <a:lnTo>
                  <a:pt x="3076194" y="0"/>
                </a:lnTo>
                <a:close/>
              </a:path>
            </a:pathLst>
          </a:custGeom>
          <a:solidFill>
            <a:srgbClr val="FFF0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418079" y="1117219"/>
            <a:ext cx="368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0AF50"/>
                </a:solidFill>
                <a:latin typeface="Arial"/>
                <a:cs typeface="Arial"/>
              </a:rPr>
              <a:t>VM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459928" y="2026856"/>
            <a:ext cx="2211705" cy="402590"/>
            <a:chOff x="1459928" y="2026856"/>
            <a:chExt cx="2211705" cy="402590"/>
          </a:xfrm>
        </p:grpSpPr>
        <p:sp>
          <p:nvSpPr>
            <p:cNvPr id="13" name="object 13" descr=""/>
            <p:cNvSpPr/>
            <p:nvPr/>
          </p:nvSpPr>
          <p:spPr>
            <a:xfrm>
              <a:off x="1472946" y="2039874"/>
              <a:ext cx="2185670" cy="376555"/>
            </a:xfrm>
            <a:custGeom>
              <a:avLst/>
              <a:gdLst/>
              <a:ahLst/>
              <a:cxnLst/>
              <a:rect l="l" t="t" r="r" b="b"/>
              <a:pathLst>
                <a:path w="2185670" h="376555">
                  <a:moveTo>
                    <a:pt x="2185416" y="0"/>
                  </a:moveTo>
                  <a:lnTo>
                    <a:pt x="0" y="0"/>
                  </a:lnTo>
                  <a:lnTo>
                    <a:pt x="0" y="376427"/>
                  </a:lnTo>
                  <a:lnTo>
                    <a:pt x="2185416" y="376427"/>
                  </a:lnTo>
                  <a:lnTo>
                    <a:pt x="2185416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472946" y="2039874"/>
              <a:ext cx="2185670" cy="376555"/>
            </a:xfrm>
            <a:custGeom>
              <a:avLst/>
              <a:gdLst/>
              <a:ahLst/>
              <a:cxnLst/>
              <a:rect l="l" t="t" r="r" b="b"/>
              <a:pathLst>
                <a:path w="2185670" h="376555">
                  <a:moveTo>
                    <a:pt x="0" y="376427"/>
                  </a:moveTo>
                  <a:lnTo>
                    <a:pt x="2185416" y="376427"/>
                  </a:lnTo>
                  <a:lnTo>
                    <a:pt x="2185416" y="0"/>
                  </a:lnTo>
                  <a:lnTo>
                    <a:pt x="0" y="0"/>
                  </a:lnTo>
                  <a:lnTo>
                    <a:pt x="0" y="376427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999233" y="2119376"/>
            <a:ext cx="1130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virtio-</a:t>
            </a:r>
            <a:r>
              <a:rPr dirty="0" sz="1200">
                <a:latin typeface="Arial"/>
                <a:cs typeface="Arial"/>
              </a:rPr>
              <a:t>net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Drivers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459928" y="1526984"/>
            <a:ext cx="2196465" cy="394970"/>
            <a:chOff x="1459928" y="1526984"/>
            <a:chExt cx="2196465" cy="394970"/>
          </a:xfrm>
        </p:grpSpPr>
        <p:sp>
          <p:nvSpPr>
            <p:cNvPr id="17" name="object 17" descr=""/>
            <p:cNvSpPr/>
            <p:nvPr/>
          </p:nvSpPr>
          <p:spPr>
            <a:xfrm>
              <a:off x="1472946" y="1540002"/>
              <a:ext cx="2170430" cy="368935"/>
            </a:xfrm>
            <a:custGeom>
              <a:avLst/>
              <a:gdLst/>
              <a:ahLst/>
              <a:cxnLst/>
              <a:rect l="l" t="t" r="r" b="b"/>
              <a:pathLst>
                <a:path w="2170429" h="368935">
                  <a:moveTo>
                    <a:pt x="2170176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2170176" y="368808"/>
                  </a:lnTo>
                  <a:lnTo>
                    <a:pt x="2170176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72946" y="1540002"/>
              <a:ext cx="2170430" cy="368935"/>
            </a:xfrm>
            <a:custGeom>
              <a:avLst/>
              <a:gdLst/>
              <a:ahLst/>
              <a:cxnLst/>
              <a:rect l="l" t="t" r="r" b="b"/>
              <a:pathLst>
                <a:path w="2170429" h="368935">
                  <a:moveTo>
                    <a:pt x="0" y="368808"/>
                  </a:moveTo>
                  <a:lnTo>
                    <a:pt x="2170176" y="368808"/>
                  </a:lnTo>
                  <a:lnTo>
                    <a:pt x="2170176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642617" y="1615262"/>
            <a:ext cx="18294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DPDK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Network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Application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859536" y="2522220"/>
            <a:ext cx="3461385" cy="635"/>
          </a:xfrm>
          <a:custGeom>
            <a:avLst/>
            <a:gdLst/>
            <a:ahLst/>
            <a:cxnLst/>
            <a:rect l="l" t="t" r="r" b="b"/>
            <a:pathLst>
              <a:path w="3461385" h="635">
                <a:moveTo>
                  <a:pt x="0" y="634"/>
                </a:moveTo>
                <a:lnTo>
                  <a:pt x="3461004" y="0"/>
                </a:lnTo>
              </a:path>
            </a:pathLst>
          </a:custGeom>
          <a:ln w="9144">
            <a:solidFill>
              <a:srgbClr val="F9B4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3679316" y="2014880"/>
            <a:ext cx="675005" cy="46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marR="5080" indent="-114935">
              <a:lnSpc>
                <a:spcPct val="142600"/>
              </a:lnSpc>
              <a:spcBef>
                <a:spcPts val="100"/>
              </a:spcBef>
            </a:pPr>
            <a:r>
              <a:rPr dirty="0" sz="1000" spc="-10">
                <a:latin typeface="Arial"/>
                <a:cs typeface="Arial"/>
              </a:rPr>
              <a:t>User-space Kernel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5327840" y="4276280"/>
            <a:ext cx="3246755" cy="421005"/>
            <a:chOff x="5327840" y="4276280"/>
            <a:chExt cx="3246755" cy="421005"/>
          </a:xfrm>
        </p:grpSpPr>
        <p:sp>
          <p:nvSpPr>
            <p:cNvPr id="23" name="object 23" descr=""/>
            <p:cNvSpPr/>
            <p:nvPr/>
          </p:nvSpPr>
          <p:spPr>
            <a:xfrm>
              <a:off x="5340858" y="4289297"/>
              <a:ext cx="3220720" cy="394970"/>
            </a:xfrm>
            <a:custGeom>
              <a:avLst/>
              <a:gdLst/>
              <a:ahLst/>
              <a:cxnLst/>
              <a:rect l="l" t="t" r="r" b="b"/>
              <a:pathLst>
                <a:path w="3220720" h="394970">
                  <a:moveTo>
                    <a:pt x="3220212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3220212" y="394715"/>
                  </a:lnTo>
                  <a:lnTo>
                    <a:pt x="322021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340858" y="4289297"/>
              <a:ext cx="3220720" cy="394970"/>
            </a:xfrm>
            <a:custGeom>
              <a:avLst/>
              <a:gdLst/>
              <a:ahLst/>
              <a:cxnLst/>
              <a:rect l="l" t="t" r="r" b="b"/>
              <a:pathLst>
                <a:path w="3220720" h="394970">
                  <a:moveTo>
                    <a:pt x="0" y="394715"/>
                  </a:moveTo>
                  <a:lnTo>
                    <a:pt x="3220212" y="394715"/>
                  </a:lnTo>
                  <a:lnTo>
                    <a:pt x="3220212" y="0"/>
                  </a:lnTo>
                  <a:lnTo>
                    <a:pt x="0" y="0"/>
                  </a:lnTo>
                  <a:lnTo>
                    <a:pt x="0" y="39471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772147" y="4377944"/>
            <a:ext cx="3575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KVM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879854" y="4290821"/>
            <a:ext cx="3028315" cy="394970"/>
          </a:xfrm>
          <a:prstGeom prst="rect">
            <a:avLst/>
          </a:prstGeom>
          <a:solidFill>
            <a:srgbClr val="92D050"/>
          </a:solidFill>
          <a:ln w="25907">
            <a:solidFill>
              <a:srgbClr val="000000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dirty="0" sz="1200" spc="-20">
                <a:latin typeface="Arial"/>
                <a:cs typeface="Arial"/>
              </a:rPr>
              <a:t>VFIO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6326060" y="1990280"/>
            <a:ext cx="2685415" cy="295910"/>
            <a:chOff x="6326060" y="1990280"/>
            <a:chExt cx="2685415" cy="295910"/>
          </a:xfrm>
        </p:grpSpPr>
        <p:sp>
          <p:nvSpPr>
            <p:cNvPr id="28" name="object 28" descr=""/>
            <p:cNvSpPr/>
            <p:nvPr/>
          </p:nvSpPr>
          <p:spPr>
            <a:xfrm>
              <a:off x="6339077" y="2003297"/>
              <a:ext cx="2659380" cy="269875"/>
            </a:xfrm>
            <a:custGeom>
              <a:avLst/>
              <a:gdLst/>
              <a:ahLst/>
              <a:cxnLst/>
              <a:rect l="l" t="t" r="r" b="b"/>
              <a:pathLst>
                <a:path w="2659379" h="269875">
                  <a:moveTo>
                    <a:pt x="2659379" y="0"/>
                  </a:moveTo>
                  <a:lnTo>
                    <a:pt x="0" y="0"/>
                  </a:lnTo>
                  <a:lnTo>
                    <a:pt x="0" y="269748"/>
                  </a:lnTo>
                  <a:lnTo>
                    <a:pt x="2659379" y="269748"/>
                  </a:lnTo>
                  <a:lnTo>
                    <a:pt x="2659379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339077" y="2003297"/>
              <a:ext cx="2659380" cy="269875"/>
            </a:xfrm>
            <a:custGeom>
              <a:avLst/>
              <a:gdLst/>
              <a:ahLst/>
              <a:cxnLst/>
              <a:rect l="l" t="t" r="r" b="b"/>
              <a:pathLst>
                <a:path w="2659379" h="269875">
                  <a:moveTo>
                    <a:pt x="0" y="269748"/>
                  </a:moveTo>
                  <a:lnTo>
                    <a:pt x="2659379" y="269748"/>
                  </a:lnTo>
                  <a:lnTo>
                    <a:pt x="26593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7257415" y="2029155"/>
            <a:ext cx="8229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DPDK/ODP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6309296" y="1584896"/>
            <a:ext cx="2702560" cy="299085"/>
            <a:chOff x="6309296" y="1584896"/>
            <a:chExt cx="2702560" cy="299085"/>
          </a:xfrm>
        </p:grpSpPr>
        <p:sp>
          <p:nvSpPr>
            <p:cNvPr id="32" name="object 32" descr=""/>
            <p:cNvSpPr/>
            <p:nvPr/>
          </p:nvSpPr>
          <p:spPr>
            <a:xfrm>
              <a:off x="6322314" y="1597913"/>
              <a:ext cx="2676525" cy="273050"/>
            </a:xfrm>
            <a:custGeom>
              <a:avLst/>
              <a:gdLst/>
              <a:ahLst/>
              <a:cxnLst/>
              <a:rect l="l" t="t" r="r" b="b"/>
              <a:pathLst>
                <a:path w="2676525" h="273050">
                  <a:moveTo>
                    <a:pt x="2676143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2676143" y="272796"/>
                  </a:lnTo>
                  <a:lnTo>
                    <a:pt x="2676143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322314" y="1597913"/>
              <a:ext cx="2676525" cy="273050"/>
            </a:xfrm>
            <a:custGeom>
              <a:avLst/>
              <a:gdLst/>
              <a:ahLst/>
              <a:cxnLst/>
              <a:rect l="l" t="t" r="r" b="b"/>
              <a:pathLst>
                <a:path w="2676525" h="273050">
                  <a:moveTo>
                    <a:pt x="0" y="272796"/>
                  </a:moveTo>
                  <a:lnTo>
                    <a:pt x="2676143" y="272796"/>
                  </a:lnTo>
                  <a:lnTo>
                    <a:pt x="2676143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7485126" y="1624660"/>
            <a:ext cx="34925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OVS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6681216" y="1751076"/>
            <a:ext cx="297180" cy="208915"/>
          </a:xfrm>
          <a:custGeom>
            <a:avLst/>
            <a:gdLst/>
            <a:ahLst/>
            <a:cxnLst/>
            <a:rect l="l" t="t" r="r" b="b"/>
            <a:pathLst>
              <a:path w="297179" h="208914">
                <a:moveTo>
                  <a:pt x="297179" y="0"/>
                </a:moveTo>
                <a:lnTo>
                  <a:pt x="0" y="0"/>
                </a:lnTo>
                <a:lnTo>
                  <a:pt x="0" y="208787"/>
                </a:lnTo>
                <a:lnTo>
                  <a:pt x="297179" y="208787"/>
                </a:lnTo>
                <a:lnTo>
                  <a:pt x="2971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6772782" y="1779270"/>
            <a:ext cx="1174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IF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8179307" y="1755648"/>
            <a:ext cx="295910" cy="208915"/>
          </a:xfrm>
          <a:custGeom>
            <a:avLst/>
            <a:gdLst/>
            <a:ahLst/>
            <a:cxnLst/>
            <a:rect l="l" t="t" r="r" b="b"/>
            <a:pathLst>
              <a:path w="295909" h="208914">
                <a:moveTo>
                  <a:pt x="295655" y="0"/>
                </a:moveTo>
                <a:lnTo>
                  <a:pt x="0" y="0"/>
                </a:lnTo>
                <a:lnTo>
                  <a:pt x="0" y="208787"/>
                </a:lnTo>
                <a:lnTo>
                  <a:pt x="295655" y="208787"/>
                </a:lnTo>
                <a:lnTo>
                  <a:pt x="2956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8269605" y="1783461"/>
            <a:ext cx="1174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IF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6326060" y="2363660"/>
            <a:ext cx="949960" cy="315595"/>
            <a:chOff x="6326060" y="2363660"/>
            <a:chExt cx="949960" cy="315595"/>
          </a:xfrm>
        </p:grpSpPr>
        <p:sp>
          <p:nvSpPr>
            <p:cNvPr id="40" name="object 40" descr=""/>
            <p:cNvSpPr/>
            <p:nvPr/>
          </p:nvSpPr>
          <p:spPr>
            <a:xfrm>
              <a:off x="6339077" y="2376678"/>
              <a:ext cx="923925" cy="289560"/>
            </a:xfrm>
            <a:custGeom>
              <a:avLst/>
              <a:gdLst/>
              <a:ahLst/>
              <a:cxnLst/>
              <a:rect l="l" t="t" r="r" b="b"/>
              <a:pathLst>
                <a:path w="923925" h="289560">
                  <a:moveTo>
                    <a:pt x="923544" y="0"/>
                  </a:moveTo>
                  <a:lnTo>
                    <a:pt x="0" y="0"/>
                  </a:lnTo>
                  <a:lnTo>
                    <a:pt x="0" y="289560"/>
                  </a:lnTo>
                  <a:lnTo>
                    <a:pt x="923544" y="289560"/>
                  </a:lnTo>
                  <a:lnTo>
                    <a:pt x="923544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339077" y="2376678"/>
              <a:ext cx="923925" cy="289560"/>
            </a:xfrm>
            <a:custGeom>
              <a:avLst/>
              <a:gdLst/>
              <a:ahLst/>
              <a:cxnLst/>
              <a:rect l="l" t="t" r="r" b="b"/>
              <a:pathLst>
                <a:path w="923925" h="289560">
                  <a:moveTo>
                    <a:pt x="0" y="289560"/>
                  </a:moveTo>
                  <a:lnTo>
                    <a:pt x="923544" y="289560"/>
                  </a:lnTo>
                  <a:lnTo>
                    <a:pt x="923544" y="0"/>
                  </a:lnTo>
                  <a:lnTo>
                    <a:pt x="0" y="0"/>
                  </a:lnTo>
                  <a:lnTo>
                    <a:pt x="0" y="28956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6431660" y="2411984"/>
            <a:ext cx="737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vhost-</a:t>
            </a:r>
            <a:r>
              <a:rPr dirty="0" sz="1200" spc="-20">
                <a:latin typeface="Arial"/>
                <a:cs typeface="Arial"/>
              </a:rPr>
              <a:t>user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7349490" y="2381250"/>
            <a:ext cx="1659889" cy="287020"/>
          </a:xfrm>
          <a:custGeom>
            <a:avLst/>
            <a:gdLst/>
            <a:ahLst/>
            <a:cxnLst/>
            <a:rect l="l" t="t" r="r" b="b"/>
            <a:pathLst>
              <a:path w="1659890" h="287019">
                <a:moveTo>
                  <a:pt x="1659636" y="0"/>
                </a:moveTo>
                <a:lnTo>
                  <a:pt x="0" y="0"/>
                </a:lnTo>
                <a:lnTo>
                  <a:pt x="0" y="286512"/>
                </a:lnTo>
                <a:lnTo>
                  <a:pt x="1659636" y="286512"/>
                </a:lnTo>
                <a:lnTo>
                  <a:pt x="1659636" y="0"/>
                </a:lnTo>
                <a:close/>
              </a:path>
            </a:pathLst>
          </a:custGeom>
          <a:solidFill>
            <a:srgbClr val="FF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7349490" y="2381250"/>
            <a:ext cx="1659889" cy="28702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wrap="square" lIns="0" tIns="46990" rIns="0" bIns="0" rtlCol="0" vert="horz">
            <a:spAutoFit/>
          </a:bodyPr>
          <a:lstStyle/>
          <a:p>
            <a:pPr marL="370205">
              <a:lnSpc>
                <a:spcPct val="100000"/>
              </a:lnSpc>
              <a:spcBef>
                <a:spcPts val="370"/>
              </a:spcBef>
            </a:pPr>
            <a:r>
              <a:rPr dirty="0" sz="1200" spc="-30">
                <a:latin typeface="Arial"/>
                <a:cs typeface="Arial"/>
              </a:rPr>
              <a:t>DPAA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Drivers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2106167" y="1812035"/>
            <a:ext cx="7961630" cy="3685540"/>
            <a:chOff x="2106167" y="1812035"/>
            <a:chExt cx="7961630" cy="3685540"/>
          </a:xfrm>
        </p:grpSpPr>
        <p:pic>
          <p:nvPicPr>
            <p:cNvPr id="46" name="object 4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6167" y="1812035"/>
              <a:ext cx="4853939" cy="2330196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2148966" y="1912619"/>
              <a:ext cx="4753610" cy="2167255"/>
            </a:xfrm>
            <a:custGeom>
              <a:avLst/>
              <a:gdLst/>
              <a:ahLst/>
              <a:cxnLst/>
              <a:rect l="l" t="t" r="r" b="b"/>
              <a:pathLst>
                <a:path w="4753609" h="2167254">
                  <a:moveTo>
                    <a:pt x="323341" y="93471"/>
                  </a:moveTo>
                  <a:lnTo>
                    <a:pt x="306324" y="141350"/>
                  </a:lnTo>
                  <a:lnTo>
                    <a:pt x="318262" y="145541"/>
                  </a:lnTo>
                  <a:lnTo>
                    <a:pt x="335280" y="97789"/>
                  </a:lnTo>
                  <a:lnTo>
                    <a:pt x="323341" y="93471"/>
                  </a:lnTo>
                  <a:close/>
                </a:path>
                <a:path w="4753609" h="2167254">
                  <a:moveTo>
                    <a:pt x="365067" y="9778"/>
                  </a:moveTo>
                  <a:lnTo>
                    <a:pt x="353059" y="9778"/>
                  </a:lnTo>
                  <a:lnTo>
                    <a:pt x="364997" y="13969"/>
                  </a:lnTo>
                  <a:lnTo>
                    <a:pt x="357150" y="36048"/>
                  </a:lnTo>
                  <a:lnTo>
                    <a:pt x="369824" y="103124"/>
                  </a:lnTo>
                  <a:lnTo>
                    <a:pt x="373125" y="105409"/>
                  </a:lnTo>
                  <a:lnTo>
                    <a:pt x="379983" y="104139"/>
                  </a:lnTo>
                  <a:lnTo>
                    <a:pt x="382269" y="100837"/>
                  </a:lnTo>
                  <a:lnTo>
                    <a:pt x="365067" y="9778"/>
                  </a:lnTo>
                  <a:close/>
                </a:path>
                <a:path w="4753609" h="2167254">
                  <a:moveTo>
                    <a:pt x="363219" y="0"/>
                  </a:moveTo>
                  <a:lnTo>
                    <a:pt x="287527" y="63880"/>
                  </a:lnTo>
                  <a:lnTo>
                    <a:pt x="284860" y="66166"/>
                  </a:lnTo>
                  <a:lnTo>
                    <a:pt x="284480" y="70230"/>
                  </a:lnTo>
                  <a:lnTo>
                    <a:pt x="289051" y="75564"/>
                  </a:lnTo>
                  <a:lnTo>
                    <a:pt x="293115" y="75818"/>
                  </a:lnTo>
                  <a:lnTo>
                    <a:pt x="295782" y="73659"/>
                  </a:lnTo>
                  <a:lnTo>
                    <a:pt x="345219" y="31778"/>
                  </a:lnTo>
                  <a:lnTo>
                    <a:pt x="353059" y="9778"/>
                  </a:lnTo>
                  <a:lnTo>
                    <a:pt x="365067" y="9778"/>
                  </a:lnTo>
                  <a:lnTo>
                    <a:pt x="363219" y="0"/>
                  </a:lnTo>
                  <a:close/>
                </a:path>
                <a:path w="4753609" h="2167254">
                  <a:moveTo>
                    <a:pt x="354806" y="23657"/>
                  </a:moveTo>
                  <a:lnTo>
                    <a:pt x="345219" y="31778"/>
                  </a:lnTo>
                  <a:lnTo>
                    <a:pt x="336041" y="57530"/>
                  </a:lnTo>
                  <a:lnTo>
                    <a:pt x="347980" y="61849"/>
                  </a:lnTo>
                  <a:lnTo>
                    <a:pt x="357150" y="36048"/>
                  </a:lnTo>
                  <a:lnTo>
                    <a:pt x="354806" y="23657"/>
                  </a:lnTo>
                  <a:close/>
                </a:path>
                <a:path w="4753609" h="2167254">
                  <a:moveTo>
                    <a:pt x="362465" y="13080"/>
                  </a:moveTo>
                  <a:lnTo>
                    <a:pt x="352806" y="13080"/>
                  </a:lnTo>
                  <a:lnTo>
                    <a:pt x="363093" y="16637"/>
                  </a:lnTo>
                  <a:lnTo>
                    <a:pt x="354806" y="23657"/>
                  </a:lnTo>
                  <a:lnTo>
                    <a:pt x="357150" y="36048"/>
                  </a:lnTo>
                  <a:lnTo>
                    <a:pt x="364997" y="13969"/>
                  </a:lnTo>
                  <a:lnTo>
                    <a:pt x="362465" y="13080"/>
                  </a:lnTo>
                  <a:close/>
                </a:path>
                <a:path w="4753609" h="2167254">
                  <a:moveTo>
                    <a:pt x="353059" y="9778"/>
                  </a:moveTo>
                  <a:lnTo>
                    <a:pt x="345219" y="31778"/>
                  </a:lnTo>
                  <a:lnTo>
                    <a:pt x="354806" y="23657"/>
                  </a:lnTo>
                  <a:lnTo>
                    <a:pt x="352806" y="13080"/>
                  </a:lnTo>
                  <a:lnTo>
                    <a:pt x="362465" y="13080"/>
                  </a:lnTo>
                  <a:lnTo>
                    <a:pt x="353059" y="9778"/>
                  </a:lnTo>
                  <a:close/>
                </a:path>
                <a:path w="4753609" h="2167254">
                  <a:moveTo>
                    <a:pt x="352806" y="13080"/>
                  </a:moveTo>
                  <a:lnTo>
                    <a:pt x="354806" y="23657"/>
                  </a:lnTo>
                  <a:lnTo>
                    <a:pt x="363093" y="16637"/>
                  </a:lnTo>
                  <a:lnTo>
                    <a:pt x="352806" y="13080"/>
                  </a:lnTo>
                  <a:close/>
                </a:path>
                <a:path w="4753609" h="2167254">
                  <a:moveTo>
                    <a:pt x="293624" y="177291"/>
                  </a:moveTo>
                  <a:lnTo>
                    <a:pt x="276859" y="225297"/>
                  </a:lnTo>
                  <a:lnTo>
                    <a:pt x="288797" y="229488"/>
                  </a:lnTo>
                  <a:lnTo>
                    <a:pt x="305562" y="181482"/>
                  </a:lnTo>
                  <a:lnTo>
                    <a:pt x="293624" y="177291"/>
                  </a:lnTo>
                  <a:close/>
                </a:path>
                <a:path w="4753609" h="2167254">
                  <a:moveTo>
                    <a:pt x="264287" y="261238"/>
                  </a:moveTo>
                  <a:lnTo>
                    <a:pt x="247522" y="309244"/>
                  </a:lnTo>
                  <a:lnTo>
                    <a:pt x="259587" y="313435"/>
                  </a:lnTo>
                  <a:lnTo>
                    <a:pt x="276225" y="265429"/>
                  </a:lnTo>
                  <a:lnTo>
                    <a:pt x="264287" y="261238"/>
                  </a:lnTo>
                  <a:close/>
                </a:path>
                <a:path w="4753609" h="2167254">
                  <a:moveTo>
                    <a:pt x="235203" y="345313"/>
                  </a:moveTo>
                  <a:lnTo>
                    <a:pt x="219075" y="393572"/>
                  </a:lnTo>
                  <a:lnTo>
                    <a:pt x="231139" y="397509"/>
                  </a:lnTo>
                  <a:lnTo>
                    <a:pt x="247269" y="349376"/>
                  </a:lnTo>
                  <a:lnTo>
                    <a:pt x="235203" y="345313"/>
                  </a:lnTo>
                  <a:close/>
                </a:path>
                <a:path w="4753609" h="2167254">
                  <a:moveTo>
                    <a:pt x="207009" y="429640"/>
                  </a:moveTo>
                  <a:lnTo>
                    <a:pt x="190881" y="477774"/>
                  </a:lnTo>
                  <a:lnTo>
                    <a:pt x="202945" y="481838"/>
                  </a:lnTo>
                  <a:lnTo>
                    <a:pt x="219075" y="433704"/>
                  </a:lnTo>
                  <a:lnTo>
                    <a:pt x="207009" y="429640"/>
                  </a:lnTo>
                  <a:close/>
                </a:path>
                <a:path w="4753609" h="2167254">
                  <a:moveTo>
                    <a:pt x="179196" y="514222"/>
                  </a:moveTo>
                  <a:lnTo>
                    <a:pt x="164083" y="562737"/>
                  </a:lnTo>
                  <a:lnTo>
                    <a:pt x="176149" y="566546"/>
                  </a:lnTo>
                  <a:lnTo>
                    <a:pt x="191388" y="518032"/>
                  </a:lnTo>
                  <a:lnTo>
                    <a:pt x="179196" y="514222"/>
                  </a:lnTo>
                  <a:close/>
                </a:path>
                <a:path w="4753609" h="2167254">
                  <a:moveTo>
                    <a:pt x="152653" y="599058"/>
                  </a:moveTo>
                  <a:lnTo>
                    <a:pt x="138302" y="644525"/>
                  </a:lnTo>
                  <a:lnTo>
                    <a:pt x="137413" y="647572"/>
                  </a:lnTo>
                  <a:lnTo>
                    <a:pt x="149606" y="651255"/>
                  </a:lnTo>
                  <a:lnTo>
                    <a:pt x="150368" y="648334"/>
                  </a:lnTo>
                  <a:lnTo>
                    <a:pt x="164719" y="602868"/>
                  </a:lnTo>
                  <a:lnTo>
                    <a:pt x="152653" y="599058"/>
                  </a:lnTo>
                  <a:close/>
                </a:path>
                <a:path w="4753609" h="2167254">
                  <a:moveTo>
                    <a:pt x="126618" y="684149"/>
                  </a:moveTo>
                  <a:lnTo>
                    <a:pt x="115315" y="722629"/>
                  </a:lnTo>
                  <a:lnTo>
                    <a:pt x="112394" y="733043"/>
                  </a:lnTo>
                  <a:lnTo>
                    <a:pt x="124713" y="736472"/>
                  </a:lnTo>
                  <a:lnTo>
                    <a:pt x="127507" y="726313"/>
                  </a:lnTo>
                  <a:lnTo>
                    <a:pt x="138810" y="687831"/>
                  </a:lnTo>
                  <a:lnTo>
                    <a:pt x="126618" y="684149"/>
                  </a:lnTo>
                  <a:close/>
                </a:path>
                <a:path w="4753609" h="2167254">
                  <a:moveTo>
                    <a:pt x="102234" y="769746"/>
                  </a:moveTo>
                  <a:lnTo>
                    <a:pt x="93980" y="799972"/>
                  </a:lnTo>
                  <a:lnTo>
                    <a:pt x="89026" y="818895"/>
                  </a:lnTo>
                  <a:lnTo>
                    <a:pt x="101345" y="822070"/>
                  </a:lnTo>
                  <a:lnTo>
                    <a:pt x="106171" y="803275"/>
                  </a:lnTo>
                  <a:lnTo>
                    <a:pt x="114553" y="773176"/>
                  </a:lnTo>
                  <a:lnTo>
                    <a:pt x="102234" y="769746"/>
                  </a:lnTo>
                  <a:close/>
                </a:path>
                <a:path w="4753609" h="2167254">
                  <a:moveTo>
                    <a:pt x="79501" y="855852"/>
                  </a:moveTo>
                  <a:lnTo>
                    <a:pt x="74168" y="876045"/>
                  </a:lnTo>
                  <a:lnTo>
                    <a:pt x="67309" y="905255"/>
                  </a:lnTo>
                  <a:lnTo>
                    <a:pt x="79628" y="908176"/>
                  </a:lnTo>
                  <a:lnTo>
                    <a:pt x="86487" y="879220"/>
                  </a:lnTo>
                  <a:lnTo>
                    <a:pt x="91693" y="859027"/>
                  </a:lnTo>
                  <a:lnTo>
                    <a:pt x="79501" y="855852"/>
                  </a:lnTo>
                  <a:close/>
                </a:path>
                <a:path w="4753609" h="2167254">
                  <a:moveTo>
                    <a:pt x="58546" y="942339"/>
                  </a:moveTo>
                  <a:lnTo>
                    <a:pt x="56514" y="950976"/>
                  </a:lnTo>
                  <a:lnTo>
                    <a:pt x="47751" y="992124"/>
                  </a:lnTo>
                  <a:lnTo>
                    <a:pt x="60197" y="994790"/>
                  </a:lnTo>
                  <a:lnTo>
                    <a:pt x="68833" y="954024"/>
                  </a:lnTo>
                  <a:lnTo>
                    <a:pt x="70865" y="945260"/>
                  </a:lnTo>
                  <a:lnTo>
                    <a:pt x="58546" y="942339"/>
                  </a:lnTo>
                  <a:close/>
                </a:path>
                <a:path w="4753609" h="2167254">
                  <a:moveTo>
                    <a:pt x="39877" y="1029588"/>
                  </a:moveTo>
                  <a:lnTo>
                    <a:pt x="30733" y="1079500"/>
                  </a:lnTo>
                  <a:lnTo>
                    <a:pt x="43180" y="1081913"/>
                  </a:lnTo>
                  <a:lnTo>
                    <a:pt x="52450" y="1031875"/>
                  </a:lnTo>
                  <a:lnTo>
                    <a:pt x="39877" y="1029588"/>
                  </a:lnTo>
                  <a:close/>
                </a:path>
                <a:path w="4753609" h="2167254">
                  <a:moveTo>
                    <a:pt x="24256" y="1117345"/>
                  </a:moveTo>
                  <a:lnTo>
                    <a:pt x="16509" y="1167510"/>
                  </a:lnTo>
                  <a:lnTo>
                    <a:pt x="29082" y="1169415"/>
                  </a:lnTo>
                  <a:lnTo>
                    <a:pt x="36830" y="1119251"/>
                  </a:lnTo>
                  <a:lnTo>
                    <a:pt x="24256" y="1117345"/>
                  </a:lnTo>
                  <a:close/>
                </a:path>
                <a:path w="4753609" h="2167254">
                  <a:moveTo>
                    <a:pt x="11937" y="1205483"/>
                  </a:moveTo>
                  <a:lnTo>
                    <a:pt x="8000" y="1237233"/>
                  </a:lnTo>
                  <a:lnTo>
                    <a:pt x="6476" y="1256283"/>
                  </a:lnTo>
                  <a:lnTo>
                    <a:pt x="19176" y="1257300"/>
                  </a:lnTo>
                  <a:lnTo>
                    <a:pt x="20700" y="1238757"/>
                  </a:lnTo>
                  <a:lnTo>
                    <a:pt x="24510" y="1207007"/>
                  </a:lnTo>
                  <a:lnTo>
                    <a:pt x="11937" y="1205483"/>
                  </a:lnTo>
                  <a:close/>
                </a:path>
                <a:path w="4753609" h="2167254">
                  <a:moveTo>
                    <a:pt x="3301" y="1294256"/>
                  </a:moveTo>
                  <a:lnTo>
                    <a:pt x="2539" y="1304797"/>
                  </a:lnTo>
                  <a:lnTo>
                    <a:pt x="888" y="1345183"/>
                  </a:lnTo>
                  <a:lnTo>
                    <a:pt x="13588" y="1345691"/>
                  </a:lnTo>
                  <a:lnTo>
                    <a:pt x="15112" y="1305814"/>
                  </a:lnTo>
                  <a:lnTo>
                    <a:pt x="16001" y="1295272"/>
                  </a:lnTo>
                  <a:lnTo>
                    <a:pt x="3301" y="1294256"/>
                  </a:lnTo>
                  <a:close/>
                </a:path>
                <a:path w="4753609" h="2167254">
                  <a:moveTo>
                    <a:pt x="12700" y="1383664"/>
                  </a:moveTo>
                  <a:lnTo>
                    <a:pt x="0" y="1383664"/>
                  </a:lnTo>
                  <a:lnTo>
                    <a:pt x="378" y="1434338"/>
                  </a:lnTo>
                  <a:lnTo>
                    <a:pt x="381" y="1434718"/>
                  </a:lnTo>
                  <a:lnTo>
                    <a:pt x="13081" y="1434338"/>
                  </a:lnTo>
                  <a:lnTo>
                    <a:pt x="12700" y="1383664"/>
                  </a:lnTo>
                  <a:close/>
                </a:path>
                <a:path w="4753609" h="2167254">
                  <a:moveTo>
                    <a:pt x="15366" y="1472056"/>
                  </a:moveTo>
                  <a:lnTo>
                    <a:pt x="2793" y="1472818"/>
                  </a:lnTo>
                  <a:lnTo>
                    <a:pt x="4145" y="1495552"/>
                  </a:lnTo>
                  <a:lnTo>
                    <a:pt x="4190" y="1496314"/>
                  </a:lnTo>
                  <a:lnTo>
                    <a:pt x="7619" y="1523745"/>
                  </a:lnTo>
                  <a:lnTo>
                    <a:pt x="20193" y="1522221"/>
                  </a:lnTo>
                  <a:lnTo>
                    <a:pt x="16985" y="1496314"/>
                  </a:lnTo>
                  <a:lnTo>
                    <a:pt x="16890" y="1495552"/>
                  </a:lnTo>
                  <a:lnTo>
                    <a:pt x="15416" y="1472818"/>
                  </a:lnTo>
                  <a:lnTo>
                    <a:pt x="15366" y="1472056"/>
                  </a:lnTo>
                  <a:close/>
                </a:path>
                <a:path w="4753609" h="2167254">
                  <a:moveTo>
                    <a:pt x="25145" y="1559559"/>
                  </a:moveTo>
                  <a:lnTo>
                    <a:pt x="12700" y="1561845"/>
                  </a:lnTo>
                  <a:lnTo>
                    <a:pt x="22225" y="1611756"/>
                  </a:lnTo>
                  <a:lnTo>
                    <a:pt x="34670" y="1609343"/>
                  </a:lnTo>
                  <a:lnTo>
                    <a:pt x="25145" y="1559559"/>
                  </a:lnTo>
                  <a:close/>
                </a:path>
                <a:path w="4753609" h="2167254">
                  <a:moveTo>
                    <a:pt x="44322" y="1645792"/>
                  </a:moveTo>
                  <a:lnTo>
                    <a:pt x="32131" y="1649094"/>
                  </a:lnTo>
                  <a:lnTo>
                    <a:pt x="37464" y="1668906"/>
                  </a:lnTo>
                  <a:lnTo>
                    <a:pt x="47878" y="1697862"/>
                  </a:lnTo>
                  <a:lnTo>
                    <a:pt x="59816" y="1693544"/>
                  </a:lnTo>
                  <a:lnTo>
                    <a:pt x="49783" y="1665604"/>
                  </a:lnTo>
                  <a:lnTo>
                    <a:pt x="44322" y="1645792"/>
                  </a:lnTo>
                  <a:close/>
                </a:path>
                <a:path w="4753609" h="2167254">
                  <a:moveTo>
                    <a:pt x="73406" y="1728469"/>
                  </a:moveTo>
                  <a:lnTo>
                    <a:pt x="61975" y="1733803"/>
                  </a:lnTo>
                  <a:lnTo>
                    <a:pt x="79501" y="1772030"/>
                  </a:lnTo>
                  <a:lnTo>
                    <a:pt x="84200" y="1780158"/>
                  </a:lnTo>
                  <a:lnTo>
                    <a:pt x="95250" y="1773808"/>
                  </a:lnTo>
                  <a:lnTo>
                    <a:pt x="91058" y="1766696"/>
                  </a:lnTo>
                  <a:lnTo>
                    <a:pt x="73406" y="1728469"/>
                  </a:lnTo>
                  <a:close/>
                </a:path>
                <a:path w="4753609" h="2167254">
                  <a:moveTo>
                    <a:pt x="114300" y="1806702"/>
                  </a:moveTo>
                  <a:lnTo>
                    <a:pt x="103030" y="1813178"/>
                  </a:lnTo>
                  <a:lnTo>
                    <a:pt x="103324" y="1813178"/>
                  </a:lnTo>
                  <a:lnTo>
                    <a:pt x="107060" y="1819655"/>
                  </a:lnTo>
                  <a:lnTo>
                    <a:pt x="132587" y="1855215"/>
                  </a:lnTo>
                  <a:lnTo>
                    <a:pt x="143001" y="1847849"/>
                  </a:lnTo>
                  <a:lnTo>
                    <a:pt x="118109" y="1813178"/>
                  </a:lnTo>
                  <a:lnTo>
                    <a:pt x="114300" y="1806702"/>
                  </a:lnTo>
                  <a:close/>
                </a:path>
                <a:path w="4753609" h="2167254">
                  <a:moveTo>
                    <a:pt x="166877" y="1876678"/>
                  </a:moveTo>
                  <a:lnTo>
                    <a:pt x="157352" y="1885060"/>
                  </a:lnTo>
                  <a:lnTo>
                    <a:pt x="176021" y="1906396"/>
                  </a:lnTo>
                  <a:lnTo>
                    <a:pt x="192912" y="1922017"/>
                  </a:lnTo>
                  <a:lnTo>
                    <a:pt x="201549" y="1912746"/>
                  </a:lnTo>
                  <a:lnTo>
                    <a:pt x="185674" y="1897887"/>
                  </a:lnTo>
                  <a:lnTo>
                    <a:pt x="166877" y="1876678"/>
                  </a:lnTo>
                  <a:close/>
                </a:path>
                <a:path w="4753609" h="2167254">
                  <a:moveTo>
                    <a:pt x="229362" y="1938019"/>
                  </a:moveTo>
                  <a:lnTo>
                    <a:pt x="221614" y="1948052"/>
                  </a:lnTo>
                  <a:lnTo>
                    <a:pt x="262127" y="1978786"/>
                  </a:lnTo>
                  <a:lnTo>
                    <a:pt x="269747" y="1968753"/>
                  </a:lnTo>
                  <a:lnTo>
                    <a:pt x="229362" y="1938019"/>
                  </a:lnTo>
                  <a:close/>
                </a:path>
                <a:path w="4753609" h="2167254">
                  <a:moveTo>
                    <a:pt x="301497" y="1988692"/>
                  </a:moveTo>
                  <a:lnTo>
                    <a:pt x="294766" y="1999487"/>
                  </a:lnTo>
                  <a:lnTo>
                    <a:pt x="317116" y="2013330"/>
                  </a:lnTo>
                  <a:lnTo>
                    <a:pt x="339470" y="2024633"/>
                  </a:lnTo>
                  <a:lnTo>
                    <a:pt x="345185" y="2013330"/>
                  </a:lnTo>
                  <a:lnTo>
                    <a:pt x="323595" y="2002408"/>
                  </a:lnTo>
                  <a:lnTo>
                    <a:pt x="301497" y="1988692"/>
                  </a:lnTo>
                  <a:close/>
                </a:path>
                <a:path w="4753609" h="2167254">
                  <a:moveTo>
                    <a:pt x="379221" y="2030475"/>
                  </a:moveTo>
                  <a:lnTo>
                    <a:pt x="373506" y="2041778"/>
                  </a:lnTo>
                  <a:lnTo>
                    <a:pt x="374269" y="2042159"/>
                  </a:lnTo>
                  <a:lnTo>
                    <a:pt x="405891" y="2055494"/>
                  </a:lnTo>
                  <a:lnTo>
                    <a:pt x="421258" y="2061209"/>
                  </a:lnTo>
                  <a:lnTo>
                    <a:pt x="425576" y="2049271"/>
                  </a:lnTo>
                  <a:lnTo>
                    <a:pt x="410718" y="2043810"/>
                  </a:lnTo>
                  <a:lnTo>
                    <a:pt x="379983" y="2030856"/>
                  </a:lnTo>
                  <a:lnTo>
                    <a:pt x="379221" y="2030475"/>
                  </a:lnTo>
                  <a:close/>
                </a:path>
                <a:path w="4753609" h="2167254">
                  <a:moveTo>
                    <a:pt x="461390" y="2061463"/>
                  </a:moveTo>
                  <a:lnTo>
                    <a:pt x="457581" y="2073528"/>
                  </a:lnTo>
                  <a:lnTo>
                    <a:pt x="476503" y="2079497"/>
                  </a:lnTo>
                  <a:lnTo>
                    <a:pt x="506475" y="2087879"/>
                  </a:lnTo>
                  <a:lnTo>
                    <a:pt x="509905" y="2075687"/>
                  </a:lnTo>
                  <a:lnTo>
                    <a:pt x="480313" y="2067432"/>
                  </a:lnTo>
                  <a:lnTo>
                    <a:pt x="461390" y="2061463"/>
                  </a:lnTo>
                  <a:close/>
                </a:path>
                <a:path w="4753609" h="2167254">
                  <a:moveTo>
                    <a:pt x="546734" y="2084958"/>
                  </a:moveTo>
                  <a:lnTo>
                    <a:pt x="543687" y="2097278"/>
                  </a:lnTo>
                  <a:lnTo>
                    <a:pt x="556640" y="2100579"/>
                  </a:lnTo>
                  <a:lnTo>
                    <a:pt x="593470" y="2108327"/>
                  </a:lnTo>
                  <a:lnTo>
                    <a:pt x="596010" y="2096007"/>
                  </a:lnTo>
                  <a:lnTo>
                    <a:pt x="559688" y="2088133"/>
                  </a:lnTo>
                  <a:lnTo>
                    <a:pt x="546734" y="2084958"/>
                  </a:lnTo>
                  <a:close/>
                </a:path>
                <a:path w="4753609" h="2167254">
                  <a:moveTo>
                    <a:pt x="633349" y="2103119"/>
                  </a:moveTo>
                  <a:lnTo>
                    <a:pt x="630935" y="2115692"/>
                  </a:lnTo>
                  <a:lnTo>
                    <a:pt x="645668" y="2118360"/>
                  </a:lnTo>
                  <a:lnTo>
                    <a:pt x="681227" y="2124202"/>
                  </a:lnTo>
                  <a:lnTo>
                    <a:pt x="683259" y="2111755"/>
                  </a:lnTo>
                  <a:lnTo>
                    <a:pt x="647953" y="2105913"/>
                  </a:lnTo>
                  <a:lnTo>
                    <a:pt x="633349" y="2103119"/>
                  </a:lnTo>
                  <a:close/>
                </a:path>
                <a:path w="4753609" h="2167254">
                  <a:moveTo>
                    <a:pt x="720851" y="2117343"/>
                  </a:moveTo>
                  <a:lnTo>
                    <a:pt x="718946" y="2129916"/>
                  </a:lnTo>
                  <a:lnTo>
                    <a:pt x="742950" y="2133346"/>
                  </a:lnTo>
                  <a:lnTo>
                    <a:pt x="769493" y="2136647"/>
                  </a:lnTo>
                  <a:lnTo>
                    <a:pt x="771016" y="2123947"/>
                  </a:lnTo>
                  <a:lnTo>
                    <a:pt x="744727" y="2120772"/>
                  </a:lnTo>
                  <a:lnTo>
                    <a:pt x="720851" y="2117343"/>
                  </a:lnTo>
                  <a:close/>
                </a:path>
                <a:path w="4753609" h="2167254">
                  <a:moveTo>
                    <a:pt x="808735" y="2128392"/>
                  </a:moveTo>
                  <a:lnTo>
                    <a:pt x="807465" y="2141092"/>
                  </a:lnTo>
                  <a:lnTo>
                    <a:pt x="848106" y="2145410"/>
                  </a:lnTo>
                  <a:lnTo>
                    <a:pt x="858012" y="2146299"/>
                  </a:lnTo>
                  <a:lnTo>
                    <a:pt x="859155" y="2133727"/>
                  </a:lnTo>
                  <a:lnTo>
                    <a:pt x="849376" y="2132837"/>
                  </a:lnTo>
                  <a:lnTo>
                    <a:pt x="808735" y="2128392"/>
                  </a:lnTo>
                  <a:close/>
                </a:path>
                <a:path w="4753609" h="2167254">
                  <a:moveTo>
                    <a:pt x="897127" y="2137155"/>
                  </a:moveTo>
                  <a:lnTo>
                    <a:pt x="895984" y="2149855"/>
                  </a:lnTo>
                  <a:lnTo>
                    <a:pt x="903224" y="2150491"/>
                  </a:lnTo>
                  <a:lnTo>
                    <a:pt x="946784" y="2153792"/>
                  </a:lnTo>
                  <a:lnTo>
                    <a:pt x="947674" y="2141092"/>
                  </a:lnTo>
                  <a:lnTo>
                    <a:pt x="904366" y="2137791"/>
                  </a:lnTo>
                  <a:lnTo>
                    <a:pt x="897127" y="2137155"/>
                  </a:lnTo>
                  <a:close/>
                </a:path>
                <a:path w="4753609" h="2167254">
                  <a:moveTo>
                    <a:pt x="985646" y="2143632"/>
                  </a:moveTo>
                  <a:lnTo>
                    <a:pt x="984757" y="2156332"/>
                  </a:lnTo>
                  <a:lnTo>
                    <a:pt x="1018539" y="2158491"/>
                  </a:lnTo>
                  <a:lnTo>
                    <a:pt x="1035684" y="2159254"/>
                  </a:lnTo>
                  <a:lnTo>
                    <a:pt x="1036193" y="2146554"/>
                  </a:lnTo>
                  <a:lnTo>
                    <a:pt x="1019301" y="2145791"/>
                  </a:lnTo>
                  <a:lnTo>
                    <a:pt x="985646" y="2143632"/>
                  </a:lnTo>
                  <a:close/>
                </a:path>
                <a:path w="4753609" h="2167254">
                  <a:moveTo>
                    <a:pt x="1074293" y="2148331"/>
                  </a:moveTo>
                  <a:lnTo>
                    <a:pt x="1073658" y="2161031"/>
                  </a:lnTo>
                  <a:lnTo>
                    <a:pt x="1124458" y="2163191"/>
                  </a:lnTo>
                  <a:lnTo>
                    <a:pt x="1124966" y="2150617"/>
                  </a:lnTo>
                  <a:lnTo>
                    <a:pt x="1074293" y="2148331"/>
                  </a:lnTo>
                  <a:close/>
                </a:path>
                <a:path w="4753609" h="2167254">
                  <a:moveTo>
                    <a:pt x="1162938" y="2151760"/>
                  </a:moveTo>
                  <a:lnTo>
                    <a:pt x="1162684" y="2164460"/>
                  </a:lnTo>
                  <a:lnTo>
                    <a:pt x="1213484" y="2165604"/>
                  </a:lnTo>
                  <a:lnTo>
                    <a:pt x="1213738" y="2152904"/>
                  </a:lnTo>
                  <a:lnTo>
                    <a:pt x="1162938" y="2151760"/>
                  </a:lnTo>
                  <a:close/>
                </a:path>
                <a:path w="4753609" h="2167254">
                  <a:moveTo>
                    <a:pt x="1251838" y="2153792"/>
                  </a:moveTo>
                  <a:lnTo>
                    <a:pt x="1251584" y="2166492"/>
                  </a:lnTo>
                  <a:lnTo>
                    <a:pt x="1302511" y="2167000"/>
                  </a:lnTo>
                  <a:lnTo>
                    <a:pt x="1302511" y="2154300"/>
                  </a:lnTo>
                  <a:lnTo>
                    <a:pt x="1251838" y="2153792"/>
                  </a:lnTo>
                  <a:close/>
                </a:path>
                <a:path w="4753609" h="2167254">
                  <a:moveTo>
                    <a:pt x="1391411" y="2154554"/>
                  </a:moveTo>
                  <a:lnTo>
                    <a:pt x="1340611" y="2154554"/>
                  </a:lnTo>
                  <a:lnTo>
                    <a:pt x="1340611" y="2167254"/>
                  </a:lnTo>
                  <a:lnTo>
                    <a:pt x="1391411" y="2167254"/>
                  </a:lnTo>
                  <a:lnTo>
                    <a:pt x="1391411" y="2154554"/>
                  </a:lnTo>
                  <a:close/>
                </a:path>
                <a:path w="4753609" h="2167254">
                  <a:moveTo>
                    <a:pt x="1480184" y="2153538"/>
                  </a:moveTo>
                  <a:lnTo>
                    <a:pt x="1429384" y="2154173"/>
                  </a:lnTo>
                  <a:lnTo>
                    <a:pt x="1429626" y="2166238"/>
                  </a:lnTo>
                  <a:lnTo>
                    <a:pt x="1429638" y="2166873"/>
                  </a:lnTo>
                  <a:lnTo>
                    <a:pt x="1480311" y="2166238"/>
                  </a:lnTo>
                  <a:lnTo>
                    <a:pt x="1480184" y="2153538"/>
                  </a:lnTo>
                  <a:close/>
                </a:path>
                <a:path w="4753609" h="2167254">
                  <a:moveTo>
                    <a:pt x="1568958" y="2151760"/>
                  </a:moveTo>
                  <a:lnTo>
                    <a:pt x="1534033" y="2152777"/>
                  </a:lnTo>
                  <a:lnTo>
                    <a:pt x="1518284" y="2153030"/>
                  </a:lnTo>
                  <a:lnTo>
                    <a:pt x="1518411" y="2165730"/>
                  </a:lnTo>
                  <a:lnTo>
                    <a:pt x="1534159" y="2165477"/>
                  </a:lnTo>
                  <a:lnTo>
                    <a:pt x="1569338" y="2164460"/>
                  </a:lnTo>
                  <a:lnTo>
                    <a:pt x="1568996" y="2153030"/>
                  </a:lnTo>
                  <a:lnTo>
                    <a:pt x="1568958" y="2151760"/>
                  </a:lnTo>
                  <a:close/>
                </a:path>
                <a:path w="4753609" h="2167254">
                  <a:moveTo>
                    <a:pt x="1657858" y="2149093"/>
                  </a:moveTo>
                  <a:lnTo>
                    <a:pt x="1607058" y="2150617"/>
                  </a:lnTo>
                  <a:lnTo>
                    <a:pt x="1607393" y="2161793"/>
                  </a:lnTo>
                  <a:lnTo>
                    <a:pt x="1607438" y="2163317"/>
                  </a:lnTo>
                  <a:lnTo>
                    <a:pt x="1658238" y="2161793"/>
                  </a:lnTo>
                  <a:lnTo>
                    <a:pt x="1657903" y="2150617"/>
                  </a:lnTo>
                  <a:lnTo>
                    <a:pt x="1657858" y="2149093"/>
                  </a:lnTo>
                  <a:close/>
                </a:path>
                <a:path w="4753609" h="2167254">
                  <a:moveTo>
                    <a:pt x="1746504" y="2145284"/>
                  </a:moveTo>
                  <a:lnTo>
                    <a:pt x="1695831" y="2147569"/>
                  </a:lnTo>
                  <a:lnTo>
                    <a:pt x="1696247" y="2157984"/>
                  </a:lnTo>
                  <a:lnTo>
                    <a:pt x="1696338" y="2160269"/>
                  </a:lnTo>
                  <a:lnTo>
                    <a:pt x="1747138" y="2157984"/>
                  </a:lnTo>
                  <a:lnTo>
                    <a:pt x="1746618" y="2147569"/>
                  </a:lnTo>
                  <a:lnTo>
                    <a:pt x="1746504" y="2145284"/>
                  </a:lnTo>
                  <a:close/>
                </a:path>
                <a:path w="4753609" h="2167254">
                  <a:moveTo>
                    <a:pt x="1835277" y="2141092"/>
                  </a:moveTo>
                  <a:lnTo>
                    <a:pt x="1814830" y="2142362"/>
                  </a:lnTo>
                  <a:lnTo>
                    <a:pt x="1784604" y="2143632"/>
                  </a:lnTo>
                  <a:lnTo>
                    <a:pt x="1785111" y="2153792"/>
                  </a:lnTo>
                  <a:lnTo>
                    <a:pt x="1785238" y="2156332"/>
                  </a:lnTo>
                  <a:lnTo>
                    <a:pt x="1836038" y="2153792"/>
                  </a:lnTo>
                  <a:lnTo>
                    <a:pt x="1835429" y="2143632"/>
                  </a:lnTo>
                  <a:lnTo>
                    <a:pt x="1835353" y="2142362"/>
                  </a:lnTo>
                  <a:lnTo>
                    <a:pt x="1835277" y="2141092"/>
                  </a:lnTo>
                  <a:close/>
                </a:path>
                <a:path w="4753609" h="2167254">
                  <a:moveTo>
                    <a:pt x="1924049" y="2136012"/>
                  </a:moveTo>
                  <a:lnTo>
                    <a:pt x="1873249" y="2138934"/>
                  </a:lnTo>
                  <a:lnTo>
                    <a:pt x="1874011" y="2151634"/>
                  </a:lnTo>
                  <a:lnTo>
                    <a:pt x="1924811" y="2148585"/>
                  </a:lnTo>
                  <a:lnTo>
                    <a:pt x="1924049" y="2136012"/>
                  </a:lnTo>
                  <a:close/>
                </a:path>
                <a:path w="4753609" h="2167254">
                  <a:moveTo>
                    <a:pt x="2012695" y="2130043"/>
                  </a:moveTo>
                  <a:lnTo>
                    <a:pt x="1962022" y="2133727"/>
                  </a:lnTo>
                  <a:lnTo>
                    <a:pt x="1962911" y="2146427"/>
                  </a:lnTo>
                  <a:lnTo>
                    <a:pt x="2013584" y="2142743"/>
                  </a:lnTo>
                  <a:lnTo>
                    <a:pt x="2012695" y="2130043"/>
                  </a:lnTo>
                  <a:close/>
                </a:path>
                <a:path w="4753609" h="2167254">
                  <a:moveTo>
                    <a:pt x="2101342" y="2123821"/>
                  </a:moveTo>
                  <a:lnTo>
                    <a:pt x="2050669" y="2127377"/>
                  </a:lnTo>
                  <a:lnTo>
                    <a:pt x="2051558" y="2140077"/>
                  </a:lnTo>
                  <a:lnTo>
                    <a:pt x="2102231" y="2136393"/>
                  </a:lnTo>
                  <a:lnTo>
                    <a:pt x="2101342" y="2123821"/>
                  </a:lnTo>
                  <a:close/>
                </a:path>
                <a:path w="4753609" h="2167254">
                  <a:moveTo>
                    <a:pt x="2189860" y="2116328"/>
                  </a:moveTo>
                  <a:lnTo>
                    <a:pt x="2139187" y="2120646"/>
                  </a:lnTo>
                  <a:lnTo>
                    <a:pt x="2140331" y="2133346"/>
                  </a:lnTo>
                  <a:lnTo>
                    <a:pt x="2190877" y="2129028"/>
                  </a:lnTo>
                  <a:lnTo>
                    <a:pt x="2189860" y="2116328"/>
                  </a:lnTo>
                  <a:close/>
                </a:path>
                <a:path w="4753609" h="2167254">
                  <a:moveTo>
                    <a:pt x="2278253" y="2108580"/>
                  </a:moveTo>
                  <a:lnTo>
                    <a:pt x="2250947" y="2111247"/>
                  </a:lnTo>
                  <a:lnTo>
                    <a:pt x="2227834" y="2113153"/>
                  </a:lnTo>
                  <a:lnTo>
                    <a:pt x="2228849" y="2125853"/>
                  </a:lnTo>
                  <a:lnTo>
                    <a:pt x="2251963" y="2123947"/>
                  </a:lnTo>
                  <a:lnTo>
                    <a:pt x="2279522" y="2121280"/>
                  </a:lnTo>
                  <a:lnTo>
                    <a:pt x="2278253" y="2108580"/>
                  </a:lnTo>
                  <a:close/>
                </a:path>
                <a:path w="4753609" h="2167254">
                  <a:moveTo>
                    <a:pt x="2366772" y="2100072"/>
                  </a:moveTo>
                  <a:lnTo>
                    <a:pt x="2316225" y="2104897"/>
                  </a:lnTo>
                  <a:lnTo>
                    <a:pt x="2317496" y="2117597"/>
                  </a:lnTo>
                  <a:lnTo>
                    <a:pt x="2368042" y="2112644"/>
                  </a:lnTo>
                  <a:lnTo>
                    <a:pt x="2366772" y="2100072"/>
                  </a:lnTo>
                  <a:close/>
                </a:path>
                <a:path w="4753609" h="2167254">
                  <a:moveTo>
                    <a:pt x="2455163" y="2090927"/>
                  </a:moveTo>
                  <a:lnTo>
                    <a:pt x="2404618" y="2096388"/>
                  </a:lnTo>
                  <a:lnTo>
                    <a:pt x="2406015" y="2108961"/>
                  </a:lnTo>
                  <a:lnTo>
                    <a:pt x="2456560" y="2103500"/>
                  </a:lnTo>
                  <a:lnTo>
                    <a:pt x="2455163" y="2090927"/>
                  </a:lnTo>
                  <a:close/>
                </a:path>
                <a:path w="4753609" h="2167254">
                  <a:moveTo>
                    <a:pt x="2543556" y="2081275"/>
                  </a:moveTo>
                  <a:lnTo>
                    <a:pt x="2493010" y="2086736"/>
                  </a:lnTo>
                  <a:lnTo>
                    <a:pt x="2494407" y="2099436"/>
                  </a:lnTo>
                  <a:lnTo>
                    <a:pt x="2544953" y="2093975"/>
                  </a:lnTo>
                  <a:lnTo>
                    <a:pt x="2543556" y="2081275"/>
                  </a:lnTo>
                  <a:close/>
                </a:path>
                <a:path w="4753609" h="2167254">
                  <a:moveTo>
                    <a:pt x="2631694" y="2070607"/>
                  </a:moveTo>
                  <a:lnTo>
                    <a:pt x="2581274" y="2076703"/>
                  </a:lnTo>
                  <a:lnTo>
                    <a:pt x="2582798" y="2089403"/>
                  </a:lnTo>
                  <a:lnTo>
                    <a:pt x="2633218" y="2083307"/>
                  </a:lnTo>
                  <a:lnTo>
                    <a:pt x="2631694" y="2070607"/>
                  </a:lnTo>
                  <a:close/>
                </a:path>
                <a:path w="4753609" h="2167254">
                  <a:moveTo>
                    <a:pt x="2719832" y="2059558"/>
                  </a:moveTo>
                  <a:lnTo>
                    <a:pt x="2689224" y="2063622"/>
                  </a:lnTo>
                  <a:lnTo>
                    <a:pt x="2669540" y="2066035"/>
                  </a:lnTo>
                  <a:lnTo>
                    <a:pt x="2671063" y="2078608"/>
                  </a:lnTo>
                  <a:lnTo>
                    <a:pt x="2690748" y="2076322"/>
                  </a:lnTo>
                  <a:lnTo>
                    <a:pt x="2721483" y="2072258"/>
                  </a:lnTo>
                  <a:lnTo>
                    <a:pt x="2719832" y="2059558"/>
                  </a:lnTo>
                  <a:close/>
                </a:path>
                <a:path w="4753609" h="2167254">
                  <a:moveTo>
                    <a:pt x="2807970" y="2047874"/>
                  </a:moveTo>
                  <a:lnTo>
                    <a:pt x="2757678" y="2054605"/>
                  </a:lnTo>
                  <a:lnTo>
                    <a:pt x="2759329" y="2067178"/>
                  </a:lnTo>
                  <a:lnTo>
                    <a:pt x="2809621" y="2060447"/>
                  </a:lnTo>
                  <a:lnTo>
                    <a:pt x="2807970" y="2047874"/>
                  </a:lnTo>
                  <a:close/>
                </a:path>
                <a:path w="4753609" h="2167254">
                  <a:moveTo>
                    <a:pt x="2895854" y="2035428"/>
                  </a:moveTo>
                  <a:lnTo>
                    <a:pt x="2845688" y="2042794"/>
                  </a:lnTo>
                  <a:lnTo>
                    <a:pt x="2847467" y="2055367"/>
                  </a:lnTo>
                  <a:lnTo>
                    <a:pt x="2897759" y="2048002"/>
                  </a:lnTo>
                  <a:lnTo>
                    <a:pt x="2895854" y="2035428"/>
                  </a:lnTo>
                  <a:close/>
                </a:path>
                <a:path w="4753609" h="2167254">
                  <a:moveTo>
                    <a:pt x="2983737" y="2022474"/>
                  </a:moveTo>
                  <a:lnTo>
                    <a:pt x="2973959" y="2023998"/>
                  </a:lnTo>
                  <a:lnTo>
                    <a:pt x="2933572" y="2029840"/>
                  </a:lnTo>
                  <a:lnTo>
                    <a:pt x="2935478" y="2042413"/>
                  </a:lnTo>
                  <a:lnTo>
                    <a:pt x="2975863" y="2036571"/>
                  </a:lnTo>
                  <a:lnTo>
                    <a:pt x="2985770" y="2034920"/>
                  </a:lnTo>
                  <a:lnTo>
                    <a:pt x="2983737" y="2022474"/>
                  </a:lnTo>
                  <a:close/>
                </a:path>
                <a:path w="4753609" h="2167254">
                  <a:moveTo>
                    <a:pt x="3071622" y="2008377"/>
                  </a:moveTo>
                  <a:lnTo>
                    <a:pt x="3021457" y="2016378"/>
                  </a:lnTo>
                  <a:lnTo>
                    <a:pt x="3023361" y="2028952"/>
                  </a:lnTo>
                  <a:lnTo>
                    <a:pt x="3073527" y="2020950"/>
                  </a:lnTo>
                  <a:lnTo>
                    <a:pt x="3071622" y="2008377"/>
                  </a:lnTo>
                  <a:close/>
                </a:path>
                <a:path w="4753609" h="2167254">
                  <a:moveTo>
                    <a:pt x="3159124" y="1993772"/>
                  </a:moveTo>
                  <a:lnTo>
                    <a:pt x="3112135" y="2002027"/>
                  </a:lnTo>
                  <a:lnTo>
                    <a:pt x="3109213" y="2002408"/>
                  </a:lnTo>
                  <a:lnTo>
                    <a:pt x="3111246" y="2014981"/>
                  </a:lnTo>
                  <a:lnTo>
                    <a:pt x="3161284" y="2006345"/>
                  </a:lnTo>
                  <a:lnTo>
                    <a:pt x="3159124" y="1993772"/>
                  </a:lnTo>
                  <a:close/>
                </a:path>
                <a:path w="4753609" h="2167254">
                  <a:moveTo>
                    <a:pt x="3246628" y="1978659"/>
                  </a:moveTo>
                  <a:lnTo>
                    <a:pt x="3196717" y="1987295"/>
                  </a:lnTo>
                  <a:lnTo>
                    <a:pt x="3198875" y="1999868"/>
                  </a:lnTo>
                  <a:lnTo>
                    <a:pt x="3248786" y="1991232"/>
                  </a:lnTo>
                  <a:lnTo>
                    <a:pt x="3249065" y="1991232"/>
                  </a:lnTo>
                  <a:lnTo>
                    <a:pt x="3246628" y="1978659"/>
                  </a:lnTo>
                  <a:close/>
                </a:path>
                <a:path w="4753609" h="2167254">
                  <a:moveTo>
                    <a:pt x="3334004" y="1962149"/>
                  </a:moveTo>
                  <a:lnTo>
                    <a:pt x="3284093" y="1971547"/>
                  </a:lnTo>
                  <a:lnTo>
                    <a:pt x="3286505" y="1984120"/>
                  </a:lnTo>
                  <a:lnTo>
                    <a:pt x="3336417" y="1974595"/>
                  </a:lnTo>
                  <a:lnTo>
                    <a:pt x="3334004" y="1962149"/>
                  </a:lnTo>
                  <a:close/>
                </a:path>
                <a:path w="4753609" h="2167254">
                  <a:moveTo>
                    <a:pt x="3421126" y="1945004"/>
                  </a:moveTo>
                  <a:lnTo>
                    <a:pt x="3376803" y="1954148"/>
                  </a:lnTo>
                  <a:lnTo>
                    <a:pt x="3371469" y="1955164"/>
                  </a:lnTo>
                  <a:lnTo>
                    <a:pt x="3373754" y="1967610"/>
                  </a:lnTo>
                  <a:lnTo>
                    <a:pt x="3379216" y="1966594"/>
                  </a:lnTo>
                  <a:lnTo>
                    <a:pt x="3423666" y="1957450"/>
                  </a:lnTo>
                  <a:lnTo>
                    <a:pt x="3421126" y="1945004"/>
                  </a:lnTo>
                  <a:close/>
                </a:path>
                <a:path w="4753609" h="2167254">
                  <a:moveTo>
                    <a:pt x="3508121" y="1927097"/>
                  </a:moveTo>
                  <a:lnTo>
                    <a:pt x="3458463" y="1937384"/>
                  </a:lnTo>
                  <a:lnTo>
                    <a:pt x="3461004" y="1949830"/>
                  </a:lnTo>
                  <a:lnTo>
                    <a:pt x="3504565" y="1940813"/>
                  </a:lnTo>
                  <a:lnTo>
                    <a:pt x="3510787" y="1939416"/>
                  </a:lnTo>
                  <a:lnTo>
                    <a:pt x="3508121" y="1927097"/>
                  </a:lnTo>
                  <a:close/>
                </a:path>
                <a:path w="4753609" h="2167254">
                  <a:moveTo>
                    <a:pt x="3594861" y="1907793"/>
                  </a:moveTo>
                  <a:lnTo>
                    <a:pt x="3545331" y="1918969"/>
                  </a:lnTo>
                  <a:lnTo>
                    <a:pt x="3548126" y="1931288"/>
                  </a:lnTo>
                  <a:lnTo>
                    <a:pt x="3565271" y="1927605"/>
                  </a:lnTo>
                  <a:lnTo>
                    <a:pt x="3597655" y="1920112"/>
                  </a:lnTo>
                  <a:lnTo>
                    <a:pt x="3594861" y="1907793"/>
                  </a:lnTo>
                  <a:close/>
                </a:path>
                <a:path w="4753609" h="2167254">
                  <a:moveTo>
                    <a:pt x="3681222" y="1887346"/>
                  </a:moveTo>
                  <a:lnTo>
                    <a:pt x="3631946" y="1899157"/>
                  </a:lnTo>
                  <a:lnTo>
                    <a:pt x="3634867" y="1911477"/>
                  </a:lnTo>
                  <a:lnTo>
                    <a:pt x="3681983" y="1900173"/>
                  </a:lnTo>
                  <a:lnTo>
                    <a:pt x="3684270" y="1899665"/>
                  </a:lnTo>
                  <a:lnTo>
                    <a:pt x="3681222" y="1887346"/>
                  </a:lnTo>
                  <a:close/>
                </a:path>
                <a:path w="4753609" h="2167254">
                  <a:moveTo>
                    <a:pt x="3767328" y="1865375"/>
                  </a:moveTo>
                  <a:lnTo>
                    <a:pt x="3734943" y="1873884"/>
                  </a:lnTo>
                  <a:lnTo>
                    <a:pt x="3718179" y="1878075"/>
                  </a:lnTo>
                  <a:lnTo>
                    <a:pt x="3721227" y="1890394"/>
                  </a:lnTo>
                  <a:lnTo>
                    <a:pt x="3737991" y="1886203"/>
                  </a:lnTo>
                  <a:lnTo>
                    <a:pt x="3770503" y="1877694"/>
                  </a:lnTo>
                  <a:lnTo>
                    <a:pt x="3767328" y="1865375"/>
                  </a:lnTo>
                  <a:close/>
                </a:path>
                <a:path w="4753609" h="2167254">
                  <a:moveTo>
                    <a:pt x="3852926" y="1842007"/>
                  </a:moveTo>
                  <a:lnTo>
                    <a:pt x="3804030" y="1855596"/>
                  </a:lnTo>
                  <a:lnTo>
                    <a:pt x="3807459" y="1867788"/>
                  </a:lnTo>
                  <a:lnTo>
                    <a:pt x="3844544" y="1857628"/>
                  </a:lnTo>
                  <a:lnTo>
                    <a:pt x="3856481" y="1854199"/>
                  </a:lnTo>
                  <a:lnTo>
                    <a:pt x="3852926" y="1842007"/>
                  </a:lnTo>
                  <a:close/>
                </a:path>
                <a:path w="4753609" h="2167254">
                  <a:moveTo>
                    <a:pt x="3938016" y="1816480"/>
                  </a:moveTo>
                  <a:lnTo>
                    <a:pt x="3891660" y="1830704"/>
                  </a:lnTo>
                  <a:lnTo>
                    <a:pt x="3889502" y="1831339"/>
                  </a:lnTo>
                  <a:lnTo>
                    <a:pt x="3893057" y="1843531"/>
                  </a:lnTo>
                  <a:lnTo>
                    <a:pt x="3895217" y="1842896"/>
                  </a:lnTo>
                  <a:lnTo>
                    <a:pt x="3941699" y="1828672"/>
                  </a:lnTo>
                  <a:lnTo>
                    <a:pt x="3938016" y="1816480"/>
                  </a:lnTo>
                  <a:close/>
                </a:path>
                <a:path w="4753609" h="2167254">
                  <a:moveTo>
                    <a:pt x="4022217" y="1788667"/>
                  </a:moveTo>
                  <a:lnTo>
                    <a:pt x="3986403" y="1800986"/>
                  </a:lnTo>
                  <a:lnTo>
                    <a:pt x="3974210" y="1804923"/>
                  </a:lnTo>
                  <a:lnTo>
                    <a:pt x="3978021" y="1816988"/>
                  </a:lnTo>
                  <a:lnTo>
                    <a:pt x="3990340" y="1813052"/>
                  </a:lnTo>
                  <a:lnTo>
                    <a:pt x="4026280" y="1800732"/>
                  </a:lnTo>
                  <a:lnTo>
                    <a:pt x="4022217" y="1788667"/>
                  </a:lnTo>
                  <a:close/>
                </a:path>
                <a:path w="4753609" h="2167254">
                  <a:moveTo>
                    <a:pt x="4105275" y="1757806"/>
                  </a:moveTo>
                  <a:lnTo>
                    <a:pt x="4072635" y="1770506"/>
                  </a:lnTo>
                  <a:lnTo>
                    <a:pt x="4057904" y="1775840"/>
                  </a:lnTo>
                  <a:lnTo>
                    <a:pt x="4062222" y="1787778"/>
                  </a:lnTo>
                  <a:lnTo>
                    <a:pt x="4076954" y="1782444"/>
                  </a:lnTo>
                  <a:lnTo>
                    <a:pt x="4109847" y="1769617"/>
                  </a:lnTo>
                  <a:lnTo>
                    <a:pt x="4105275" y="1757806"/>
                  </a:lnTo>
                  <a:close/>
                </a:path>
                <a:path w="4753609" h="2167254">
                  <a:moveTo>
                    <a:pt x="4186301" y="1722754"/>
                  </a:moveTo>
                  <a:lnTo>
                    <a:pt x="4184269" y="1723897"/>
                  </a:lnTo>
                  <a:lnTo>
                    <a:pt x="4149471" y="1739518"/>
                  </a:lnTo>
                  <a:lnTo>
                    <a:pt x="4140327" y="1743328"/>
                  </a:lnTo>
                  <a:lnTo>
                    <a:pt x="4145153" y="1755012"/>
                  </a:lnTo>
                  <a:lnTo>
                    <a:pt x="4154297" y="1751202"/>
                  </a:lnTo>
                  <a:lnTo>
                    <a:pt x="4189476" y="1735454"/>
                  </a:lnTo>
                  <a:lnTo>
                    <a:pt x="4192016" y="1734184"/>
                  </a:lnTo>
                  <a:lnTo>
                    <a:pt x="4186301" y="1722754"/>
                  </a:lnTo>
                  <a:close/>
                </a:path>
                <a:path w="4753609" h="2167254">
                  <a:moveTo>
                    <a:pt x="4263008" y="1679702"/>
                  </a:moveTo>
                  <a:lnTo>
                    <a:pt x="4248404" y="1689607"/>
                  </a:lnTo>
                  <a:lnTo>
                    <a:pt x="4219956" y="1705736"/>
                  </a:lnTo>
                  <a:lnTo>
                    <a:pt x="4226306" y="1716785"/>
                  </a:lnTo>
                  <a:lnTo>
                    <a:pt x="4254627" y="1700529"/>
                  </a:lnTo>
                  <a:lnTo>
                    <a:pt x="4270121" y="1690242"/>
                  </a:lnTo>
                  <a:lnTo>
                    <a:pt x="4263008" y="1679702"/>
                  </a:lnTo>
                  <a:close/>
                </a:path>
                <a:path w="4753609" h="2167254">
                  <a:moveTo>
                    <a:pt x="4333875" y="1627377"/>
                  </a:moveTo>
                  <a:lnTo>
                    <a:pt x="4307458" y="1649602"/>
                  </a:lnTo>
                  <a:lnTo>
                    <a:pt x="4294505" y="1658365"/>
                  </a:lnTo>
                  <a:lnTo>
                    <a:pt x="4301617" y="1668779"/>
                  </a:lnTo>
                  <a:lnTo>
                    <a:pt x="4314571" y="1660143"/>
                  </a:lnTo>
                  <a:lnTo>
                    <a:pt x="4342130" y="1637029"/>
                  </a:lnTo>
                  <a:lnTo>
                    <a:pt x="4333875" y="1627377"/>
                  </a:lnTo>
                  <a:close/>
                </a:path>
                <a:path w="4753609" h="2167254">
                  <a:moveTo>
                    <a:pt x="4398136" y="1566926"/>
                  </a:moveTo>
                  <a:lnTo>
                    <a:pt x="4362450" y="1603120"/>
                  </a:lnTo>
                  <a:lnTo>
                    <a:pt x="4371593" y="1612010"/>
                  </a:lnTo>
                  <a:lnTo>
                    <a:pt x="4407281" y="1575815"/>
                  </a:lnTo>
                  <a:lnTo>
                    <a:pt x="4398136" y="1566926"/>
                  </a:lnTo>
                  <a:close/>
                </a:path>
                <a:path w="4753609" h="2167254">
                  <a:moveTo>
                    <a:pt x="4455033" y="1500124"/>
                  </a:moveTo>
                  <a:lnTo>
                    <a:pt x="4454779" y="1500504"/>
                  </a:lnTo>
                  <a:lnTo>
                    <a:pt x="4423156" y="1538985"/>
                  </a:lnTo>
                  <a:lnTo>
                    <a:pt x="4432934" y="1547114"/>
                  </a:lnTo>
                  <a:lnTo>
                    <a:pt x="4464558" y="1508632"/>
                  </a:lnTo>
                  <a:lnTo>
                    <a:pt x="4465447" y="1507363"/>
                  </a:lnTo>
                  <a:lnTo>
                    <a:pt x="4455033" y="1500124"/>
                  </a:lnTo>
                  <a:close/>
                </a:path>
                <a:path w="4753609" h="2167254">
                  <a:moveTo>
                    <a:pt x="4504182" y="1426590"/>
                  </a:moveTo>
                  <a:lnTo>
                    <a:pt x="4494783" y="1442592"/>
                  </a:lnTo>
                  <a:lnTo>
                    <a:pt x="4476750" y="1468754"/>
                  </a:lnTo>
                  <a:lnTo>
                    <a:pt x="4487163" y="1475993"/>
                  </a:lnTo>
                  <a:lnTo>
                    <a:pt x="4505325" y="1449831"/>
                  </a:lnTo>
                  <a:lnTo>
                    <a:pt x="4515104" y="1433067"/>
                  </a:lnTo>
                  <a:lnTo>
                    <a:pt x="4504182" y="1426590"/>
                  </a:lnTo>
                  <a:close/>
                </a:path>
                <a:path w="4753609" h="2167254">
                  <a:moveTo>
                    <a:pt x="4546727" y="1349120"/>
                  </a:moveTo>
                  <a:lnTo>
                    <a:pt x="4530852" y="1380997"/>
                  </a:lnTo>
                  <a:lnTo>
                    <a:pt x="4523358" y="1393825"/>
                  </a:lnTo>
                  <a:lnTo>
                    <a:pt x="4534408" y="1400175"/>
                  </a:lnTo>
                  <a:lnTo>
                    <a:pt x="4541774" y="1387475"/>
                  </a:lnTo>
                  <a:lnTo>
                    <a:pt x="4558030" y="1354835"/>
                  </a:lnTo>
                  <a:lnTo>
                    <a:pt x="4546727" y="1349120"/>
                  </a:lnTo>
                  <a:close/>
                </a:path>
                <a:path w="4753609" h="2167254">
                  <a:moveTo>
                    <a:pt x="4583176" y="1268476"/>
                  </a:moveTo>
                  <a:lnTo>
                    <a:pt x="4563363" y="1315339"/>
                  </a:lnTo>
                  <a:lnTo>
                    <a:pt x="4575048" y="1320291"/>
                  </a:lnTo>
                  <a:lnTo>
                    <a:pt x="4594859" y="1273428"/>
                  </a:lnTo>
                  <a:lnTo>
                    <a:pt x="4583176" y="1268476"/>
                  </a:lnTo>
                  <a:close/>
                </a:path>
                <a:path w="4753609" h="2167254">
                  <a:moveTo>
                    <a:pt x="4614036" y="1185544"/>
                  </a:moveTo>
                  <a:lnTo>
                    <a:pt x="4596891" y="1233424"/>
                  </a:lnTo>
                  <a:lnTo>
                    <a:pt x="4608830" y="1237614"/>
                  </a:lnTo>
                  <a:lnTo>
                    <a:pt x="4625975" y="1189863"/>
                  </a:lnTo>
                  <a:lnTo>
                    <a:pt x="4614036" y="1185544"/>
                  </a:lnTo>
                  <a:close/>
                </a:path>
                <a:path w="4753609" h="2167254">
                  <a:moveTo>
                    <a:pt x="4639309" y="1100963"/>
                  </a:moveTo>
                  <a:lnTo>
                    <a:pt x="4637278" y="1109217"/>
                  </a:lnTo>
                  <a:lnTo>
                    <a:pt x="4625085" y="1149477"/>
                  </a:lnTo>
                  <a:lnTo>
                    <a:pt x="4637278" y="1153159"/>
                  </a:lnTo>
                  <a:lnTo>
                    <a:pt x="4649342" y="1112901"/>
                  </a:lnTo>
                  <a:lnTo>
                    <a:pt x="4651629" y="1104138"/>
                  </a:lnTo>
                  <a:lnTo>
                    <a:pt x="4639309" y="1100963"/>
                  </a:lnTo>
                  <a:close/>
                </a:path>
                <a:path w="4753609" h="2167254">
                  <a:moveTo>
                    <a:pt x="4660137" y="1014856"/>
                  </a:moveTo>
                  <a:lnTo>
                    <a:pt x="4655438" y="1037081"/>
                  </a:lnTo>
                  <a:lnTo>
                    <a:pt x="4648581" y="1064005"/>
                  </a:lnTo>
                  <a:lnTo>
                    <a:pt x="4660900" y="1067180"/>
                  </a:lnTo>
                  <a:lnTo>
                    <a:pt x="4667758" y="1040256"/>
                  </a:lnTo>
                  <a:lnTo>
                    <a:pt x="4672583" y="1017396"/>
                  </a:lnTo>
                  <a:lnTo>
                    <a:pt x="4660137" y="1014856"/>
                  </a:lnTo>
                  <a:close/>
                </a:path>
                <a:path w="4753609" h="2167254">
                  <a:moveTo>
                    <a:pt x="4677029" y="927862"/>
                  </a:moveTo>
                  <a:lnTo>
                    <a:pt x="4670806" y="964183"/>
                  </a:lnTo>
                  <a:lnTo>
                    <a:pt x="4668011" y="977518"/>
                  </a:lnTo>
                  <a:lnTo>
                    <a:pt x="4680458" y="980185"/>
                  </a:lnTo>
                  <a:lnTo>
                    <a:pt x="4683252" y="966724"/>
                  </a:lnTo>
                  <a:lnTo>
                    <a:pt x="4689475" y="929893"/>
                  </a:lnTo>
                  <a:lnTo>
                    <a:pt x="4677029" y="927862"/>
                  </a:lnTo>
                  <a:close/>
                </a:path>
                <a:path w="4753609" h="2167254">
                  <a:moveTo>
                    <a:pt x="4690363" y="840104"/>
                  </a:moveTo>
                  <a:lnTo>
                    <a:pt x="4683379" y="890396"/>
                  </a:lnTo>
                  <a:lnTo>
                    <a:pt x="4695952" y="892175"/>
                  </a:lnTo>
                  <a:lnTo>
                    <a:pt x="4702936" y="841882"/>
                  </a:lnTo>
                  <a:lnTo>
                    <a:pt x="4690363" y="840104"/>
                  </a:lnTo>
                  <a:close/>
                </a:path>
                <a:path w="4753609" h="2167254">
                  <a:moveTo>
                    <a:pt x="4700397" y="751966"/>
                  </a:moveTo>
                  <a:lnTo>
                    <a:pt x="4695062" y="802513"/>
                  </a:lnTo>
                  <a:lnTo>
                    <a:pt x="4707762" y="803909"/>
                  </a:lnTo>
                  <a:lnTo>
                    <a:pt x="4713097" y="753363"/>
                  </a:lnTo>
                  <a:lnTo>
                    <a:pt x="4700397" y="751966"/>
                  </a:lnTo>
                  <a:close/>
                </a:path>
                <a:path w="4753609" h="2167254">
                  <a:moveTo>
                    <a:pt x="4707382" y="663701"/>
                  </a:moveTo>
                  <a:lnTo>
                    <a:pt x="4706874" y="672972"/>
                  </a:lnTo>
                  <a:lnTo>
                    <a:pt x="4703572" y="714247"/>
                  </a:lnTo>
                  <a:lnTo>
                    <a:pt x="4716272" y="715263"/>
                  </a:lnTo>
                  <a:lnTo>
                    <a:pt x="4719574" y="673862"/>
                  </a:lnTo>
                  <a:lnTo>
                    <a:pt x="4720082" y="664463"/>
                  </a:lnTo>
                  <a:lnTo>
                    <a:pt x="4707382" y="663701"/>
                  </a:lnTo>
                  <a:close/>
                </a:path>
                <a:path w="4753609" h="2167254">
                  <a:moveTo>
                    <a:pt x="4711573" y="575055"/>
                  </a:moveTo>
                  <a:lnTo>
                    <a:pt x="4710683" y="602614"/>
                  </a:lnTo>
                  <a:lnTo>
                    <a:pt x="4709413" y="625728"/>
                  </a:lnTo>
                  <a:lnTo>
                    <a:pt x="4722113" y="626363"/>
                  </a:lnTo>
                  <a:lnTo>
                    <a:pt x="4723383" y="603250"/>
                  </a:lnTo>
                  <a:lnTo>
                    <a:pt x="4724273" y="575437"/>
                  </a:lnTo>
                  <a:lnTo>
                    <a:pt x="4711573" y="575055"/>
                  </a:lnTo>
                  <a:close/>
                </a:path>
                <a:path w="4753609" h="2167254">
                  <a:moveTo>
                    <a:pt x="4725924" y="486409"/>
                  </a:moveTo>
                  <a:lnTo>
                    <a:pt x="4713222" y="486409"/>
                  </a:lnTo>
                  <a:lnTo>
                    <a:pt x="4712842" y="534034"/>
                  </a:lnTo>
                  <a:lnTo>
                    <a:pt x="4712715" y="536955"/>
                  </a:lnTo>
                  <a:lnTo>
                    <a:pt x="4725415" y="537337"/>
                  </a:lnTo>
                  <a:lnTo>
                    <a:pt x="4725420" y="534034"/>
                  </a:lnTo>
                  <a:lnTo>
                    <a:pt x="4725924" y="486409"/>
                  </a:lnTo>
                  <a:close/>
                </a:path>
                <a:path w="4753609" h="2167254">
                  <a:moveTo>
                    <a:pt x="4725288" y="397382"/>
                  </a:moveTo>
                  <a:lnTo>
                    <a:pt x="4712588" y="397637"/>
                  </a:lnTo>
                  <a:lnTo>
                    <a:pt x="4712715" y="404494"/>
                  </a:lnTo>
                  <a:lnTo>
                    <a:pt x="4713224" y="448309"/>
                  </a:lnTo>
                  <a:lnTo>
                    <a:pt x="4725925" y="448309"/>
                  </a:lnTo>
                  <a:lnTo>
                    <a:pt x="4725417" y="404494"/>
                  </a:lnTo>
                  <a:lnTo>
                    <a:pt x="4725293" y="397637"/>
                  </a:lnTo>
                  <a:lnTo>
                    <a:pt x="4725288" y="397382"/>
                  </a:lnTo>
                  <a:close/>
                </a:path>
                <a:path w="4753609" h="2167254">
                  <a:moveTo>
                    <a:pt x="4722240" y="308355"/>
                  </a:moveTo>
                  <a:lnTo>
                    <a:pt x="4709540" y="308990"/>
                  </a:lnTo>
                  <a:lnTo>
                    <a:pt x="4711053" y="343915"/>
                  </a:lnTo>
                  <a:lnTo>
                    <a:pt x="4711436" y="359282"/>
                  </a:lnTo>
                  <a:lnTo>
                    <a:pt x="4711446" y="359663"/>
                  </a:lnTo>
                  <a:lnTo>
                    <a:pt x="4724146" y="359282"/>
                  </a:lnTo>
                  <a:lnTo>
                    <a:pt x="4723771" y="344169"/>
                  </a:lnTo>
                  <a:lnTo>
                    <a:pt x="4722268" y="308990"/>
                  </a:lnTo>
                  <a:lnTo>
                    <a:pt x="4722240" y="308355"/>
                  </a:lnTo>
                  <a:close/>
                </a:path>
                <a:path w="4753609" h="2167254">
                  <a:moveTo>
                    <a:pt x="4717033" y="219455"/>
                  </a:moveTo>
                  <a:lnTo>
                    <a:pt x="4704333" y="220344"/>
                  </a:lnTo>
                  <a:lnTo>
                    <a:pt x="4705417" y="234314"/>
                  </a:lnTo>
                  <a:lnTo>
                    <a:pt x="4705477" y="235076"/>
                  </a:lnTo>
                  <a:lnTo>
                    <a:pt x="4707590" y="270255"/>
                  </a:lnTo>
                  <a:lnTo>
                    <a:pt x="4707635" y="271017"/>
                  </a:lnTo>
                  <a:lnTo>
                    <a:pt x="4720335" y="270255"/>
                  </a:lnTo>
                  <a:lnTo>
                    <a:pt x="4718222" y="235076"/>
                  </a:lnTo>
                  <a:lnTo>
                    <a:pt x="4717102" y="220344"/>
                  </a:lnTo>
                  <a:lnTo>
                    <a:pt x="4717033" y="219455"/>
                  </a:lnTo>
                  <a:close/>
                </a:path>
                <a:path w="4753609" h="2167254">
                  <a:moveTo>
                    <a:pt x="4709540" y="130682"/>
                  </a:moveTo>
                  <a:lnTo>
                    <a:pt x="4696967" y="131952"/>
                  </a:lnTo>
                  <a:lnTo>
                    <a:pt x="4698002" y="142875"/>
                  </a:lnTo>
                  <a:lnTo>
                    <a:pt x="4701314" y="181355"/>
                  </a:lnTo>
                  <a:lnTo>
                    <a:pt x="4701412" y="182499"/>
                  </a:lnTo>
                  <a:lnTo>
                    <a:pt x="4714112" y="181355"/>
                  </a:lnTo>
                  <a:lnTo>
                    <a:pt x="4710909" y="144017"/>
                  </a:lnTo>
                  <a:lnTo>
                    <a:pt x="4710810" y="142875"/>
                  </a:lnTo>
                  <a:lnTo>
                    <a:pt x="4709540" y="130682"/>
                  </a:lnTo>
                  <a:close/>
                </a:path>
                <a:path w="4753609" h="2167254">
                  <a:moveTo>
                    <a:pt x="4689221" y="13969"/>
                  </a:moveTo>
                  <a:lnTo>
                    <a:pt x="4652390" y="105917"/>
                  </a:lnTo>
                  <a:lnTo>
                    <a:pt x="4651121" y="109219"/>
                  </a:lnTo>
                  <a:lnTo>
                    <a:pt x="4652644" y="112902"/>
                  </a:lnTo>
                  <a:lnTo>
                    <a:pt x="4655947" y="114172"/>
                  </a:lnTo>
                  <a:lnTo>
                    <a:pt x="4659122" y="115569"/>
                  </a:lnTo>
                  <a:lnTo>
                    <a:pt x="4662805" y="113918"/>
                  </a:lnTo>
                  <a:lnTo>
                    <a:pt x="4664202" y="110743"/>
                  </a:lnTo>
                  <a:lnTo>
                    <a:pt x="4687973" y="51315"/>
                  </a:lnTo>
                  <a:lnTo>
                    <a:pt x="4687561" y="48200"/>
                  </a:lnTo>
                  <a:lnTo>
                    <a:pt x="4686934" y="43814"/>
                  </a:lnTo>
                  <a:lnTo>
                    <a:pt x="4691195" y="43261"/>
                  </a:lnTo>
                  <a:lnTo>
                    <a:pt x="4692924" y="38938"/>
                  </a:lnTo>
                  <a:lnTo>
                    <a:pt x="4686046" y="30352"/>
                  </a:lnTo>
                  <a:lnTo>
                    <a:pt x="4696967" y="28828"/>
                  </a:lnTo>
                  <a:lnTo>
                    <a:pt x="4701127" y="28828"/>
                  </a:lnTo>
                  <a:lnTo>
                    <a:pt x="4689221" y="13969"/>
                  </a:lnTo>
                  <a:close/>
                </a:path>
                <a:path w="4753609" h="2167254">
                  <a:moveTo>
                    <a:pt x="4711813" y="42163"/>
                  </a:moveTo>
                  <a:lnTo>
                    <a:pt x="4699634" y="42163"/>
                  </a:lnTo>
                  <a:lnTo>
                    <a:pt x="4700269" y="47625"/>
                  </a:lnTo>
                  <a:lnTo>
                    <a:pt x="4700343" y="48200"/>
                  </a:lnTo>
                  <a:lnTo>
                    <a:pt x="4741290" y="99313"/>
                  </a:lnTo>
                  <a:lnTo>
                    <a:pt x="4743450" y="101980"/>
                  </a:lnTo>
                  <a:lnTo>
                    <a:pt x="4747386" y="102488"/>
                  </a:lnTo>
                  <a:lnTo>
                    <a:pt x="4750181" y="100202"/>
                  </a:lnTo>
                  <a:lnTo>
                    <a:pt x="4752975" y="98043"/>
                  </a:lnTo>
                  <a:lnTo>
                    <a:pt x="4753356" y="94106"/>
                  </a:lnTo>
                  <a:lnTo>
                    <a:pt x="4751197" y="91312"/>
                  </a:lnTo>
                  <a:lnTo>
                    <a:pt x="4711813" y="42163"/>
                  </a:lnTo>
                  <a:close/>
                </a:path>
                <a:path w="4753609" h="2167254">
                  <a:moveTo>
                    <a:pt x="4695897" y="42649"/>
                  </a:moveTo>
                  <a:lnTo>
                    <a:pt x="4691195" y="43261"/>
                  </a:lnTo>
                  <a:lnTo>
                    <a:pt x="4687973" y="51315"/>
                  </a:lnTo>
                  <a:lnTo>
                    <a:pt x="4689221" y="61087"/>
                  </a:lnTo>
                  <a:lnTo>
                    <a:pt x="4690872" y="74675"/>
                  </a:lnTo>
                  <a:lnTo>
                    <a:pt x="4692523" y="89788"/>
                  </a:lnTo>
                  <a:lnTo>
                    <a:pt x="4693031" y="94106"/>
                  </a:lnTo>
                  <a:lnTo>
                    <a:pt x="4705604" y="92709"/>
                  </a:lnTo>
                  <a:lnTo>
                    <a:pt x="4705096" y="88391"/>
                  </a:lnTo>
                  <a:lnTo>
                    <a:pt x="4703444" y="73151"/>
                  </a:lnTo>
                  <a:lnTo>
                    <a:pt x="4701793" y="59562"/>
                  </a:lnTo>
                  <a:lnTo>
                    <a:pt x="4700464" y="49149"/>
                  </a:lnTo>
                  <a:lnTo>
                    <a:pt x="4700343" y="48200"/>
                  </a:lnTo>
                  <a:lnTo>
                    <a:pt x="4695897" y="42649"/>
                  </a:lnTo>
                  <a:close/>
                </a:path>
                <a:path w="4753609" h="2167254">
                  <a:moveTo>
                    <a:pt x="4691195" y="43261"/>
                  </a:moveTo>
                  <a:lnTo>
                    <a:pt x="4686934" y="43814"/>
                  </a:lnTo>
                  <a:lnTo>
                    <a:pt x="4687697" y="49149"/>
                  </a:lnTo>
                  <a:lnTo>
                    <a:pt x="4687973" y="51315"/>
                  </a:lnTo>
                  <a:lnTo>
                    <a:pt x="4691195" y="43261"/>
                  </a:lnTo>
                  <a:close/>
                </a:path>
                <a:path w="4753609" h="2167254">
                  <a:moveTo>
                    <a:pt x="4699634" y="42163"/>
                  </a:moveTo>
                  <a:lnTo>
                    <a:pt x="4695897" y="42649"/>
                  </a:lnTo>
                  <a:lnTo>
                    <a:pt x="4700343" y="48200"/>
                  </a:lnTo>
                  <a:lnTo>
                    <a:pt x="4699826" y="43814"/>
                  </a:lnTo>
                  <a:lnTo>
                    <a:pt x="4699762" y="43261"/>
                  </a:lnTo>
                  <a:lnTo>
                    <a:pt x="4699691" y="42649"/>
                  </a:lnTo>
                  <a:lnTo>
                    <a:pt x="4699634" y="42163"/>
                  </a:lnTo>
                  <a:close/>
                </a:path>
                <a:path w="4753609" h="2167254">
                  <a:moveTo>
                    <a:pt x="4701127" y="28828"/>
                  </a:moveTo>
                  <a:lnTo>
                    <a:pt x="4696967" y="28828"/>
                  </a:lnTo>
                  <a:lnTo>
                    <a:pt x="4692924" y="38938"/>
                  </a:lnTo>
                  <a:lnTo>
                    <a:pt x="4695897" y="42649"/>
                  </a:lnTo>
                  <a:lnTo>
                    <a:pt x="4699634" y="42163"/>
                  </a:lnTo>
                  <a:lnTo>
                    <a:pt x="4711813" y="42163"/>
                  </a:lnTo>
                  <a:lnTo>
                    <a:pt x="4701127" y="28828"/>
                  </a:lnTo>
                  <a:close/>
                </a:path>
                <a:path w="4753609" h="2167254">
                  <a:moveTo>
                    <a:pt x="4696967" y="28828"/>
                  </a:moveTo>
                  <a:lnTo>
                    <a:pt x="4686046" y="30352"/>
                  </a:lnTo>
                  <a:lnTo>
                    <a:pt x="4692924" y="38938"/>
                  </a:lnTo>
                  <a:lnTo>
                    <a:pt x="4696967" y="28828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0276" y="1901951"/>
              <a:ext cx="3287268" cy="3595116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6824471" y="1926335"/>
              <a:ext cx="3194685" cy="3502660"/>
            </a:xfrm>
            <a:custGeom>
              <a:avLst/>
              <a:gdLst/>
              <a:ahLst/>
              <a:cxnLst/>
              <a:rect l="l" t="t" r="r" b="b"/>
              <a:pathLst>
                <a:path w="3194684" h="3502660">
                  <a:moveTo>
                    <a:pt x="1493393" y="0"/>
                  </a:moveTo>
                  <a:lnTo>
                    <a:pt x="1479693" y="45944"/>
                  </a:lnTo>
                  <a:lnTo>
                    <a:pt x="1466096" y="91895"/>
                  </a:lnTo>
                  <a:lnTo>
                    <a:pt x="1452700" y="137857"/>
                  </a:lnTo>
                  <a:lnTo>
                    <a:pt x="1439609" y="183834"/>
                  </a:lnTo>
                  <a:lnTo>
                    <a:pt x="1426923" y="229834"/>
                  </a:lnTo>
                  <a:lnTo>
                    <a:pt x="1414743" y="275859"/>
                  </a:lnTo>
                  <a:lnTo>
                    <a:pt x="1403171" y="321916"/>
                  </a:lnTo>
                  <a:lnTo>
                    <a:pt x="1392308" y="368010"/>
                  </a:lnTo>
                  <a:lnTo>
                    <a:pt x="1382255" y="414145"/>
                  </a:lnTo>
                  <a:lnTo>
                    <a:pt x="1373114" y="460327"/>
                  </a:lnTo>
                  <a:lnTo>
                    <a:pt x="1364986" y="506561"/>
                  </a:lnTo>
                  <a:lnTo>
                    <a:pt x="1357973" y="552852"/>
                  </a:lnTo>
                  <a:lnTo>
                    <a:pt x="1352174" y="599204"/>
                  </a:lnTo>
                  <a:lnTo>
                    <a:pt x="1347693" y="645624"/>
                  </a:lnTo>
                  <a:lnTo>
                    <a:pt x="1344629" y="692116"/>
                  </a:lnTo>
                  <a:lnTo>
                    <a:pt x="1343085" y="738686"/>
                  </a:lnTo>
                  <a:lnTo>
                    <a:pt x="1343162" y="785337"/>
                  </a:lnTo>
                  <a:lnTo>
                    <a:pt x="1344960" y="832077"/>
                  </a:lnTo>
                  <a:lnTo>
                    <a:pt x="1348582" y="878908"/>
                  </a:lnTo>
                  <a:lnTo>
                    <a:pt x="1354128" y="925838"/>
                  </a:lnTo>
                  <a:lnTo>
                    <a:pt x="1361700" y="972870"/>
                  </a:lnTo>
                  <a:lnTo>
                    <a:pt x="1371400" y="1020010"/>
                  </a:lnTo>
                  <a:lnTo>
                    <a:pt x="1383327" y="1067263"/>
                  </a:lnTo>
                  <a:lnTo>
                    <a:pt x="1397585" y="1114634"/>
                  </a:lnTo>
                  <a:lnTo>
                    <a:pt x="1414273" y="1162129"/>
                  </a:lnTo>
                  <a:lnTo>
                    <a:pt x="1433494" y="1209751"/>
                  </a:lnTo>
                  <a:lnTo>
                    <a:pt x="1455348" y="1257507"/>
                  </a:lnTo>
                  <a:lnTo>
                    <a:pt x="1479937" y="1305401"/>
                  </a:lnTo>
                  <a:lnTo>
                    <a:pt x="1507362" y="1353439"/>
                  </a:lnTo>
                  <a:lnTo>
                    <a:pt x="1543772" y="1405705"/>
                  </a:lnTo>
                  <a:lnTo>
                    <a:pt x="1590338" y="1459074"/>
                  </a:lnTo>
                  <a:lnTo>
                    <a:pt x="1646073" y="1513421"/>
                  </a:lnTo>
                  <a:lnTo>
                    <a:pt x="1677071" y="1540923"/>
                  </a:lnTo>
                  <a:lnTo>
                    <a:pt x="1709991" y="1568623"/>
                  </a:lnTo>
                  <a:lnTo>
                    <a:pt x="1744710" y="1596506"/>
                  </a:lnTo>
                  <a:lnTo>
                    <a:pt x="1781104" y="1624556"/>
                  </a:lnTo>
                  <a:lnTo>
                    <a:pt x="1819050" y="1652759"/>
                  </a:lnTo>
                  <a:lnTo>
                    <a:pt x="1858425" y="1681098"/>
                  </a:lnTo>
                  <a:lnTo>
                    <a:pt x="1899105" y="1709559"/>
                  </a:lnTo>
                  <a:lnTo>
                    <a:pt x="1940967" y="1738126"/>
                  </a:lnTo>
                  <a:lnTo>
                    <a:pt x="1983888" y="1766782"/>
                  </a:lnTo>
                  <a:lnTo>
                    <a:pt x="2027744" y="1795514"/>
                  </a:lnTo>
                  <a:lnTo>
                    <a:pt x="2072411" y="1824306"/>
                  </a:lnTo>
                  <a:lnTo>
                    <a:pt x="2117767" y="1853141"/>
                  </a:lnTo>
                  <a:lnTo>
                    <a:pt x="2163688" y="1882005"/>
                  </a:lnTo>
                  <a:lnTo>
                    <a:pt x="2210050" y="1910883"/>
                  </a:lnTo>
                  <a:lnTo>
                    <a:pt x="2256731" y="1939759"/>
                  </a:lnTo>
                  <a:lnTo>
                    <a:pt x="2303606" y="1968617"/>
                  </a:lnTo>
                  <a:lnTo>
                    <a:pt x="2350553" y="1997442"/>
                  </a:lnTo>
                  <a:lnTo>
                    <a:pt x="2397447" y="2026219"/>
                  </a:lnTo>
                  <a:lnTo>
                    <a:pt x="2444167" y="2054932"/>
                  </a:lnTo>
                  <a:lnTo>
                    <a:pt x="2490588" y="2083566"/>
                  </a:lnTo>
                  <a:lnTo>
                    <a:pt x="2536586" y="2112105"/>
                  </a:lnTo>
                  <a:lnTo>
                    <a:pt x="2582040" y="2140534"/>
                  </a:lnTo>
                  <a:lnTo>
                    <a:pt x="2626824" y="2168838"/>
                  </a:lnTo>
                  <a:lnTo>
                    <a:pt x="2670816" y="2197001"/>
                  </a:lnTo>
                  <a:lnTo>
                    <a:pt x="2713892" y="2225007"/>
                  </a:lnTo>
                  <a:lnTo>
                    <a:pt x="2755929" y="2252842"/>
                  </a:lnTo>
                  <a:lnTo>
                    <a:pt x="2796804" y="2280490"/>
                  </a:lnTo>
                  <a:lnTo>
                    <a:pt x="2836393" y="2307936"/>
                  </a:lnTo>
                  <a:lnTo>
                    <a:pt x="2874573" y="2335163"/>
                  </a:lnTo>
                  <a:lnTo>
                    <a:pt x="2911221" y="2362157"/>
                  </a:lnTo>
                  <a:lnTo>
                    <a:pt x="2946212" y="2388902"/>
                  </a:lnTo>
                  <a:lnTo>
                    <a:pt x="2979424" y="2415384"/>
                  </a:lnTo>
                  <a:lnTo>
                    <a:pt x="3010733" y="2441585"/>
                  </a:lnTo>
                  <a:lnTo>
                    <a:pt x="3040016" y="2467492"/>
                  </a:lnTo>
                  <a:lnTo>
                    <a:pt x="3092010" y="2518358"/>
                  </a:lnTo>
                  <a:lnTo>
                    <a:pt x="3134420" y="2567859"/>
                  </a:lnTo>
                  <a:lnTo>
                    <a:pt x="3166257" y="2615871"/>
                  </a:lnTo>
                  <a:lnTo>
                    <a:pt x="3186535" y="2662272"/>
                  </a:lnTo>
                  <a:lnTo>
                    <a:pt x="3194266" y="2706938"/>
                  </a:lnTo>
                  <a:lnTo>
                    <a:pt x="3193118" y="2728582"/>
                  </a:lnTo>
                  <a:lnTo>
                    <a:pt x="3180180" y="2770413"/>
                  </a:lnTo>
                  <a:lnTo>
                    <a:pt x="3155457" y="2806517"/>
                  </a:lnTo>
                  <a:lnTo>
                    <a:pt x="3121711" y="2837871"/>
                  </a:lnTo>
                  <a:lnTo>
                    <a:pt x="3077343" y="2868515"/>
                  </a:lnTo>
                  <a:lnTo>
                    <a:pt x="3023007" y="2898454"/>
                  </a:lnTo>
                  <a:lnTo>
                    <a:pt x="2959355" y="2927696"/>
                  </a:lnTo>
                  <a:lnTo>
                    <a:pt x="2887041" y="2956246"/>
                  </a:lnTo>
                  <a:lnTo>
                    <a:pt x="2847841" y="2970264"/>
                  </a:lnTo>
                  <a:lnTo>
                    <a:pt x="2806720" y="2984112"/>
                  </a:lnTo>
                  <a:lnTo>
                    <a:pt x="2763761" y="2997791"/>
                  </a:lnTo>
                  <a:lnTo>
                    <a:pt x="2719045" y="3011300"/>
                  </a:lnTo>
                  <a:lnTo>
                    <a:pt x="2672654" y="3024643"/>
                  </a:lnTo>
                  <a:lnTo>
                    <a:pt x="2624670" y="3037818"/>
                  </a:lnTo>
                  <a:lnTo>
                    <a:pt x="2575174" y="3050827"/>
                  </a:lnTo>
                  <a:lnTo>
                    <a:pt x="2524249" y="3063670"/>
                  </a:lnTo>
                  <a:lnTo>
                    <a:pt x="2471975" y="3076350"/>
                  </a:lnTo>
                  <a:lnTo>
                    <a:pt x="2418435" y="3088865"/>
                  </a:lnTo>
                  <a:lnTo>
                    <a:pt x="2363710" y="3101218"/>
                  </a:lnTo>
                  <a:lnTo>
                    <a:pt x="2307882" y="3113409"/>
                  </a:lnTo>
                  <a:lnTo>
                    <a:pt x="2251033" y="3125439"/>
                  </a:lnTo>
                  <a:lnTo>
                    <a:pt x="2193244" y="3137309"/>
                  </a:lnTo>
                  <a:lnTo>
                    <a:pt x="2134597" y="3149019"/>
                  </a:lnTo>
                  <a:lnTo>
                    <a:pt x="2075175" y="3160571"/>
                  </a:lnTo>
                  <a:lnTo>
                    <a:pt x="2015058" y="3171965"/>
                  </a:lnTo>
                  <a:lnTo>
                    <a:pt x="1954328" y="3183202"/>
                  </a:lnTo>
                  <a:lnTo>
                    <a:pt x="1893067" y="3194282"/>
                  </a:lnTo>
                  <a:lnTo>
                    <a:pt x="1831357" y="3205208"/>
                  </a:lnTo>
                  <a:lnTo>
                    <a:pt x="1769280" y="3215979"/>
                  </a:lnTo>
                  <a:lnTo>
                    <a:pt x="1706917" y="3226596"/>
                  </a:lnTo>
                  <a:lnTo>
                    <a:pt x="1644349" y="3237061"/>
                  </a:lnTo>
                  <a:lnTo>
                    <a:pt x="1581660" y="3247374"/>
                  </a:lnTo>
                  <a:lnTo>
                    <a:pt x="1518929" y="3257536"/>
                  </a:lnTo>
                  <a:lnTo>
                    <a:pt x="1456240" y="3267547"/>
                  </a:lnTo>
                  <a:lnTo>
                    <a:pt x="1393674" y="3277409"/>
                  </a:lnTo>
                  <a:lnTo>
                    <a:pt x="1331312" y="3287123"/>
                  </a:lnTo>
                  <a:lnTo>
                    <a:pt x="1269236" y="3296688"/>
                  </a:lnTo>
                  <a:lnTo>
                    <a:pt x="1207529" y="3306107"/>
                  </a:lnTo>
                  <a:lnTo>
                    <a:pt x="1146271" y="3315380"/>
                  </a:lnTo>
                  <a:lnTo>
                    <a:pt x="1085544" y="3324507"/>
                  </a:lnTo>
                  <a:lnTo>
                    <a:pt x="1025431" y="3333490"/>
                  </a:lnTo>
                  <a:lnTo>
                    <a:pt x="966012" y="3342329"/>
                  </a:lnTo>
                  <a:lnTo>
                    <a:pt x="907370" y="3351026"/>
                  </a:lnTo>
                  <a:lnTo>
                    <a:pt x="849586" y="3359580"/>
                  </a:lnTo>
                  <a:lnTo>
                    <a:pt x="792742" y="3367994"/>
                  </a:lnTo>
                  <a:lnTo>
                    <a:pt x="736920" y="3376267"/>
                  </a:lnTo>
                  <a:lnTo>
                    <a:pt x="682202" y="3384401"/>
                  </a:lnTo>
                  <a:lnTo>
                    <a:pt x="628668" y="3392396"/>
                  </a:lnTo>
                  <a:lnTo>
                    <a:pt x="576402" y="3400254"/>
                  </a:lnTo>
                  <a:lnTo>
                    <a:pt x="525484" y="3407974"/>
                  </a:lnTo>
                  <a:lnTo>
                    <a:pt x="475996" y="3415559"/>
                  </a:lnTo>
                  <a:lnTo>
                    <a:pt x="428021" y="3423008"/>
                  </a:lnTo>
                  <a:lnTo>
                    <a:pt x="381639" y="3430323"/>
                  </a:lnTo>
                  <a:lnTo>
                    <a:pt x="336933" y="3437504"/>
                  </a:lnTo>
                  <a:lnTo>
                    <a:pt x="293984" y="3444552"/>
                  </a:lnTo>
                  <a:lnTo>
                    <a:pt x="252873" y="3451469"/>
                  </a:lnTo>
                  <a:lnTo>
                    <a:pt x="213684" y="3458254"/>
                  </a:lnTo>
                  <a:lnTo>
                    <a:pt x="141394" y="3471435"/>
                  </a:lnTo>
                  <a:lnTo>
                    <a:pt x="77766" y="3484102"/>
                  </a:lnTo>
                  <a:lnTo>
                    <a:pt x="23456" y="3496260"/>
                  </a:lnTo>
                  <a:lnTo>
                    <a:pt x="0" y="3502152"/>
                  </a:lnTo>
                </a:path>
              </a:pathLst>
            </a:custGeom>
            <a:ln w="12192">
              <a:solidFill>
                <a:srgbClr val="008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371347" y="3823207"/>
            <a:ext cx="1160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Host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User-space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3" name="object 5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23</a:t>
            </a:r>
          </a:p>
        </p:txBody>
      </p:sp>
      <p:sp>
        <p:nvSpPr>
          <p:cNvPr id="54" name="object 5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51" name="object 51" descr=""/>
          <p:cNvSpPr txBox="1"/>
          <p:nvPr/>
        </p:nvSpPr>
        <p:spPr>
          <a:xfrm>
            <a:off x="388721" y="4184726"/>
            <a:ext cx="12439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Host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kernel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space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Virtio-</a:t>
            </a:r>
            <a:r>
              <a:rPr dirty="0"/>
              <a:t>block</a:t>
            </a:r>
            <a:r>
              <a:rPr dirty="0" spc="-55"/>
              <a:t> </a:t>
            </a:r>
            <a:r>
              <a:rPr dirty="0" spc="-10"/>
              <a:t>dataplane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95300" y="4860035"/>
            <a:ext cx="11165205" cy="7620"/>
          </a:xfrm>
          <a:custGeom>
            <a:avLst/>
            <a:gdLst/>
            <a:ahLst/>
            <a:cxnLst/>
            <a:rect l="l" t="t" r="r" b="b"/>
            <a:pathLst>
              <a:path w="11165205" h="7620">
                <a:moveTo>
                  <a:pt x="0" y="7619"/>
                </a:moveTo>
                <a:lnTo>
                  <a:pt x="11164951" y="0"/>
                </a:lnTo>
              </a:path>
            </a:pathLst>
          </a:custGeom>
          <a:ln w="15240">
            <a:solidFill>
              <a:srgbClr val="F9B4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257556" y="949452"/>
            <a:ext cx="11180445" cy="2441575"/>
            <a:chOff x="257556" y="949452"/>
            <a:chExt cx="11180445" cy="2441575"/>
          </a:xfrm>
        </p:grpSpPr>
        <p:sp>
          <p:nvSpPr>
            <p:cNvPr id="5" name="object 5" descr=""/>
            <p:cNvSpPr/>
            <p:nvPr/>
          </p:nvSpPr>
          <p:spPr>
            <a:xfrm>
              <a:off x="265176" y="3375659"/>
              <a:ext cx="11165205" cy="8255"/>
            </a:xfrm>
            <a:custGeom>
              <a:avLst/>
              <a:gdLst/>
              <a:ahLst/>
              <a:cxnLst/>
              <a:rect l="l" t="t" r="r" b="b"/>
              <a:pathLst>
                <a:path w="11165205" h="8254">
                  <a:moveTo>
                    <a:pt x="0" y="7747"/>
                  </a:moveTo>
                  <a:lnTo>
                    <a:pt x="11164951" y="0"/>
                  </a:lnTo>
                </a:path>
              </a:pathLst>
            </a:custGeom>
            <a:ln w="15239">
              <a:solidFill>
                <a:srgbClr val="F9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18032" y="949452"/>
              <a:ext cx="8559165" cy="2289175"/>
            </a:xfrm>
            <a:custGeom>
              <a:avLst/>
              <a:gdLst/>
              <a:ahLst/>
              <a:cxnLst/>
              <a:rect l="l" t="t" r="r" b="b"/>
              <a:pathLst>
                <a:path w="8559165" h="2289175">
                  <a:moveTo>
                    <a:pt x="8177276" y="0"/>
                  </a:moveTo>
                  <a:lnTo>
                    <a:pt x="381508" y="0"/>
                  </a:lnTo>
                  <a:lnTo>
                    <a:pt x="333654" y="2972"/>
                  </a:lnTo>
                  <a:lnTo>
                    <a:pt x="287573" y="11652"/>
                  </a:lnTo>
                  <a:lnTo>
                    <a:pt x="243623" y="25680"/>
                  </a:lnTo>
                  <a:lnTo>
                    <a:pt x="202162" y="44701"/>
                  </a:lnTo>
                  <a:lnTo>
                    <a:pt x="163547" y="68355"/>
                  </a:lnTo>
                  <a:lnTo>
                    <a:pt x="128136" y="96286"/>
                  </a:lnTo>
                  <a:lnTo>
                    <a:pt x="96286" y="128136"/>
                  </a:lnTo>
                  <a:lnTo>
                    <a:pt x="68355" y="163547"/>
                  </a:lnTo>
                  <a:lnTo>
                    <a:pt x="44701" y="202162"/>
                  </a:lnTo>
                  <a:lnTo>
                    <a:pt x="25680" y="243623"/>
                  </a:lnTo>
                  <a:lnTo>
                    <a:pt x="11652" y="287573"/>
                  </a:lnTo>
                  <a:lnTo>
                    <a:pt x="2972" y="333654"/>
                  </a:lnTo>
                  <a:lnTo>
                    <a:pt x="0" y="381508"/>
                  </a:lnTo>
                  <a:lnTo>
                    <a:pt x="0" y="1907539"/>
                  </a:lnTo>
                  <a:lnTo>
                    <a:pt x="2972" y="1955393"/>
                  </a:lnTo>
                  <a:lnTo>
                    <a:pt x="11652" y="2001474"/>
                  </a:lnTo>
                  <a:lnTo>
                    <a:pt x="25680" y="2045424"/>
                  </a:lnTo>
                  <a:lnTo>
                    <a:pt x="44701" y="2086885"/>
                  </a:lnTo>
                  <a:lnTo>
                    <a:pt x="68355" y="2125500"/>
                  </a:lnTo>
                  <a:lnTo>
                    <a:pt x="96286" y="2160911"/>
                  </a:lnTo>
                  <a:lnTo>
                    <a:pt x="128136" y="2192761"/>
                  </a:lnTo>
                  <a:lnTo>
                    <a:pt x="163547" y="2220692"/>
                  </a:lnTo>
                  <a:lnTo>
                    <a:pt x="202162" y="2244346"/>
                  </a:lnTo>
                  <a:lnTo>
                    <a:pt x="243623" y="2263367"/>
                  </a:lnTo>
                  <a:lnTo>
                    <a:pt x="287573" y="2277395"/>
                  </a:lnTo>
                  <a:lnTo>
                    <a:pt x="333654" y="2286075"/>
                  </a:lnTo>
                  <a:lnTo>
                    <a:pt x="381508" y="2289048"/>
                  </a:lnTo>
                  <a:lnTo>
                    <a:pt x="8177276" y="2289048"/>
                  </a:lnTo>
                  <a:lnTo>
                    <a:pt x="8225129" y="2286075"/>
                  </a:lnTo>
                  <a:lnTo>
                    <a:pt x="8271210" y="2277395"/>
                  </a:lnTo>
                  <a:lnTo>
                    <a:pt x="8315160" y="2263367"/>
                  </a:lnTo>
                  <a:lnTo>
                    <a:pt x="8356621" y="2244346"/>
                  </a:lnTo>
                  <a:lnTo>
                    <a:pt x="8395236" y="2220692"/>
                  </a:lnTo>
                  <a:lnTo>
                    <a:pt x="8430647" y="2192761"/>
                  </a:lnTo>
                  <a:lnTo>
                    <a:pt x="8462497" y="2160911"/>
                  </a:lnTo>
                  <a:lnTo>
                    <a:pt x="8490428" y="2125500"/>
                  </a:lnTo>
                  <a:lnTo>
                    <a:pt x="8514082" y="2086885"/>
                  </a:lnTo>
                  <a:lnTo>
                    <a:pt x="8533103" y="2045424"/>
                  </a:lnTo>
                  <a:lnTo>
                    <a:pt x="8547131" y="2001474"/>
                  </a:lnTo>
                  <a:lnTo>
                    <a:pt x="8555811" y="1955393"/>
                  </a:lnTo>
                  <a:lnTo>
                    <a:pt x="8558784" y="1907539"/>
                  </a:lnTo>
                  <a:lnTo>
                    <a:pt x="8558784" y="381508"/>
                  </a:lnTo>
                  <a:lnTo>
                    <a:pt x="8555811" y="333654"/>
                  </a:lnTo>
                  <a:lnTo>
                    <a:pt x="8547131" y="287573"/>
                  </a:lnTo>
                  <a:lnTo>
                    <a:pt x="8533103" y="243623"/>
                  </a:lnTo>
                  <a:lnTo>
                    <a:pt x="8514082" y="202162"/>
                  </a:lnTo>
                  <a:lnTo>
                    <a:pt x="8490428" y="163547"/>
                  </a:lnTo>
                  <a:lnTo>
                    <a:pt x="8462497" y="128136"/>
                  </a:lnTo>
                  <a:lnTo>
                    <a:pt x="8430647" y="96286"/>
                  </a:lnTo>
                  <a:lnTo>
                    <a:pt x="8395236" y="68355"/>
                  </a:lnTo>
                  <a:lnTo>
                    <a:pt x="8356621" y="44701"/>
                  </a:lnTo>
                  <a:lnTo>
                    <a:pt x="8315160" y="25680"/>
                  </a:lnTo>
                  <a:lnTo>
                    <a:pt x="8271210" y="11652"/>
                  </a:lnTo>
                  <a:lnTo>
                    <a:pt x="8225129" y="2972"/>
                  </a:lnTo>
                  <a:lnTo>
                    <a:pt x="8177276" y="0"/>
                  </a:lnTo>
                  <a:close/>
                </a:path>
              </a:pathLst>
            </a:custGeom>
            <a:solidFill>
              <a:srgbClr val="E4EE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1760220" y="5175503"/>
            <a:ext cx="2505710" cy="387350"/>
            <a:chOff x="1760220" y="5175503"/>
            <a:chExt cx="2505710" cy="387350"/>
          </a:xfrm>
        </p:grpSpPr>
        <p:sp>
          <p:nvSpPr>
            <p:cNvPr id="8" name="object 8" descr=""/>
            <p:cNvSpPr/>
            <p:nvPr/>
          </p:nvSpPr>
          <p:spPr>
            <a:xfrm>
              <a:off x="1773174" y="5188457"/>
              <a:ext cx="2479675" cy="361315"/>
            </a:xfrm>
            <a:custGeom>
              <a:avLst/>
              <a:gdLst/>
              <a:ahLst/>
              <a:cxnLst/>
              <a:rect l="l" t="t" r="r" b="b"/>
              <a:pathLst>
                <a:path w="2479675" h="361314">
                  <a:moveTo>
                    <a:pt x="2479548" y="0"/>
                  </a:moveTo>
                  <a:lnTo>
                    <a:pt x="0" y="0"/>
                  </a:lnTo>
                  <a:lnTo>
                    <a:pt x="0" y="361188"/>
                  </a:lnTo>
                  <a:lnTo>
                    <a:pt x="2479548" y="361188"/>
                  </a:lnTo>
                  <a:lnTo>
                    <a:pt x="2479548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773174" y="5188457"/>
              <a:ext cx="2479675" cy="361315"/>
            </a:xfrm>
            <a:custGeom>
              <a:avLst/>
              <a:gdLst/>
              <a:ahLst/>
              <a:cxnLst/>
              <a:rect l="l" t="t" r="r" b="b"/>
              <a:pathLst>
                <a:path w="2479675" h="361314">
                  <a:moveTo>
                    <a:pt x="0" y="361188"/>
                  </a:moveTo>
                  <a:lnTo>
                    <a:pt x="2479548" y="361188"/>
                  </a:lnTo>
                  <a:lnTo>
                    <a:pt x="2479548" y="0"/>
                  </a:lnTo>
                  <a:lnTo>
                    <a:pt x="0" y="0"/>
                  </a:lnTo>
                  <a:lnTo>
                    <a:pt x="0" y="36118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509773" y="5260035"/>
            <a:ext cx="10052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Block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device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3222" y="4930216"/>
            <a:ext cx="6851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Hardware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942713" y="1087882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0AF50"/>
                </a:solidFill>
                <a:latin typeface="Arial"/>
                <a:cs typeface="Arial"/>
              </a:rPr>
              <a:t>QEMU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431036" y="1269491"/>
            <a:ext cx="3034665" cy="1788160"/>
          </a:xfrm>
          <a:custGeom>
            <a:avLst/>
            <a:gdLst/>
            <a:ahLst/>
            <a:cxnLst/>
            <a:rect l="l" t="t" r="r" b="b"/>
            <a:pathLst>
              <a:path w="3034665" h="1788160">
                <a:moveTo>
                  <a:pt x="2736341" y="0"/>
                </a:moveTo>
                <a:lnTo>
                  <a:pt x="297941" y="0"/>
                </a:lnTo>
                <a:lnTo>
                  <a:pt x="249603" y="3898"/>
                </a:lnTo>
                <a:lnTo>
                  <a:pt x="203752" y="15185"/>
                </a:lnTo>
                <a:lnTo>
                  <a:pt x="161001" y="33247"/>
                </a:lnTo>
                <a:lnTo>
                  <a:pt x="121962" y="57473"/>
                </a:lnTo>
                <a:lnTo>
                  <a:pt x="87249" y="87249"/>
                </a:lnTo>
                <a:lnTo>
                  <a:pt x="57473" y="121962"/>
                </a:lnTo>
                <a:lnTo>
                  <a:pt x="33247" y="161001"/>
                </a:lnTo>
                <a:lnTo>
                  <a:pt x="15185" y="203752"/>
                </a:lnTo>
                <a:lnTo>
                  <a:pt x="3898" y="249603"/>
                </a:lnTo>
                <a:lnTo>
                  <a:pt x="0" y="297942"/>
                </a:lnTo>
                <a:lnTo>
                  <a:pt x="0" y="1489710"/>
                </a:lnTo>
                <a:lnTo>
                  <a:pt x="3898" y="1538048"/>
                </a:lnTo>
                <a:lnTo>
                  <a:pt x="15185" y="1583899"/>
                </a:lnTo>
                <a:lnTo>
                  <a:pt x="33247" y="1626650"/>
                </a:lnTo>
                <a:lnTo>
                  <a:pt x="57473" y="1665689"/>
                </a:lnTo>
                <a:lnTo>
                  <a:pt x="87248" y="1700403"/>
                </a:lnTo>
                <a:lnTo>
                  <a:pt x="121962" y="1730178"/>
                </a:lnTo>
                <a:lnTo>
                  <a:pt x="161001" y="1754404"/>
                </a:lnTo>
                <a:lnTo>
                  <a:pt x="203752" y="1772466"/>
                </a:lnTo>
                <a:lnTo>
                  <a:pt x="249603" y="1783753"/>
                </a:lnTo>
                <a:lnTo>
                  <a:pt x="297941" y="1787652"/>
                </a:lnTo>
                <a:lnTo>
                  <a:pt x="2736341" y="1787652"/>
                </a:lnTo>
                <a:lnTo>
                  <a:pt x="2784680" y="1783753"/>
                </a:lnTo>
                <a:lnTo>
                  <a:pt x="2830531" y="1772466"/>
                </a:lnTo>
                <a:lnTo>
                  <a:pt x="2873282" y="1754404"/>
                </a:lnTo>
                <a:lnTo>
                  <a:pt x="2912321" y="1730178"/>
                </a:lnTo>
                <a:lnTo>
                  <a:pt x="2947035" y="1700403"/>
                </a:lnTo>
                <a:lnTo>
                  <a:pt x="2976810" y="1665689"/>
                </a:lnTo>
                <a:lnTo>
                  <a:pt x="3001036" y="1626650"/>
                </a:lnTo>
                <a:lnTo>
                  <a:pt x="3019098" y="1583899"/>
                </a:lnTo>
                <a:lnTo>
                  <a:pt x="3030385" y="1538048"/>
                </a:lnTo>
                <a:lnTo>
                  <a:pt x="3034284" y="1489710"/>
                </a:lnTo>
                <a:lnTo>
                  <a:pt x="3034284" y="297942"/>
                </a:lnTo>
                <a:lnTo>
                  <a:pt x="3030385" y="249603"/>
                </a:lnTo>
                <a:lnTo>
                  <a:pt x="3019098" y="203752"/>
                </a:lnTo>
                <a:lnTo>
                  <a:pt x="3001036" y="161001"/>
                </a:lnTo>
                <a:lnTo>
                  <a:pt x="2976810" y="121962"/>
                </a:lnTo>
                <a:lnTo>
                  <a:pt x="2947035" y="87248"/>
                </a:lnTo>
                <a:lnTo>
                  <a:pt x="2912321" y="57473"/>
                </a:lnTo>
                <a:lnTo>
                  <a:pt x="2873282" y="33247"/>
                </a:lnTo>
                <a:lnTo>
                  <a:pt x="2830531" y="15185"/>
                </a:lnTo>
                <a:lnTo>
                  <a:pt x="2784680" y="3898"/>
                </a:lnTo>
                <a:lnTo>
                  <a:pt x="2736341" y="0"/>
                </a:lnTo>
                <a:close/>
              </a:path>
            </a:pathLst>
          </a:custGeom>
          <a:solidFill>
            <a:srgbClr val="FFF0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763773" y="1383233"/>
            <a:ext cx="3683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0AF50"/>
                </a:solidFill>
                <a:latin typeface="Arial"/>
                <a:cs typeface="Arial"/>
              </a:rPr>
              <a:t>VM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836356" y="1792160"/>
            <a:ext cx="2197735" cy="394970"/>
            <a:chOff x="1836356" y="1792160"/>
            <a:chExt cx="2197735" cy="394970"/>
          </a:xfrm>
        </p:grpSpPr>
        <p:sp>
          <p:nvSpPr>
            <p:cNvPr id="16" name="object 16" descr=""/>
            <p:cNvSpPr/>
            <p:nvPr/>
          </p:nvSpPr>
          <p:spPr>
            <a:xfrm>
              <a:off x="1849374" y="1805178"/>
              <a:ext cx="2171700" cy="368935"/>
            </a:xfrm>
            <a:custGeom>
              <a:avLst/>
              <a:gdLst/>
              <a:ahLst/>
              <a:cxnLst/>
              <a:rect l="l" t="t" r="r" b="b"/>
              <a:pathLst>
                <a:path w="2171700" h="368935">
                  <a:moveTo>
                    <a:pt x="2171700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2171700" y="368808"/>
                  </a:lnTo>
                  <a:lnTo>
                    <a:pt x="2171700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849374" y="1805178"/>
              <a:ext cx="2171700" cy="368935"/>
            </a:xfrm>
            <a:custGeom>
              <a:avLst/>
              <a:gdLst/>
              <a:ahLst/>
              <a:cxnLst/>
              <a:rect l="l" t="t" r="r" b="b"/>
              <a:pathLst>
                <a:path w="2171700" h="368935">
                  <a:moveTo>
                    <a:pt x="0" y="368808"/>
                  </a:moveTo>
                  <a:lnTo>
                    <a:pt x="2171700" y="368808"/>
                  </a:lnTo>
                  <a:lnTo>
                    <a:pt x="2171700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772536" y="1880996"/>
            <a:ext cx="322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VFS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834832" y="2307272"/>
            <a:ext cx="2197735" cy="396875"/>
            <a:chOff x="1834832" y="2307272"/>
            <a:chExt cx="2197735" cy="396875"/>
          </a:xfrm>
        </p:grpSpPr>
        <p:sp>
          <p:nvSpPr>
            <p:cNvPr id="20" name="object 20" descr=""/>
            <p:cNvSpPr/>
            <p:nvPr/>
          </p:nvSpPr>
          <p:spPr>
            <a:xfrm>
              <a:off x="1847850" y="2320290"/>
              <a:ext cx="2171700" cy="370840"/>
            </a:xfrm>
            <a:custGeom>
              <a:avLst/>
              <a:gdLst/>
              <a:ahLst/>
              <a:cxnLst/>
              <a:rect l="l" t="t" r="r" b="b"/>
              <a:pathLst>
                <a:path w="2171700" h="370839">
                  <a:moveTo>
                    <a:pt x="2171700" y="0"/>
                  </a:moveTo>
                  <a:lnTo>
                    <a:pt x="0" y="0"/>
                  </a:lnTo>
                  <a:lnTo>
                    <a:pt x="0" y="370332"/>
                  </a:lnTo>
                  <a:lnTo>
                    <a:pt x="2171700" y="370332"/>
                  </a:lnTo>
                  <a:lnTo>
                    <a:pt x="2171700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847850" y="2320290"/>
              <a:ext cx="2171700" cy="370840"/>
            </a:xfrm>
            <a:custGeom>
              <a:avLst/>
              <a:gdLst/>
              <a:ahLst/>
              <a:cxnLst/>
              <a:rect l="l" t="t" r="r" b="b"/>
              <a:pathLst>
                <a:path w="2171700" h="370839">
                  <a:moveTo>
                    <a:pt x="0" y="370332"/>
                  </a:moveTo>
                  <a:lnTo>
                    <a:pt x="2171700" y="370332"/>
                  </a:lnTo>
                  <a:lnTo>
                    <a:pt x="2171700" y="0"/>
                  </a:lnTo>
                  <a:lnTo>
                    <a:pt x="0" y="0"/>
                  </a:lnTo>
                  <a:lnTo>
                    <a:pt x="0" y="37033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405633" y="2395804"/>
            <a:ext cx="10553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Frontend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driver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71347" y="3069463"/>
            <a:ext cx="1160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Host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User-space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88721" y="3431285"/>
            <a:ext cx="1243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Host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kernel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space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397688" y="2362136"/>
            <a:ext cx="1152525" cy="374015"/>
            <a:chOff x="6397688" y="2362136"/>
            <a:chExt cx="1152525" cy="374015"/>
          </a:xfrm>
        </p:grpSpPr>
        <p:sp>
          <p:nvSpPr>
            <p:cNvPr id="26" name="object 26" descr=""/>
            <p:cNvSpPr/>
            <p:nvPr/>
          </p:nvSpPr>
          <p:spPr>
            <a:xfrm>
              <a:off x="6410706" y="2375153"/>
              <a:ext cx="1126490" cy="347980"/>
            </a:xfrm>
            <a:custGeom>
              <a:avLst/>
              <a:gdLst/>
              <a:ahLst/>
              <a:cxnLst/>
              <a:rect l="l" t="t" r="r" b="b"/>
              <a:pathLst>
                <a:path w="1126490" h="347980">
                  <a:moveTo>
                    <a:pt x="1126236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1126236" y="347472"/>
                  </a:lnTo>
                  <a:lnTo>
                    <a:pt x="1126236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410706" y="2375153"/>
              <a:ext cx="1126490" cy="347980"/>
            </a:xfrm>
            <a:custGeom>
              <a:avLst/>
              <a:gdLst/>
              <a:ahLst/>
              <a:cxnLst/>
              <a:rect l="l" t="t" r="r" b="b"/>
              <a:pathLst>
                <a:path w="1126490" h="347980">
                  <a:moveTo>
                    <a:pt x="0" y="347472"/>
                  </a:moveTo>
                  <a:lnTo>
                    <a:pt x="1126236" y="347472"/>
                  </a:lnTo>
                  <a:lnTo>
                    <a:pt x="1126236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555105" y="2439670"/>
            <a:ext cx="8350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IO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Thread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7764716" y="2360612"/>
            <a:ext cx="1152525" cy="374015"/>
            <a:chOff x="7764716" y="2360612"/>
            <a:chExt cx="1152525" cy="374015"/>
          </a:xfrm>
        </p:grpSpPr>
        <p:sp>
          <p:nvSpPr>
            <p:cNvPr id="30" name="object 30" descr=""/>
            <p:cNvSpPr/>
            <p:nvPr/>
          </p:nvSpPr>
          <p:spPr>
            <a:xfrm>
              <a:off x="7777734" y="2373629"/>
              <a:ext cx="1126490" cy="347980"/>
            </a:xfrm>
            <a:custGeom>
              <a:avLst/>
              <a:gdLst/>
              <a:ahLst/>
              <a:cxnLst/>
              <a:rect l="l" t="t" r="r" b="b"/>
              <a:pathLst>
                <a:path w="1126490" h="347980">
                  <a:moveTo>
                    <a:pt x="1126235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1126235" y="347472"/>
                  </a:lnTo>
                  <a:lnTo>
                    <a:pt x="1126235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777734" y="2373629"/>
              <a:ext cx="1126490" cy="347980"/>
            </a:xfrm>
            <a:custGeom>
              <a:avLst/>
              <a:gdLst/>
              <a:ahLst/>
              <a:cxnLst/>
              <a:rect l="l" t="t" r="r" b="b"/>
              <a:pathLst>
                <a:path w="1126490" h="347980">
                  <a:moveTo>
                    <a:pt x="0" y="347472"/>
                  </a:moveTo>
                  <a:lnTo>
                    <a:pt x="1126235" y="347472"/>
                  </a:lnTo>
                  <a:lnTo>
                    <a:pt x="1126235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921879" y="2438780"/>
            <a:ext cx="8350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IO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Thread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3960876" y="3816096"/>
            <a:ext cx="3053080" cy="421005"/>
            <a:chOff x="3960876" y="3816096"/>
            <a:chExt cx="3053080" cy="421005"/>
          </a:xfrm>
        </p:grpSpPr>
        <p:sp>
          <p:nvSpPr>
            <p:cNvPr id="34" name="object 34" descr=""/>
            <p:cNvSpPr/>
            <p:nvPr/>
          </p:nvSpPr>
          <p:spPr>
            <a:xfrm>
              <a:off x="3973830" y="3829050"/>
              <a:ext cx="3027045" cy="394970"/>
            </a:xfrm>
            <a:custGeom>
              <a:avLst/>
              <a:gdLst/>
              <a:ahLst/>
              <a:cxnLst/>
              <a:rect l="l" t="t" r="r" b="b"/>
              <a:pathLst>
                <a:path w="3027045" h="394970">
                  <a:moveTo>
                    <a:pt x="3026664" y="0"/>
                  </a:moveTo>
                  <a:lnTo>
                    <a:pt x="0" y="0"/>
                  </a:lnTo>
                  <a:lnTo>
                    <a:pt x="0" y="394716"/>
                  </a:lnTo>
                  <a:lnTo>
                    <a:pt x="3026664" y="394716"/>
                  </a:lnTo>
                  <a:lnTo>
                    <a:pt x="30266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973830" y="3829050"/>
              <a:ext cx="3027045" cy="394970"/>
            </a:xfrm>
            <a:custGeom>
              <a:avLst/>
              <a:gdLst/>
              <a:ahLst/>
              <a:cxnLst/>
              <a:rect l="l" t="t" r="r" b="b"/>
              <a:pathLst>
                <a:path w="3027045" h="394970">
                  <a:moveTo>
                    <a:pt x="0" y="394716"/>
                  </a:moveTo>
                  <a:lnTo>
                    <a:pt x="3026664" y="394716"/>
                  </a:lnTo>
                  <a:lnTo>
                    <a:pt x="3026664" y="0"/>
                  </a:lnTo>
                  <a:lnTo>
                    <a:pt x="0" y="0"/>
                  </a:lnTo>
                  <a:lnTo>
                    <a:pt x="0" y="39471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5102733" y="3918330"/>
            <a:ext cx="7696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Block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layer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6323076" y="2935223"/>
            <a:ext cx="2691765" cy="394970"/>
            <a:chOff x="6323076" y="2935223"/>
            <a:chExt cx="2691765" cy="394970"/>
          </a:xfrm>
        </p:grpSpPr>
        <p:sp>
          <p:nvSpPr>
            <p:cNvPr id="38" name="object 38" descr=""/>
            <p:cNvSpPr/>
            <p:nvPr/>
          </p:nvSpPr>
          <p:spPr>
            <a:xfrm>
              <a:off x="6336030" y="2948177"/>
              <a:ext cx="2665730" cy="368935"/>
            </a:xfrm>
            <a:custGeom>
              <a:avLst/>
              <a:gdLst/>
              <a:ahLst/>
              <a:cxnLst/>
              <a:rect l="l" t="t" r="r" b="b"/>
              <a:pathLst>
                <a:path w="2665729" h="368935">
                  <a:moveTo>
                    <a:pt x="2665476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2665476" y="368808"/>
                  </a:lnTo>
                  <a:lnTo>
                    <a:pt x="2665476" y="0"/>
                  </a:lnTo>
                  <a:close/>
                </a:path>
              </a:pathLst>
            </a:custGeom>
            <a:solidFill>
              <a:srgbClr val="C8D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336030" y="2948177"/>
              <a:ext cx="2665730" cy="368935"/>
            </a:xfrm>
            <a:custGeom>
              <a:avLst/>
              <a:gdLst/>
              <a:ahLst/>
              <a:cxnLst/>
              <a:rect l="l" t="t" r="r" b="b"/>
              <a:pathLst>
                <a:path w="2665729" h="368935">
                  <a:moveTo>
                    <a:pt x="0" y="368808"/>
                  </a:moveTo>
                  <a:lnTo>
                    <a:pt x="2665476" y="368808"/>
                  </a:lnTo>
                  <a:lnTo>
                    <a:pt x="2665476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7478648" y="3023361"/>
            <a:ext cx="381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libaio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7955280" y="5175503"/>
            <a:ext cx="2505710" cy="387350"/>
            <a:chOff x="7955280" y="5175503"/>
            <a:chExt cx="2505710" cy="387350"/>
          </a:xfrm>
        </p:grpSpPr>
        <p:sp>
          <p:nvSpPr>
            <p:cNvPr id="42" name="object 42" descr=""/>
            <p:cNvSpPr/>
            <p:nvPr/>
          </p:nvSpPr>
          <p:spPr>
            <a:xfrm>
              <a:off x="7968234" y="5188457"/>
              <a:ext cx="2479675" cy="361315"/>
            </a:xfrm>
            <a:custGeom>
              <a:avLst/>
              <a:gdLst/>
              <a:ahLst/>
              <a:cxnLst/>
              <a:rect l="l" t="t" r="r" b="b"/>
              <a:pathLst>
                <a:path w="2479675" h="361314">
                  <a:moveTo>
                    <a:pt x="2479548" y="0"/>
                  </a:moveTo>
                  <a:lnTo>
                    <a:pt x="0" y="0"/>
                  </a:lnTo>
                  <a:lnTo>
                    <a:pt x="0" y="361188"/>
                  </a:lnTo>
                  <a:lnTo>
                    <a:pt x="2479548" y="361188"/>
                  </a:lnTo>
                  <a:lnTo>
                    <a:pt x="2479548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968234" y="5188457"/>
              <a:ext cx="2479675" cy="361315"/>
            </a:xfrm>
            <a:custGeom>
              <a:avLst/>
              <a:gdLst/>
              <a:ahLst/>
              <a:cxnLst/>
              <a:rect l="l" t="t" r="r" b="b"/>
              <a:pathLst>
                <a:path w="2479675" h="361314">
                  <a:moveTo>
                    <a:pt x="0" y="361188"/>
                  </a:moveTo>
                  <a:lnTo>
                    <a:pt x="2479548" y="361188"/>
                  </a:lnTo>
                  <a:lnTo>
                    <a:pt x="2479548" y="0"/>
                  </a:lnTo>
                  <a:lnTo>
                    <a:pt x="0" y="0"/>
                  </a:lnTo>
                  <a:lnTo>
                    <a:pt x="0" y="36118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8705850" y="5260035"/>
            <a:ext cx="10052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Block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device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2543555" y="1380744"/>
            <a:ext cx="6189345" cy="4148454"/>
            <a:chOff x="2543555" y="1380744"/>
            <a:chExt cx="6189345" cy="4148454"/>
          </a:xfrm>
        </p:grpSpPr>
        <p:pic>
          <p:nvPicPr>
            <p:cNvPr id="46" name="object 4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3555" y="1783080"/>
              <a:ext cx="4774692" cy="3745991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2585973" y="1883663"/>
              <a:ext cx="4690110" cy="3503929"/>
            </a:xfrm>
            <a:custGeom>
              <a:avLst/>
              <a:gdLst/>
              <a:ahLst/>
              <a:cxnLst/>
              <a:rect l="l" t="t" r="r" b="b"/>
              <a:pathLst>
                <a:path w="4690109" h="3503929">
                  <a:moveTo>
                    <a:pt x="278892" y="87757"/>
                  </a:moveTo>
                  <a:lnTo>
                    <a:pt x="256158" y="133223"/>
                  </a:lnTo>
                  <a:lnTo>
                    <a:pt x="267462" y="138937"/>
                  </a:lnTo>
                  <a:lnTo>
                    <a:pt x="283844" y="106045"/>
                  </a:lnTo>
                  <a:lnTo>
                    <a:pt x="290194" y="93472"/>
                  </a:lnTo>
                  <a:lnTo>
                    <a:pt x="278892" y="87757"/>
                  </a:lnTo>
                  <a:close/>
                </a:path>
                <a:path w="4690109" h="3503929">
                  <a:moveTo>
                    <a:pt x="330600" y="8382"/>
                  </a:moveTo>
                  <a:lnTo>
                    <a:pt x="318769" y="8382"/>
                  </a:lnTo>
                  <a:lnTo>
                    <a:pt x="330073" y="14097"/>
                  </a:lnTo>
                  <a:lnTo>
                    <a:pt x="319582" y="35018"/>
                  </a:lnTo>
                  <a:lnTo>
                    <a:pt x="323548" y="98933"/>
                  </a:lnTo>
                  <a:lnTo>
                    <a:pt x="323793" y="102362"/>
                  </a:lnTo>
                  <a:lnTo>
                    <a:pt x="323850" y="103124"/>
                  </a:lnTo>
                  <a:lnTo>
                    <a:pt x="326898" y="105790"/>
                  </a:lnTo>
                  <a:lnTo>
                    <a:pt x="328549" y="105790"/>
                  </a:lnTo>
                  <a:lnTo>
                    <a:pt x="333882" y="105410"/>
                  </a:lnTo>
                  <a:lnTo>
                    <a:pt x="336550" y="102362"/>
                  </a:lnTo>
                  <a:lnTo>
                    <a:pt x="336352" y="99695"/>
                  </a:lnTo>
                  <a:lnTo>
                    <a:pt x="330600" y="8382"/>
                  </a:lnTo>
                  <a:close/>
                </a:path>
                <a:path w="4690109" h="3503929">
                  <a:moveTo>
                    <a:pt x="330073" y="0"/>
                  </a:moveTo>
                  <a:lnTo>
                    <a:pt x="244094" y="55880"/>
                  </a:lnTo>
                  <a:lnTo>
                    <a:pt x="243405" y="59436"/>
                  </a:lnTo>
                  <a:lnTo>
                    <a:pt x="243331" y="59816"/>
                  </a:lnTo>
                  <a:lnTo>
                    <a:pt x="245237" y="62864"/>
                  </a:lnTo>
                  <a:lnTo>
                    <a:pt x="247142" y="65786"/>
                  </a:lnTo>
                  <a:lnTo>
                    <a:pt x="251078" y="66548"/>
                  </a:lnTo>
                  <a:lnTo>
                    <a:pt x="308197" y="29349"/>
                  </a:lnTo>
                  <a:lnTo>
                    <a:pt x="318769" y="8382"/>
                  </a:lnTo>
                  <a:lnTo>
                    <a:pt x="330600" y="8382"/>
                  </a:lnTo>
                  <a:lnTo>
                    <a:pt x="330073" y="0"/>
                  </a:lnTo>
                  <a:close/>
                </a:path>
                <a:path w="4690109" h="3503929">
                  <a:moveTo>
                    <a:pt x="318802" y="22443"/>
                  </a:moveTo>
                  <a:lnTo>
                    <a:pt x="308197" y="29349"/>
                  </a:lnTo>
                  <a:lnTo>
                    <a:pt x="295909" y="53721"/>
                  </a:lnTo>
                  <a:lnTo>
                    <a:pt x="307339" y="59436"/>
                  </a:lnTo>
                  <a:lnTo>
                    <a:pt x="319582" y="35018"/>
                  </a:lnTo>
                  <a:lnTo>
                    <a:pt x="318802" y="22443"/>
                  </a:lnTo>
                  <a:close/>
                </a:path>
                <a:path w="4690109" h="3503929">
                  <a:moveTo>
                    <a:pt x="325300" y="11684"/>
                  </a:moveTo>
                  <a:lnTo>
                    <a:pt x="318134" y="11684"/>
                  </a:lnTo>
                  <a:lnTo>
                    <a:pt x="327913" y="16510"/>
                  </a:lnTo>
                  <a:lnTo>
                    <a:pt x="318802" y="22443"/>
                  </a:lnTo>
                  <a:lnTo>
                    <a:pt x="319582" y="35018"/>
                  </a:lnTo>
                  <a:lnTo>
                    <a:pt x="330073" y="14097"/>
                  </a:lnTo>
                  <a:lnTo>
                    <a:pt x="325300" y="11684"/>
                  </a:lnTo>
                  <a:close/>
                </a:path>
                <a:path w="4690109" h="3503929">
                  <a:moveTo>
                    <a:pt x="318769" y="8382"/>
                  </a:moveTo>
                  <a:lnTo>
                    <a:pt x="308197" y="29349"/>
                  </a:lnTo>
                  <a:lnTo>
                    <a:pt x="318802" y="22443"/>
                  </a:lnTo>
                  <a:lnTo>
                    <a:pt x="318134" y="11684"/>
                  </a:lnTo>
                  <a:lnTo>
                    <a:pt x="325300" y="11684"/>
                  </a:lnTo>
                  <a:lnTo>
                    <a:pt x="318769" y="8382"/>
                  </a:lnTo>
                  <a:close/>
                </a:path>
                <a:path w="4690109" h="3503929">
                  <a:moveTo>
                    <a:pt x="318134" y="11684"/>
                  </a:moveTo>
                  <a:lnTo>
                    <a:pt x="318802" y="22443"/>
                  </a:lnTo>
                  <a:lnTo>
                    <a:pt x="327913" y="16510"/>
                  </a:lnTo>
                  <a:lnTo>
                    <a:pt x="318134" y="11684"/>
                  </a:lnTo>
                  <a:close/>
                </a:path>
                <a:path w="4690109" h="3503929">
                  <a:moveTo>
                    <a:pt x="239268" y="167386"/>
                  </a:moveTo>
                  <a:lnTo>
                    <a:pt x="221742" y="202946"/>
                  </a:lnTo>
                  <a:lnTo>
                    <a:pt x="216788" y="213106"/>
                  </a:lnTo>
                  <a:lnTo>
                    <a:pt x="228219" y="218566"/>
                  </a:lnTo>
                  <a:lnTo>
                    <a:pt x="233171" y="208534"/>
                  </a:lnTo>
                  <a:lnTo>
                    <a:pt x="250570" y="173100"/>
                  </a:lnTo>
                  <a:lnTo>
                    <a:pt x="239268" y="167386"/>
                  </a:lnTo>
                  <a:close/>
                </a:path>
                <a:path w="4690109" h="3503929">
                  <a:moveTo>
                    <a:pt x="200278" y="247396"/>
                  </a:moveTo>
                  <a:lnTo>
                    <a:pt x="197231" y="253746"/>
                  </a:lnTo>
                  <a:lnTo>
                    <a:pt x="178434" y="293370"/>
                  </a:lnTo>
                  <a:lnTo>
                    <a:pt x="189992" y="298831"/>
                  </a:lnTo>
                  <a:lnTo>
                    <a:pt x="208661" y="259207"/>
                  </a:lnTo>
                  <a:lnTo>
                    <a:pt x="211708" y="252984"/>
                  </a:lnTo>
                  <a:lnTo>
                    <a:pt x="200278" y="247396"/>
                  </a:lnTo>
                  <a:close/>
                </a:path>
                <a:path w="4690109" h="3503929">
                  <a:moveTo>
                    <a:pt x="162432" y="327913"/>
                  </a:moveTo>
                  <a:lnTo>
                    <a:pt x="150494" y="353822"/>
                  </a:lnTo>
                  <a:lnTo>
                    <a:pt x="141350" y="374269"/>
                  </a:lnTo>
                  <a:lnTo>
                    <a:pt x="153034" y="379475"/>
                  </a:lnTo>
                  <a:lnTo>
                    <a:pt x="162051" y="359156"/>
                  </a:lnTo>
                  <a:lnTo>
                    <a:pt x="173989" y="333248"/>
                  </a:lnTo>
                  <a:lnTo>
                    <a:pt x="162432" y="327913"/>
                  </a:lnTo>
                  <a:close/>
                </a:path>
                <a:path w="4690109" h="3503929">
                  <a:moveTo>
                    <a:pt x="125856" y="409194"/>
                  </a:moveTo>
                  <a:lnTo>
                    <a:pt x="107950" y="451358"/>
                  </a:lnTo>
                  <a:lnTo>
                    <a:pt x="106044" y="456057"/>
                  </a:lnTo>
                  <a:lnTo>
                    <a:pt x="117856" y="460883"/>
                  </a:lnTo>
                  <a:lnTo>
                    <a:pt x="119633" y="456311"/>
                  </a:lnTo>
                  <a:lnTo>
                    <a:pt x="137540" y="414147"/>
                  </a:lnTo>
                  <a:lnTo>
                    <a:pt x="125856" y="409194"/>
                  </a:lnTo>
                  <a:close/>
                </a:path>
                <a:path w="4690109" h="3503929">
                  <a:moveTo>
                    <a:pt x="91693" y="491363"/>
                  </a:moveTo>
                  <a:lnTo>
                    <a:pt x="88518" y="498983"/>
                  </a:lnTo>
                  <a:lnTo>
                    <a:pt x="73406" y="538988"/>
                  </a:lnTo>
                  <a:lnTo>
                    <a:pt x="85217" y="543433"/>
                  </a:lnTo>
                  <a:lnTo>
                    <a:pt x="100330" y="503809"/>
                  </a:lnTo>
                  <a:lnTo>
                    <a:pt x="103377" y="496188"/>
                  </a:lnTo>
                  <a:lnTo>
                    <a:pt x="91693" y="491363"/>
                  </a:lnTo>
                  <a:close/>
                </a:path>
                <a:path w="4690109" h="3503929">
                  <a:moveTo>
                    <a:pt x="60451" y="574928"/>
                  </a:moveTo>
                  <a:lnTo>
                    <a:pt x="54609" y="591312"/>
                  </a:lnTo>
                  <a:lnTo>
                    <a:pt x="44323" y="623315"/>
                  </a:lnTo>
                  <a:lnTo>
                    <a:pt x="56387" y="627126"/>
                  </a:lnTo>
                  <a:lnTo>
                    <a:pt x="66548" y="595630"/>
                  </a:lnTo>
                  <a:lnTo>
                    <a:pt x="72389" y="579120"/>
                  </a:lnTo>
                  <a:lnTo>
                    <a:pt x="60451" y="574928"/>
                  </a:lnTo>
                  <a:close/>
                </a:path>
                <a:path w="4690109" h="3503929">
                  <a:moveTo>
                    <a:pt x="33274" y="660019"/>
                  </a:moveTo>
                  <a:lnTo>
                    <a:pt x="27812" y="679323"/>
                  </a:lnTo>
                  <a:lnTo>
                    <a:pt x="20446" y="709295"/>
                  </a:lnTo>
                  <a:lnTo>
                    <a:pt x="32765" y="712343"/>
                  </a:lnTo>
                  <a:lnTo>
                    <a:pt x="40005" y="682751"/>
                  </a:lnTo>
                  <a:lnTo>
                    <a:pt x="45465" y="663448"/>
                  </a:lnTo>
                  <a:lnTo>
                    <a:pt x="33274" y="660019"/>
                  </a:lnTo>
                  <a:close/>
                </a:path>
                <a:path w="4690109" h="3503929">
                  <a:moveTo>
                    <a:pt x="12192" y="746887"/>
                  </a:moveTo>
                  <a:lnTo>
                    <a:pt x="9398" y="762253"/>
                  </a:lnTo>
                  <a:lnTo>
                    <a:pt x="6223" y="782193"/>
                  </a:lnTo>
                  <a:lnTo>
                    <a:pt x="4190" y="797433"/>
                  </a:lnTo>
                  <a:lnTo>
                    <a:pt x="16763" y="799084"/>
                  </a:lnTo>
                  <a:lnTo>
                    <a:pt x="18668" y="784098"/>
                  </a:lnTo>
                  <a:lnTo>
                    <a:pt x="21843" y="764539"/>
                  </a:lnTo>
                  <a:lnTo>
                    <a:pt x="24637" y="749173"/>
                  </a:lnTo>
                  <a:lnTo>
                    <a:pt x="12192" y="746887"/>
                  </a:lnTo>
                  <a:close/>
                </a:path>
                <a:path w="4690109" h="3503929">
                  <a:moveTo>
                    <a:pt x="888" y="835787"/>
                  </a:moveTo>
                  <a:lnTo>
                    <a:pt x="634" y="839343"/>
                  </a:lnTo>
                  <a:lnTo>
                    <a:pt x="0" y="857758"/>
                  </a:lnTo>
                  <a:lnTo>
                    <a:pt x="126" y="875664"/>
                  </a:lnTo>
                  <a:lnTo>
                    <a:pt x="727" y="886587"/>
                  </a:lnTo>
                  <a:lnTo>
                    <a:pt x="762" y="887222"/>
                  </a:lnTo>
                  <a:lnTo>
                    <a:pt x="13462" y="886587"/>
                  </a:lnTo>
                  <a:lnTo>
                    <a:pt x="12841" y="875664"/>
                  </a:lnTo>
                  <a:lnTo>
                    <a:pt x="12826" y="875411"/>
                  </a:lnTo>
                  <a:lnTo>
                    <a:pt x="12710" y="857758"/>
                  </a:lnTo>
                  <a:lnTo>
                    <a:pt x="13207" y="840232"/>
                  </a:lnTo>
                  <a:lnTo>
                    <a:pt x="13462" y="836549"/>
                  </a:lnTo>
                  <a:lnTo>
                    <a:pt x="888" y="835787"/>
                  </a:lnTo>
                  <a:close/>
                </a:path>
                <a:path w="4690109" h="3503929">
                  <a:moveTo>
                    <a:pt x="17525" y="923925"/>
                  </a:moveTo>
                  <a:lnTo>
                    <a:pt x="4952" y="925702"/>
                  </a:lnTo>
                  <a:lnTo>
                    <a:pt x="5080" y="926591"/>
                  </a:lnTo>
                  <a:lnTo>
                    <a:pt x="8255" y="942721"/>
                  </a:lnTo>
                  <a:lnTo>
                    <a:pt x="12318" y="958469"/>
                  </a:lnTo>
                  <a:lnTo>
                    <a:pt x="17144" y="973709"/>
                  </a:lnTo>
                  <a:lnTo>
                    <a:pt x="18161" y="976122"/>
                  </a:lnTo>
                  <a:lnTo>
                    <a:pt x="29971" y="971550"/>
                  </a:lnTo>
                  <a:lnTo>
                    <a:pt x="29209" y="969772"/>
                  </a:lnTo>
                  <a:lnTo>
                    <a:pt x="24637" y="955294"/>
                  </a:lnTo>
                  <a:lnTo>
                    <a:pt x="20827" y="940308"/>
                  </a:lnTo>
                  <a:lnTo>
                    <a:pt x="17652" y="924813"/>
                  </a:lnTo>
                  <a:lnTo>
                    <a:pt x="17525" y="923925"/>
                  </a:lnTo>
                  <a:close/>
                </a:path>
                <a:path w="4690109" h="3503929">
                  <a:moveTo>
                    <a:pt x="45465" y="1005459"/>
                  </a:moveTo>
                  <a:lnTo>
                    <a:pt x="34289" y="1011555"/>
                  </a:lnTo>
                  <a:lnTo>
                    <a:pt x="36830" y="1016000"/>
                  </a:lnTo>
                  <a:lnTo>
                    <a:pt x="45212" y="1029208"/>
                  </a:lnTo>
                  <a:lnTo>
                    <a:pt x="54482" y="1041653"/>
                  </a:lnTo>
                  <a:lnTo>
                    <a:pt x="64643" y="1053464"/>
                  </a:lnTo>
                  <a:lnTo>
                    <a:pt x="65150" y="1053973"/>
                  </a:lnTo>
                  <a:lnTo>
                    <a:pt x="74294" y="1045210"/>
                  </a:lnTo>
                  <a:lnTo>
                    <a:pt x="64643" y="1034034"/>
                  </a:lnTo>
                  <a:lnTo>
                    <a:pt x="55880" y="1022350"/>
                  </a:lnTo>
                  <a:lnTo>
                    <a:pt x="47878" y="1009903"/>
                  </a:lnTo>
                  <a:lnTo>
                    <a:pt x="45465" y="1005459"/>
                  </a:lnTo>
                  <a:close/>
                </a:path>
                <a:path w="4690109" h="3503929">
                  <a:moveTo>
                    <a:pt x="101726" y="1069975"/>
                  </a:moveTo>
                  <a:lnTo>
                    <a:pt x="94106" y="1080008"/>
                  </a:lnTo>
                  <a:lnTo>
                    <a:pt x="101218" y="1085596"/>
                  </a:lnTo>
                  <a:lnTo>
                    <a:pt x="115443" y="1094994"/>
                  </a:lnTo>
                  <a:lnTo>
                    <a:pt x="130682" y="1103757"/>
                  </a:lnTo>
                  <a:lnTo>
                    <a:pt x="138175" y="1107439"/>
                  </a:lnTo>
                  <a:lnTo>
                    <a:pt x="143763" y="1096137"/>
                  </a:lnTo>
                  <a:lnTo>
                    <a:pt x="136906" y="1092708"/>
                  </a:lnTo>
                  <a:lnTo>
                    <a:pt x="122427" y="1084326"/>
                  </a:lnTo>
                  <a:lnTo>
                    <a:pt x="108965" y="1075436"/>
                  </a:lnTo>
                  <a:lnTo>
                    <a:pt x="101726" y="1069975"/>
                  </a:lnTo>
                  <a:close/>
                </a:path>
                <a:path w="4690109" h="3503929">
                  <a:moveTo>
                    <a:pt x="178181" y="1110741"/>
                  </a:moveTo>
                  <a:lnTo>
                    <a:pt x="222250" y="1137158"/>
                  </a:lnTo>
                  <a:lnTo>
                    <a:pt x="223393" y="1137412"/>
                  </a:lnTo>
                  <a:lnTo>
                    <a:pt x="225932" y="1124965"/>
                  </a:lnTo>
                  <a:lnTo>
                    <a:pt x="205612" y="1119632"/>
                  </a:lnTo>
                  <a:lnTo>
                    <a:pt x="186689" y="1113916"/>
                  </a:lnTo>
                  <a:lnTo>
                    <a:pt x="178181" y="1110741"/>
                  </a:lnTo>
                  <a:close/>
                </a:path>
                <a:path w="4690109" h="3503929">
                  <a:moveTo>
                    <a:pt x="263144" y="1132077"/>
                  </a:moveTo>
                  <a:lnTo>
                    <a:pt x="260984" y="1144651"/>
                  </a:lnTo>
                  <a:lnTo>
                    <a:pt x="266573" y="1145539"/>
                  </a:lnTo>
                  <a:lnTo>
                    <a:pt x="290449" y="1148588"/>
                  </a:lnTo>
                  <a:lnTo>
                    <a:pt x="311912" y="1150747"/>
                  </a:lnTo>
                  <a:lnTo>
                    <a:pt x="313055" y="1138047"/>
                  </a:lnTo>
                  <a:lnTo>
                    <a:pt x="292100" y="1136014"/>
                  </a:lnTo>
                  <a:lnTo>
                    <a:pt x="268731" y="1132966"/>
                  </a:lnTo>
                  <a:lnTo>
                    <a:pt x="263144" y="1132077"/>
                  </a:lnTo>
                  <a:close/>
                </a:path>
                <a:path w="4690109" h="3503929">
                  <a:moveTo>
                    <a:pt x="401065" y="1138809"/>
                  </a:moveTo>
                  <a:lnTo>
                    <a:pt x="371220" y="1139825"/>
                  </a:lnTo>
                  <a:lnTo>
                    <a:pt x="350519" y="1139825"/>
                  </a:lnTo>
                  <a:lnTo>
                    <a:pt x="350519" y="1152525"/>
                  </a:lnTo>
                  <a:lnTo>
                    <a:pt x="371220" y="1152525"/>
                  </a:lnTo>
                  <a:lnTo>
                    <a:pt x="401574" y="1151509"/>
                  </a:lnTo>
                  <a:lnTo>
                    <a:pt x="401106" y="1139825"/>
                  </a:lnTo>
                  <a:lnTo>
                    <a:pt x="401065" y="1138809"/>
                  </a:lnTo>
                  <a:close/>
                </a:path>
                <a:path w="4690109" h="3503929">
                  <a:moveTo>
                    <a:pt x="489076" y="1130681"/>
                  </a:moveTo>
                  <a:lnTo>
                    <a:pt x="468502" y="1133094"/>
                  </a:lnTo>
                  <a:lnTo>
                    <a:pt x="438657" y="1136014"/>
                  </a:lnTo>
                  <a:lnTo>
                    <a:pt x="439927" y="1148714"/>
                  </a:lnTo>
                  <a:lnTo>
                    <a:pt x="469773" y="1145794"/>
                  </a:lnTo>
                  <a:lnTo>
                    <a:pt x="490600" y="1143253"/>
                  </a:lnTo>
                  <a:lnTo>
                    <a:pt x="489076" y="1130681"/>
                  </a:lnTo>
                  <a:close/>
                </a:path>
                <a:path w="4690109" h="3503929">
                  <a:moveTo>
                    <a:pt x="576707" y="1117727"/>
                  </a:moveTo>
                  <a:lnTo>
                    <a:pt x="542925" y="1123188"/>
                  </a:lnTo>
                  <a:lnTo>
                    <a:pt x="526669" y="1125601"/>
                  </a:lnTo>
                  <a:lnTo>
                    <a:pt x="528446" y="1138174"/>
                  </a:lnTo>
                  <a:lnTo>
                    <a:pt x="544702" y="1135761"/>
                  </a:lnTo>
                  <a:lnTo>
                    <a:pt x="578738" y="1130300"/>
                  </a:lnTo>
                  <a:lnTo>
                    <a:pt x="576707" y="1117727"/>
                  </a:lnTo>
                  <a:close/>
                </a:path>
                <a:path w="4690109" h="3503929">
                  <a:moveTo>
                    <a:pt x="663956" y="1101598"/>
                  </a:moveTo>
                  <a:lnTo>
                    <a:pt x="614171" y="1111123"/>
                  </a:lnTo>
                  <a:lnTo>
                    <a:pt x="616457" y="1123569"/>
                  </a:lnTo>
                  <a:lnTo>
                    <a:pt x="666368" y="1114044"/>
                  </a:lnTo>
                  <a:lnTo>
                    <a:pt x="663956" y="1101598"/>
                  </a:lnTo>
                  <a:close/>
                </a:path>
                <a:path w="4690109" h="3503929">
                  <a:moveTo>
                    <a:pt x="750697" y="1083056"/>
                  </a:moveTo>
                  <a:lnTo>
                    <a:pt x="712342" y="1091564"/>
                  </a:lnTo>
                  <a:lnTo>
                    <a:pt x="701166" y="1093851"/>
                  </a:lnTo>
                  <a:lnTo>
                    <a:pt x="703834" y="1106297"/>
                  </a:lnTo>
                  <a:lnTo>
                    <a:pt x="715010" y="1104011"/>
                  </a:lnTo>
                  <a:lnTo>
                    <a:pt x="753490" y="1095502"/>
                  </a:lnTo>
                  <a:lnTo>
                    <a:pt x="750697" y="1083056"/>
                  </a:lnTo>
                  <a:close/>
                </a:path>
                <a:path w="4690109" h="3503929">
                  <a:moveTo>
                    <a:pt x="837184" y="1062736"/>
                  </a:moveTo>
                  <a:lnTo>
                    <a:pt x="787780" y="1074420"/>
                  </a:lnTo>
                  <a:lnTo>
                    <a:pt x="790701" y="1086865"/>
                  </a:lnTo>
                  <a:lnTo>
                    <a:pt x="840104" y="1075182"/>
                  </a:lnTo>
                  <a:lnTo>
                    <a:pt x="837184" y="1062736"/>
                  </a:lnTo>
                  <a:close/>
                </a:path>
                <a:path w="4690109" h="3503929">
                  <a:moveTo>
                    <a:pt x="923289" y="1041146"/>
                  </a:moveTo>
                  <a:lnTo>
                    <a:pt x="874140" y="1053719"/>
                  </a:lnTo>
                  <a:lnTo>
                    <a:pt x="877188" y="1066038"/>
                  </a:lnTo>
                  <a:lnTo>
                    <a:pt x="926464" y="1053464"/>
                  </a:lnTo>
                  <a:lnTo>
                    <a:pt x="923289" y="1041146"/>
                  </a:lnTo>
                  <a:close/>
                </a:path>
                <a:path w="4690109" h="3503929">
                  <a:moveTo>
                    <a:pt x="1009141" y="1018539"/>
                  </a:moveTo>
                  <a:lnTo>
                    <a:pt x="960120" y="1031748"/>
                  </a:lnTo>
                  <a:lnTo>
                    <a:pt x="963422" y="1044066"/>
                  </a:lnTo>
                  <a:lnTo>
                    <a:pt x="1012571" y="1030859"/>
                  </a:lnTo>
                  <a:lnTo>
                    <a:pt x="1009141" y="1018539"/>
                  </a:lnTo>
                  <a:close/>
                </a:path>
                <a:path w="4690109" h="3503929">
                  <a:moveTo>
                    <a:pt x="1094866" y="995045"/>
                  </a:moveTo>
                  <a:lnTo>
                    <a:pt x="1045972" y="1008634"/>
                  </a:lnTo>
                  <a:lnTo>
                    <a:pt x="1049274" y="1020952"/>
                  </a:lnTo>
                  <a:lnTo>
                    <a:pt x="1066673" y="1016253"/>
                  </a:lnTo>
                  <a:lnTo>
                    <a:pt x="1098296" y="1007363"/>
                  </a:lnTo>
                  <a:lnTo>
                    <a:pt x="1094866" y="995045"/>
                  </a:lnTo>
                  <a:close/>
                </a:path>
                <a:path w="4690109" h="3503929">
                  <a:moveTo>
                    <a:pt x="1180338" y="970914"/>
                  </a:moveTo>
                  <a:lnTo>
                    <a:pt x="1173861" y="972820"/>
                  </a:lnTo>
                  <a:lnTo>
                    <a:pt x="1131570" y="984758"/>
                  </a:lnTo>
                  <a:lnTo>
                    <a:pt x="1134999" y="996950"/>
                  </a:lnTo>
                  <a:lnTo>
                    <a:pt x="1177289" y="985138"/>
                  </a:lnTo>
                  <a:lnTo>
                    <a:pt x="1183893" y="983107"/>
                  </a:lnTo>
                  <a:lnTo>
                    <a:pt x="1180338" y="970914"/>
                  </a:lnTo>
                  <a:close/>
                </a:path>
                <a:path w="4690109" h="3503929">
                  <a:moveTo>
                    <a:pt x="1265681" y="946023"/>
                  </a:moveTo>
                  <a:lnTo>
                    <a:pt x="1216914" y="960247"/>
                  </a:lnTo>
                  <a:lnTo>
                    <a:pt x="1220470" y="972438"/>
                  </a:lnTo>
                  <a:lnTo>
                    <a:pt x="1269238" y="958214"/>
                  </a:lnTo>
                  <a:lnTo>
                    <a:pt x="1265681" y="946023"/>
                  </a:lnTo>
                  <a:close/>
                </a:path>
                <a:path w="4690109" h="3503929">
                  <a:moveTo>
                    <a:pt x="1350899" y="920623"/>
                  </a:moveTo>
                  <a:lnTo>
                    <a:pt x="1302130" y="935227"/>
                  </a:lnTo>
                  <a:lnTo>
                    <a:pt x="1305814" y="947420"/>
                  </a:lnTo>
                  <a:lnTo>
                    <a:pt x="1354454" y="932814"/>
                  </a:lnTo>
                  <a:lnTo>
                    <a:pt x="1350899" y="920623"/>
                  </a:lnTo>
                  <a:close/>
                </a:path>
                <a:path w="4690109" h="3503929">
                  <a:moveTo>
                    <a:pt x="1435862" y="894841"/>
                  </a:moveTo>
                  <a:lnTo>
                    <a:pt x="1387348" y="909701"/>
                  </a:lnTo>
                  <a:lnTo>
                    <a:pt x="1391030" y="921893"/>
                  </a:lnTo>
                  <a:lnTo>
                    <a:pt x="1439672" y="907034"/>
                  </a:lnTo>
                  <a:lnTo>
                    <a:pt x="1435862" y="894841"/>
                  </a:lnTo>
                  <a:close/>
                </a:path>
                <a:path w="4690109" h="3503929">
                  <a:moveTo>
                    <a:pt x="1520825" y="868680"/>
                  </a:moveTo>
                  <a:lnTo>
                    <a:pt x="1472311" y="883665"/>
                  </a:lnTo>
                  <a:lnTo>
                    <a:pt x="1475993" y="895731"/>
                  </a:lnTo>
                  <a:lnTo>
                    <a:pt x="1524635" y="880745"/>
                  </a:lnTo>
                  <a:lnTo>
                    <a:pt x="1520825" y="868680"/>
                  </a:lnTo>
                  <a:close/>
                </a:path>
                <a:path w="4690109" h="3503929">
                  <a:moveTo>
                    <a:pt x="1605661" y="842137"/>
                  </a:moveTo>
                  <a:lnTo>
                    <a:pt x="1557147" y="857250"/>
                  </a:lnTo>
                  <a:lnTo>
                    <a:pt x="1560956" y="869441"/>
                  </a:lnTo>
                  <a:lnTo>
                    <a:pt x="1609471" y="854201"/>
                  </a:lnTo>
                  <a:lnTo>
                    <a:pt x="1605661" y="842137"/>
                  </a:lnTo>
                  <a:close/>
                </a:path>
                <a:path w="4690109" h="3503929">
                  <a:moveTo>
                    <a:pt x="1690370" y="815213"/>
                  </a:moveTo>
                  <a:lnTo>
                    <a:pt x="1641983" y="830707"/>
                  </a:lnTo>
                  <a:lnTo>
                    <a:pt x="1645792" y="842899"/>
                  </a:lnTo>
                  <a:lnTo>
                    <a:pt x="1694179" y="827405"/>
                  </a:lnTo>
                  <a:lnTo>
                    <a:pt x="1690370" y="815213"/>
                  </a:lnTo>
                  <a:close/>
                </a:path>
                <a:path w="4690109" h="3503929">
                  <a:moveTo>
                    <a:pt x="1775078" y="788162"/>
                  </a:moveTo>
                  <a:lnTo>
                    <a:pt x="1726691" y="803656"/>
                  </a:lnTo>
                  <a:lnTo>
                    <a:pt x="1730502" y="815721"/>
                  </a:lnTo>
                  <a:lnTo>
                    <a:pt x="1778889" y="800226"/>
                  </a:lnTo>
                  <a:lnTo>
                    <a:pt x="1775078" y="788162"/>
                  </a:lnTo>
                  <a:close/>
                </a:path>
                <a:path w="4690109" h="3503929">
                  <a:moveTo>
                    <a:pt x="1859661" y="761111"/>
                  </a:moveTo>
                  <a:lnTo>
                    <a:pt x="1811274" y="776605"/>
                  </a:lnTo>
                  <a:lnTo>
                    <a:pt x="1815211" y="788670"/>
                  </a:lnTo>
                  <a:lnTo>
                    <a:pt x="1863598" y="773176"/>
                  </a:lnTo>
                  <a:lnTo>
                    <a:pt x="1859661" y="761111"/>
                  </a:lnTo>
                  <a:close/>
                </a:path>
                <a:path w="4690109" h="3503929">
                  <a:moveTo>
                    <a:pt x="1944242" y="733806"/>
                  </a:moveTo>
                  <a:lnTo>
                    <a:pt x="1895983" y="749426"/>
                  </a:lnTo>
                  <a:lnTo>
                    <a:pt x="1899920" y="761491"/>
                  </a:lnTo>
                  <a:lnTo>
                    <a:pt x="1948179" y="745871"/>
                  </a:lnTo>
                  <a:lnTo>
                    <a:pt x="1944242" y="733806"/>
                  </a:lnTo>
                  <a:close/>
                </a:path>
                <a:path w="4690109" h="3503929">
                  <a:moveTo>
                    <a:pt x="2028825" y="706247"/>
                  </a:moveTo>
                  <a:lnTo>
                    <a:pt x="1980438" y="721995"/>
                  </a:lnTo>
                  <a:lnTo>
                    <a:pt x="1984375" y="734060"/>
                  </a:lnTo>
                  <a:lnTo>
                    <a:pt x="2032762" y="718312"/>
                  </a:lnTo>
                  <a:lnTo>
                    <a:pt x="2028825" y="706247"/>
                  </a:lnTo>
                  <a:close/>
                </a:path>
                <a:path w="4690109" h="3503929">
                  <a:moveTo>
                    <a:pt x="2113279" y="678688"/>
                  </a:moveTo>
                  <a:lnTo>
                    <a:pt x="2065020" y="694436"/>
                  </a:lnTo>
                  <a:lnTo>
                    <a:pt x="2068956" y="706501"/>
                  </a:lnTo>
                  <a:lnTo>
                    <a:pt x="2117216" y="690752"/>
                  </a:lnTo>
                  <a:lnTo>
                    <a:pt x="2113279" y="678688"/>
                  </a:lnTo>
                  <a:close/>
                </a:path>
                <a:path w="4690109" h="3503929">
                  <a:moveTo>
                    <a:pt x="2197862" y="651128"/>
                  </a:moveTo>
                  <a:lnTo>
                    <a:pt x="2149602" y="666876"/>
                  </a:lnTo>
                  <a:lnTo>
                    <a:pt x="2153539" y="679069"/>
                  </a:lnTo>
                  <a:lnTo>
                    <a:pt x="2201799" y="663194"/>
                  </a:lnTo>
                  <a:lnTo>
                    <a:pt x="2197862" y="651128"/>
                  </a:lnTo>
                  <a:close/>
                </a:path>
                <a:path w="4690109" h="3503929">
                  <a:moveTo>
                    <a:pt x="2282316" y="623570"/>
                  </a:moveTo>
                  <a:lnTo>
                    <a:pt x="2234056" y="639318"/>
                  </a:lnTo>
                  <a:lnTo>
                    <a:pt x="2237993" y="651383"/>
                  </a:lnTo>
                  <a:lnTo>
                    <a:pt x="2286254" y="635635"/>
                  </a:lnTo>
                  <a:lnTo>
                    <a:pt x="2282316" y="623570"/>
                  </a:lnTo>
                  <a:close/>
                </a:path>
                <a:path w="4690109" h="3503929">
                  <a:moveTo>
                    <a:pt x="2366899" y="596011"/>
                  </a:moveTo>
                  <a:lnTo>
                    <a:pt x="2318512" y="611759"/>
                  </a:lnTo>
                  <a:lnTo>
                    <a:pt x="2322449" y="623824"/>
                  </a:lnTo>
                  <a:lnTo>
                    <a:pt x="2370836" y="608076"/>
                  </a:lnTo>
                  <a:lnTo>
                    <a:pt x="2366899" y="596011"/>
                  </a:lnTo>
                  <a:close/>
                </a:path>
                <a:path w="4690109" h="3503929">
                  <a:moveTo>
                    <a:pt x="2451354" y="568451"/>
                  </a:moveTo>
                  <a:lnTo>
                    <a:pt x="2403093" y="584200"/>
                  </a:lnTo>
                  <a:lnTo>
                    <a:pt x="2407030" y="596264"/>
                  </a:lnTo>
                  <a:lnTo>
                    <a:pt x="2455291" y="580516"/>
                  </a:lnTo>
                  <a:lnTo>
                    <a:pt x="2451354" y="568451"/>
                  </a:lnTo>
                  <a:close/>
                </a:path>
                <a:path w="4690109" h="3503929">
                  <a:moveTo>
                    <a:pt x="2535936" y="541020"/>
                  </a:moveTo>
                  <a:lnTo>
                    <a:pt x="2487676" y="556640"/>
                  </a:lnTo>
                  <a:lnTo>
                    <a:pt x="2491613" y="568706"/>
                  </a:lnTo>
                  <a:lnTo>
                    <a:pt x="2539873" y="553085"/>
                  </a:lnTo>
                  <a:lnTo>
                    <a:pt x="2535936" y="541020"/>
                  </a:lnTo>
                  <a:close/>
                </a:path>
                <a:path w="4690109" h="3503929">
                  <a:moveTo>
                    <a:pt x="2620517" y="513714"/>
                  </a:moveTo>
                  <a:lnTo>
                    <a:pt x="2572258" y="529336"/>
                  </a:lnTo>
                  <a:lnTo>
                    <a:pt x="2576067" y="541401"/>
                  </a:lnTo>
                  <a:lnTo>
                    <a:pt x="2624454" y="525780"/>
                  </a:lnTo>
                  <a:lnTo>
                    <a:pt x="2620517" y="513714"/>
                  </a:lnTo>
                  <a:close/>
                </a:path>
                <a:path w="4690109" h="3503929">
                  <a:moveTo>
                    <a:pt x="2705227" y="486537"/>
                  </a:moveTo>
                  <a:lnTo>
                    <a:pt x="2656840" y="502031"/>
                  </a:lnTo>
                  <a:lnTo>
                    <a:pt x="2660777" y="514096"/>
                  </a:lnTo>
                  <a:lnTo>
                    <a:pt x="2709164" y="498728"/>
                  </a:lnTo>
                  <a:lnTo>
                    <a:pt x="2705227" y="486537"/>
                  </a:lnTo>
                  <a:close/>
                </a:path>
                <a:path w="4690109" h="3503929">
                  <a:moveTo>
                    <a:pt x="2790063" y="459739"/>
                  </a:moveTo>
                  <a:lnTo>
                    <a:pt x="2743708" y="474345"/>
                  </a:lnTo>
                  <a:lnTo>
                    <a:pt x="2741549" y="474980"/>
                  </a:lnTo>
                  <a:lnTo>
                    <a:pt x="2745359" y="487045"/>
                  </a:lnTo>
                  <a:lnTo>
                    <a:pt x="2747517" y="486410"/>
                  </a:lnTo>
                  <a:lnTo>
                    <a:pt x="2793873" y="471805"/>
                  </a:lnTo>
                  <a:lnTo>
                    <a:pt x="2790063" y="459739"/>
                  </a:lnTo>
                  <a:close/>
                </a:path>
                <a:path w="4690109" h="3503929">
                  <a:moveTo>
                    <a:pt x="2874899" y="433070"/>
                  </a:moveTo>
                  <a:lnTo>
                    <a:pt x="2826385" y="448310"/>
                  </a:lnTo>
                  <a:lnTo>
                    <a:pt x="2830195" y="460375"/>
                  </a:lnTo>
                  <a:lnTo>
                    <a:pt x="2860293" y="450850"/>
                  </a:lnTo>
                  <a:lnTo>
                    <a:pt x="2878581" y="445262"/>
                  </a:lnTo>
                  <a:lnTo>
                    <a:pt x="2874899" y="433070"/>
                  </a:lnTo>
                  <a:close/>
                </a:path>
                <a:path w="4690109" h="3503929">
                  <a:moveTo>
                    <a:pt x="2959862" y="406908"/>
                  </a:moveTo>
                  <a:lnTo>
                    <a:pt x="2911348" y="421894"/>
                  </a:lnTo>
                  <a:lnTo>
                    <a:pt x="2915030" y="433959"/>
                  </a:lnTo>
                  <a:lnTo>
                    <a:pt x="2963545" y="419100"/>
                  </a:lnTo>
                  <a:lnTo>
                    <a:pt x="2959862" y="406908"/>
                  </a:lnTo>
                  <a:close/>
                </a:path>
                <a:path w="4690109" h="3503929">
                  <a:moveTo>
                    <a:pt x="3044952" y="381253"/>
                  </a:moveTo>
                  <a:lnTo>
                    <a:pt x="2996311" y="395859"/>
                  </a:lnTo>
                  <a:lnTo>
                    <a:pt x="2999993" y="408050"/>
                  </a:lnTo>
                  <a:lnTo>
                    <a:pt x="3048635" y="393446"/>
                  </a:lnTo>
                  <a:lnTo>
                    <a:pt x="3044952" y="381253"/>
                  </a:lnTo>
                  <a:close/>
                </a:path>
                <a:path w="4690109" h="3503929">
                  <a:moveTo>
                    <a:pt x="3130296" y="356108"/>
                  </a:moveTo>
                  <a:lnTo>
                    <a:pt x="3081528" y="370332"/>
                  </a:lnTo>
                  <a:lnTo>
                    <a:pt x="3085084" y="382524"/>
                  </a:lnTo>
                  <a:lnTo>
                    <a:pt x="3133852" y="368300"/>
                  </a:lnTo>
                  <a:lnTo>
                    <a:pt x="3130296" y="356108"/>
                  </a:lnTo>
                  <a:close/>
                </a:path>
                <a:path w="4690109" h="3503929">
                  <a:moveTo>
                    <a:pt x="3215893" y="331724"/>
                  </a:moveTo>
                  <a:lnTo>
                    <a:pt x="3166872" y="345439"/>
                  </a:lnTo>
                  <a:lnTo>
                    <a:pt x="3170428" y="357632"/>
                  </a:lnTo>
                  <a:lnTo>
                    <a:pt x="3219323" y="344043"/>
                  </a:lnTo>
                  <a:lnTo>
                    <a:pt x="3215893" y="331724"/>
                  </a:lnTo>
                  <a:close/>
                </a:path>
                <a:path w="4690109" h="3503929">
                  <a:moveTo>
                    <a:pt x="3301746" y="308228"/>
                  </a:moveTo>
                  <a:lnTo>
                    <a:pt x="3265170" y="318008"/>
                  </a:lnTo>
                  <a:lnTo>
                    <a:pt x="3252597" y="321563"/>
                  </a:lnTo>
                  <a:lnTo>
                    <a:pt x="3256026" y="333756"/>
                  </a:lnTo>
                  <a:lnTo>
                    <a:pt x="3268599" y="330200"/>
                  </a:lnTo>
                  <a:lnTo>
                    <a:pt x="3305048" y="320548"/>
                  </a:lnTo>
                  <a:lnTo>
                    <a:pt x="3301746" y="308228"/>
                  </a:lnTo>
                  <a:close/>
                </a:path>
                <a:path w="4690109" h="3503929">
                  <a:moveTo>
                    <a:pt x="3387979" y="286131"/>
                  </a:moveTo>
                  <a:lnTo>
                    <a:pt x="3354070" y="294513"/>
                  </a:lnTo>
                  <a:lnTo>
                    <a:pt x="3338576" y="298576"/>
                  </a:lnTo>
                  <a:lnTo>
                    <a:pt x="3341751" y="310896"/>
                  </a:lnTo>
                  <a:lnTo>
                    <a:pt x="3357372" y="306832"/>
                  </a:lnTo>
                  <a:lnTo>
                    <a:pt x="3390517" y="298576"/>
                  </a:lnTo>
                  <a:lnTo>
                    <a:pt x="3391058" y="298576"/>
                  </a:lnTo>
                  <a:lnTo>
                    <a:pt x="3387979" y="286131"/>
                  </a:lnTo>
                  <a:close/>
                </a:path>
                <a:path w="4690109" h="3503929">
                  <a:moveTo>
                    <a:pt x="3474592" y="265811"/>
                  </a:moveTo>
                  <a:lnTo>
                    <a:pt x="3436747" y="274320"/>
                  </a:lnTo>
                  <a:lnTo>
                    <a:pt x="3425063" y="277113"/>
                  </a:lnTo>
                  <a:lnTo>
                    <a:pt x="3427984" y="289560"/>
                  </a:lnTo>
                  <a:lnTo>
                    <a:pt x="3439667" y="286638"/>
                  </a:lnTo>
                  <a:lnTo>
                    <a:pt x="3477387" y="278257"/>
                  </a:lnTo>
                  <a:lnTo>
                    <a:pt x="3474592" y="265811"/>
                  </a:lnTo>
                  <a:close/>
                </a:path>
                <a:path w="4690109" h="3503929">
                  <a:moveTo>
                    <a:pt x="3562096" y="248285"/>
                  </a:moveTo>
                  <a:lnTo>
                    <a:pt x="3547617" y="250825"/>
                  </a:lnTo>
                  <a:lnTo>
                    <a:pt x="3511930" y="257810"/>
                  </a:lnTo>
                  <a:lnTo>
                    <a:pt x="3514570" y="270128"/>
                  </a:lnTo>
                  <a:lnTo>
                    <a:pt x="3514598" y="270256"/>
                  </a:lnTo>
                  <a:lnTo>
                    <a:pt x="3515105" y="270128"/>
                  </a:lnTo>
                  <a:lnTo>
                    <a:pt x="3550158" y="263271"/>
                  </a:lnTo>
                  <a:lnTo>
                    <a:pt x="3564254" y="260858"/>
                  </a:lnTo>
                  <a:lnTo>
                    <a:pt x="3562096" y="248285"/>
                  </a:lnTo>
                  <a:close/>
                </a:path>
                <a:path w="4690109" h="3503929">
                  <a:moveTo>
                    <a:pt x="3649979" y="234061"/>
                  </a:moveTo>
                  <a:lnTo>
                    <a:pt x="3599688" y="241935"/>
                  </a:lnTo>
                  <a:lnTo>
                    <a:pt x="3601720" y="254508"/>
                  </a:lnTo>
                  <a:lnTo>
                    <a:pt x="3614674" y="252349"/>
                  </a:lnTo>
                  <a:lnTo>
                    <a:pt x="3651885" y="246634"/>
                  </a:lnTo>
                  <a:lnTo>
                    <a:pt x="3649979" y="234061"/>
                  </a:lnTo>
                  <a:close/>
                </a:path>
                <a:path w="4690109" h="3503929">
                  <a:moveTo>
                    <a:pt x="3738245" y="221869"/>
                  </a:moveTo>
                  <a:lnTo>
                    <a:pt x="3729863" y="222885"/>
                  </a:lnTo>
                  <a:lnTo>
                    <a:pt x="3687699" y="228600"/>
                  </a:lnTo>
                  <a:lnTo>
                    <a:pt x="3689477" y="241173"/>
                  </a:lnTo>
                  <a:lnTo>
                    <a:pt x="3731514" y="235458"/>
                  </a:lnTo>
                  <a:lnTo>
                    <a:pt x="3739768" y="234441"/>
                  </a:lnTo>
                  <a:lnTo>
                    <a:pt x="3738368" y="222885"/>
                  </a:lnTo>
                  <a:lnTo>
                    <a:pt x="3738245" y="221869"/>
                  </a:lnTo>
                  <a:close/>
                </a:path>
                <a:path w="4690109" h="3503929">
                  <a:moveTo>
                    <a:pt x="3826764" y="211962"/>
                  </a:moveTo>
                  <a:lnTo>
                    <a:pt x="3776091" y="217297"/>
                  </a:lnTo>
                  <a:lnTo>
                    <a:pt x="3777522" y="229108"/>
                  </a:lnTo>
                  <a:lnTo>
                    <a:pt x="3777615" y="229870"/>
                  </a:lnTo>
                  <a:lnTo>
                    <a:pt x="3827906" y="224662"/>
                  </a:lnTo>
                  <a:lnTo>
                    <a:pt x="3826764" y="211962"/>
                  </a:lnTo>
                  <a:close/>
                </a:path>
                <a:path w="4690109" h="3503929">
                  <a:moveTo>
                    <a:pt x="3915664" y="205612"/>
                  </a:moveTo>
                  <a:lnTo>
                    <a:pt x="3900931" y="206375"/>
                  </a:lnTo>
                  <a:lnTo>
                    <a:pt x="3864864" y="208787"/>
                  </a:lnTo>
                  <a:lnTo>
                    <a:pt x="3865530" y="218312"/>
                  </a:lnTo>
                  <a:lnTo>
                    <a:pt x="3865584" y="219075"/>
                  </a:lnTo>
                  <a:lnTo>
                    <a:pt x="3865681" y="220472"/>
                  </a:lnTo>
                  <a:lnTo>
                    <a:pt x="3865753" y="221487"/>
                  </a:lnTo>
                  <a:lnTo>
                    <a:pt x="3901821" y="219075"/>
                  </a:lnTo>
                  <a:lnTo>
                    <a:pt x="3916299" y="218312"/>
                  </a:lnTo>
                  <a:lnTo>
                    <a:pt x="3915822" y="208787"/>
                  </a:lnTo>
                  <a:lnTo>
                    <a:pt x="3915702" y="206375"/>
                  </a:lnTo>
                  <a:lnTo>
                    <a:pt x="3915664" y="205612"/>
                  </a:lnTo>
                  <a:close/>
                </a:path>
                <a:path w="4690109" h="3503929">
                  <a:moveTo>
                    <a:pt x="3999992" y="204215"/>
                  </a:moveTo>
                  <a:lnTo>
                    <a:pt x="3962527" y="204215"/>
                  </a:lnTo>
                  <a:lnTo>
                    <a:pt x="3953891" y="204343"/>
                  </a:lnTo>
                  <a:lnTo>
                    <a:pt x="3954268" y="216915"/>
                  </a:lnTo>
                  <a:lnTo>
                    <a:pt x="3954272" y="217043"/>
                  </a:lnTo>
                  <a:lnTo>
                    <a:pt x="3958526" y="216915"/>
                  </a:lnTo>
                  <a:lnTo>
                    <a:pt x="4004694" y="216915"/>
                  </a:lnTo>
                  <a:lnTo>
                    <a:pt x="4005072" y="204343"/>
                  </a:lnTo>
                  <a:lnTo>
                    <a:pt x="3999992" y="204215"/>
                  </a:lnTo>
                  <a:close/>
                </a:path>
                <a:path w="4690109" h="3503929">
                  <a:moveTo>
                    <a:pt x="4004694" y="216915"/>
                  </a:moveTo>
                  <a:lnTo>
                    <a:pt x="3999865" y="216915"/>
                  </a:lnTo>
                  <a:lnTo>
                    <a:pt x="4004691" y="217043"/>
                  </a:lnTo>
                  <a:lnTo>
                    <a:pt x="4004694" y="216915"/>
                  </a:lnTo>
                  <a:close/>
                </a:path>
                <a:path w="4690109" h="3503929">
                  <a:moveTo>
                    <a:pt x="4043299" y="205994"/>
                  </a:moveTo>
                  <a:lnTo>
                    <a:pt x="4042536" y="218566"/>
                  </a:lnTo>
                  <a:lnTo>
                    <a:pt x="4050410" y="219075"/>
                  </a:lnTo>
                  <a:lnTo>
                    <a:pt x="4080891" y="221996"/>
                  </a:lnTo>
                  <a:lnTo>
                    <a:pt x="4092702" y="223393"/>
                  </a:lnTo>
                  <a:lnTo>
                    <a:pt x="4094226" y="210820"/>
                  </a:lnTo>
                  <a:lnTo>
                    <a:pt x="4082160" y="209296"/>
                  </a:lnTo>
                  <a:lnTo>
                    <a:pt x="4066921" y="207772"/>
                  </a:lnTo>
                  <a:lnTo>
                    <a:pt x="4051173" y="206501"/>
                  </a:lnTo>
                  <a:lnTo>
                    <a:pt x="4043299" y="205994"/>
                  </a:lnTo>
                  <a:close/>
                </a:path>
                <a:path w="4690109" h="3503929">
                  <a:moveTo>
                    <a:pt x="4132199" y="217297"/>
                  </a:moveTo>
                  <a:lnTo>
                    <a:pt x="4129912" y="229743"/>
                  </a:lnTo>
                  <a:lnTo>
                    <a:pt x="4135120" y="230759"/>
                  </a:lnTo>
                  <a:lnTo>
                    <a:pt x="4159123" y="236727"/>
                  </a:lnTo>
                  <a:lnTo>
                    <a:pt x="4178300" y="242570"/>
                  </a:lnTo>
                  <a:lnTo>
                    <a:pt x="4181867" y="230759"/>
                  </a:lnTo>
                  <a:lnTo>
                    <a:pt x="4181982" y="230377"/>
                  </a:lnTo>
                  <a:lnTo>
                    <a:pt x="4162171" y="224282"/>
                  </a:lnTo>
                  <a:lnTo>
                    <a:pt x="4137405" y="218312"/>
                  </a:lnTo>
                  <a:lnTo>
                    <a:pt x="4132199" y="217297"/>
                  </a:lnTo>
                  <a:close/>
                </a:path>
                <a:path w="4690109" h="3503929">
                  <a:moveTo>
                    <a:pt x="4218178" y="244601"/>
                  </a:moveTo>
                  <a:lnTo>
                    <a:pt x="4212971" y="256159"/>
                  </a:lnTo>
                  <a:lnTo>
                    <a:pt x="4220591" y="259587"/>
                  </a:lnTo>
                  <a:lnTo>
                    <a:pt x="4238117" y="268859"/>
                  </a:lnTo>
                  <a:lnTo>
                    <a:pt x="4254373" y="279019"/>
                  </a:lnTo>
                  <a:lnTo>
                    <a:pt x="4256278" y="280288"/>
                  </a:lnTo>
                  <a:lnTo>
                    <a:pt x="4263517" y="269875"/>
                  </a:lnTo>
                  <a:lnTo>
                    <a:pt x="4261104" y="268097"/>
                  </a:lnTo>
                  <a:lnTo>
                    <a:pt x="4244085" y="257683"/>
                  </a:lnTo>
                  <a:lnTo>
                    <a:pt x="4225798" y="248031"/>
                  </a:lnTo>
                  <a:lnTo>
                    <a:pt x="4218178" y="244601"/>
                  </a:lnTo>
                  <a:close/>
                </a:path>
                <a:path w="4690109" h="3503929">
                  <a:moveTo>
                    <a:pt x="4294378" y="293370"/>
                  </a:moveTo>
                  <a:lnTo>
                    <a:pt x="4285996" y="302895"/>
                  </a:lnTo>
                  <a:lnTo>
                    <a:pt x="4297680" y="313309"/>
                  </a:lnTo>
                  <a:lnTo>
                    <a:pt x="4310760" y="326136"/>
                  </a:lnTo>
                  <a:lnTo>
                    <a:pt x="4321936" y="337947"/>
                  </a:lnTo>
                  <a:lnTo>
                    <a:pt x="4331081" y="329184"/>
                  </a:lnTo>
                  <a:lnTo>
                    <a:pt x="4319651" y="317119"/>
                  </a:lnTo>
                  <a:lnTo>
                    <a:pt x="4306189" y="303911"/>
                  </a:lnTo>
                  <a:lnTo>
                    <a:pt x="4294378" y="293370"/>
                  </a:lnTo>
                  <a:close/>
                </a:path>
                <a:path w="4690109" h="3503929">
                  <a:moveTo>
                    <a:pt x="4356354" y="358139"/>
                  </a:moveTo>
                  <a:lnTo>
                    <a:pt x="4346702" y="366522"/>
                  </a:lnTo>
                  <a:lnTo>
                    <a:pt x="4348226" y="368173"/>
                  </a:lnTo>
                  <a:lnTo>
                    <a:pt x="4373118" y="398780"/>
                  </a:lnTo>
                  <a:lnTo>
                    <a:pt x="4378833" y="405638"/>
                  </a:lnTo>
                  <a:lnTo>
                    <a:pt x="4388611" y="397637"/>
                  </a:lnTo>
                  <a:lnTo>
                    <a:pt x="4357751" y="359918"/>
                  </a:lnTo>
                  <a:lnTo>
                    <a:pt x="4356354" y="358139"/>
                  </a:lnTo>
                  <a:close/>
                </a:path>
                <a:path w="4690109" h="3503929">
                  <a:moveTo>
                    <a:pt x="4412742" y="426974"/>
                  </a:moveTo>
                  <a:lnTo>
                    <a:pt x="4403090" y="435228"/>
                  </a:lnTo>
                  <a:lnTo>
                    <a:pt x="4413631" y="447548"/>
                  </a:lnTo>
                  <a:lnTo>
                    <a:pt x="4436236" y="473710"/>
                  </a:lnTo>
                  <a:lnTo>
                    <a:pt x="4445889" y="465455"/>
                  </a:lnTo>
                  <a:lnTo>
                    <a:pt x="4438015" y="456184"/>
                  </a:lnTo>
                  <a:lnTo>
                    <a:pt x="4423283" y="439420"/>
                  </a:lnTo>
                  <a:lnTo>
                    <a:pt x="4412742" y="426974"/>
                  </a:lnTo>
                  <a:close/>
                </a:path>
                <a:path w="4690109" h="3503929">
                  <a:moveTo>
                    <a:pt x="4470527" y="494919"/>
                  </a:moveTo>
                  <a:lnTo>
                    <a:pt x="4460367" y="502665"/>
                  </a:lnTo>
                  <a:lnTo>
                    <a:pt x="4475607" y="522477"/>
                  </a:lnTo>
                  <a:lnTo>
                    <a:pt x="4490847" y="543178"/>
                  </a:lnTo>
                  <a:lnTo>
                    <a:pt x="4501007" y="535686"/>
                  </a:lnTo>
                  <a:lnTo>
                    <a:pt x="4485640" y="514603"/>
                  </a:lnTo>
                  <a:lnTo>
                    <a:pt x="4470527" y="494919"/>
                  </a:lnTo>
                  <a:close/>
                </a:path>
                <a:path w="4690109" h="3503929">
                  <a:moveTo>
                    <a:pt x="4522724" y="567436"/>
                  </a:moveTo>
                  <a:lnTo>
                    <a:pt x="4512056" y="574421"/>
                  </a:lnTo>
                  <a:lnTo>
                    <a:pt x="4523358" y="591820"/>
                  </a:lnTo>
                  <a:lnTo>
                    <a:pt x="4539107" y="617093"/>
                  </a:lnTo>
                  <a:lnTo>
                    <a:pt x="4550029" y="610743"/>
                  </a:lnTo>
                  <a:lnTo>
                    <a:pt x="4549902" y="610488"/>
                  </a:lnTo>
                  <a:lnTo>
                    <a:pt x="4534027" y="584835"/>
                  </a:lnTo>
                  <a:lnTo>
                    <a:pt x="4522724" y="567436"/>
                  </a:lnTo>
                  <a:close/>
                </a:path>
                <a:path w="4690109" h="3503929">
                  <a:moveTo>
                    <a:pt x="4569079" y="643889"/>
                  </a:moveTo>
                  <a:lnTo>
                    <a:pt x="4558030" y="649986"/>
                  </a:lnTo>
                  <a:lnTo>
                    <a:pt x="4569459" y="670813"/>
                  </a:lnTo>
                  <a:lnTo>
                    <a:pt x="4581779" y="694689"/>
                  </a:lnTo>
                  <a:lnTo>
                    <a:pt x="4592955" y="688848"/>
                  </a:lnTo>
                  <a:lnTo>
                    <a:pt x="4580635" y="664590"/>
                  </a:lnTo>
                  <a:lnTo>
                    <a:pt x="4569079" y="643889"/>
                  </a:lnTo>
                  <a:close/>
                </a:path>
                <a:path w="4690109" h="3503929">
                  <a:moveTo>
                    <a:pt x="4609719" y="723519"/>
                  </a:moveTo>
                  <a:lnTo>
                    <a:pt x="4598034" y="728726"/>
                  </a:lnTo>
                  <a:lnTo>
                    <a:pt x="4610608" y="756920"/>
                  </a:lnTo>
                  <a:lnTo>
                    <a:pt x="4618101" y="775208"/>
                  </a:lnTo>
                  <a:lnTo>
                    <a:pt x="4629784" y="770382"/>
                  </a:lnTo>
                  <a:lnTo>
                    <a:pt x="4622292" y="751713"/>
                  </a:lnTo>
                  <a:lnTo>
                    <a:pt x="4609719" y="723519"/>
                  </a:lnTo>
                  <a:close/>
                </a:path>
                <a:path w="4690109" h="3503929">
                  <a:moveTo>
                    <a:pt x="4643501" y="806069"/>
                  </a:moveTo>
                  <a:lnTo>
                    <a:pt x="4631562" y="810513"/>
                  </a:lnTo>
                  <a:lnTo>
                    <a:pt x="4633976" y="817118"/>
                  </a:lnTo>
                  <a:lnTo>
                    <a:pt x="4644262" y="847725"/>
                  </a:lnTo>
                  <a:lnTo>
                    <a:pt x="4647310" y="858393"/>
                  </a:lnTo>
                  <a:lnTo>
                    <a:pt x="4659503" y="854837"/>
                  </a:lnTo>
                  <a:lnTo>
                    <a:pt x="4656328" y="843661"/>
                  </a:lnTo>
                  <a:lnTo>
                    <a:pt x="4645914" y="812673"/>
                  </a:lnTo>
                  <a:lnTo>
                    <a:pt x="4643501" y="806069"/>
                  </a:lnTo>
                  <a:close/>
                </a:path>
                <a:path w="4690109" h="3503929">
                  <a:moveTo>
                    <a:pt x="4669535" y="891794"/>
                  </a:moveTo>
                  <a:lnTo>
                    <a:pt x="4657217" y="894841"/>
                  </a:lnTo>
                  <a:lnTo>
                    <a:pt x="4660900" y="909701"/>
                  </a:lnTo>
                  <a:lnTo>
                    <a:pt x="4667250" y="940815"/>
                  </a:lnTo>
                  <a:lnTo>
                    <a:pt x="4667758" y="943990"/>
                  </a:lnTo>
                  <a:lnTo>
                    <a:pt x="4680331" y="941959"/>
                  </a:lnTo>
                  <a:lnTo>
                    <a:pt x="4679696" y="938276"/>
                  </a:lnTo>
                  <a:lnTo>
                    <a:pt x="4673219" y="906652"/>
                  </a:lnTo>
                  <a:lnTo>
                    <a:pt x="4669535" y="891794"/>
                  </a:lnTo>
                  <a:close/>
                </a:path>
                <a:path w="4690109" h="3503929">
                  <a:moveTo>
                    <a:pt x="4685792" y="980059"/>
                  </a:moveTo>
                  <a:lnTo>
                    <a:pt x="4673219" y="981328"/>
                  </a:lnTo>
                  <a:lnTo>
                    <a:pt x="4675505" y="1003046"/>
                  </a:lnTo>
                  <a:lnTo>
                    <a:pt x="4676870" y="1030986"/>
                  </a:lnTo>
                  <a:lnTo>
                    <a:pt x="4676902" y="1031621"/>
                  </a:lnTo>
                  <a:lnTo>
                    <a:pt x="4689602" y="1030986"/>
                  </a:lnTo>
                  <a:lnTo>
                    <a:pt x="4688150" y="1003046"/>
                  </a:lnTo>
                  <a:lnTo>
                    <a:pt x="4688078" y="1001649"/>
                  </a:lnTo>
                  <a:lnTo>
                    <a:pt x="4685792" y="980059"/>
                  </a:lnTo>
                  <a:close/>
                </a:path>
                <a:path w="4690109" h="3503929">
                  <a:moveTo>
                    <a:pt x="4676521" y="1068959"/>
                  </a:moveTo>
                  <a:lnTo>
                    <a:pt x="4674743" y="1094613"/>
                  </a:lnTo>
                  <a:lnTo>
                    <a:pt x="4671568" y="1119124"/>
                  </a:lnTo>
                  <a:lnTo>
                    <a:pt x="4684141" y="1120775"/>
                  </a:lnTo>
                  <a:lnTo>
                    <a:pt x="4687443" y="1095375"/>
                  </a:lnTo>
                  <a:lnTo>
                    <a:pt x="4689221" y="1069848"/>
                  </a:lnTo>
                  <a:lnTo>
                    <a:pt x="4676521" y="1068959"/>
                  </a:lnTo>
                  <a:close/>
                </a:path>
                <a:path w="4690109" h="3503929">
                  <a:moveTo>
                    <a:pt x="4664075" y="1155573"/>
                  </a:moveTo>
                  <a:lnTo>
                    <a:pt x="4660773" y="1167764"/>
                  </a:lnTo>
                  <a:lnTo>
                    <a:pt x="4656328" y="1181862"/>
                  </a:lnTo>
                  <a:lnTo>
                    <a:pt x="4651375" y="1195959"/>
                  </a:lnTo>
                  <a:lnTo>
                    <a:pt x="4648454" y="1203071"/>
                  </a:lnTo>
                  <a:lnTo>
                    <a:pt x="4660137" y="1207897"/>
                  </a:lnTo>
                  <a:lnTo>
                    <a:pt x="4663312" y="1200150"/>
                  </a:lnTo>
                  <a:lnTo>
                    <a:pt x="4668520" y="1185672"/>
                  </a:lnTo>
                  <a:lnTo>
                    <a:pt x="4673092" y="1171066"/>
                  </a:lnTo>
                  <a:lnTo>
                    <a:pt x="4676267" y="1158875"/>
                  </a:lnTo>
                  <a:lnTo>
                    <a:pt x="4664075" y="1155573"/>
                  </a:lnTo>
                  <a:close/>
                </a:path>
                <a:path w="4690109" h="3503929">
                  <a:moveTo>
                    <a:pt x="4632706" y="1236852"/>
                  </a:moveTo>
                  <a:lnTo>
                    <a:pt x="4625340" y="1249934"/>
                  </a:lnTo>
                  <a:lnTo>
                    <a:pt x="4617211" y="1262888"/>
                  </a:lnTo>
                  <a:lnTo>
                    <a:pt x="4608576" y="1275588"/>
                  </a:lnTo>
                  <a:lnTo>
                    <a:pt x="4605908" y="1279016"/>
                  </a:lnTo>
                  <a:lnTo>
                    <a:pt x="4616069" y="1286637"/>
                  </a:lnTo>
                  <a:lnTo>
                    <a:pt x="4618990" y="1282827"/>
                  </a:lnTo>
                  <a:lnTo>
                    <a:pt x="4628007" y="1269619"/>
                  </a:lnTo>
                  <a:lnTo>
                    <a:pt x="4636389" y="1256157"/>
                  </a:lnTo>
                  <a:lnTo>
                    <a:pt x="4643755" y="1243076"/>
                  </a:lnTo>
                  <a:lnTo>
                    <a:pt x="4632706" y="1236852"/>
                  </a:lnTo>
                  <a:close/>
                </a:path>
                <a:path w="4690109" h="3503929">
                  <a:moveTo>
                    <a:pt x="4582159" y="1307973"/>
                  </a:moveTo>
                  <a:lnTo>
                    <a:pt x="4578350" y="1312290"/>
                  </a:lnTo>
                  <a:lnTo>
                    <a:pt x="4566793" y="1323975"/>
                  </a:lnTo>
                  <a:lnTo>
                    <a:pt x="4554728" y="1335405"/>
                  </a:lnTo>
                  <a:lnTo>
                    <a:pt x="4546092" y="1342263"/>
                  </a:lnTo>
                  <a:lnTo>
                    <a:pt x="4554093" y="1352169"/>
                  </a:lnTo>
                  <a:lnTo>
                    <a:pt x="4563364" y="1344676"/>
                  </a:lnTo>
                  <a:lnTo>
                    <a:pt x="4575936" y="1332864"/>
                  </a:lnTo>
                  <a:lnTo>
                    <a:pt x="4587748" y="1320800"/>
                  </a:lnTo>
                  <a:lnTo>
                    <a:pt x="4591558" y="1316482"/>
                  </a:lnTo>
                  <a:lnTo>
                    <a:pt x="4582159" y="1307973"/>
                  </a:lnTo>
                  <a:close/>
                </a:path>
                <a:path w="4690109" h="3503929">
                  <a:moveTo>
                    <a:pt x="4516120" y="1364614"/>
                  </a:moveTo>
                  <a:lnTo>
                    <a:pt x="4496181" y="1377569"/>
                  </a:lnTo>
                  <a:lnTo>
                    <a:pt x="4472940" y="1390396"/>
                  </a:lnTo>
                  <a:lnTo>
                    <a:pt x="4479035" y="1401445"/>
                  </a:lnTo>
                  <a:lnTo>
                    <a:pt x="4503166" y="1388237"/>
                  </a:lnTo>
                  <a:lnTo>
                    <a:pt x="4523105" y="1375283"/>
                  </a:lnTo>
                  <a:lnTo>
                    <a:pt x="4516120" y="1364614"/>
                  </a:lnTo>
                  <a:close/>
                </a:path>
                <a:path w="4690109" h="3503929">
                  <a:moveTo>
                    <a:pt x="4439158" y="1407033"/>
                  </a:moveTo>
                  <a:lnTo>
                    <a:pt x="4422267" y="1414907"/>
                  </a:lnTo>
                  <a:lnTo>
                    <a:pt x="4392676" y="1426845"/>
                  </a:lnTo>
                  <a:lnTo>
                    <a:pt x="4397502" y="1438528"/>
                  </a:lnTo>
                  <a:lnTo>
                    <a:pt x="4427601" y="1426464"/>
                  </a:lnTo>
                  <a:lnTo>
                    <a:pt x="4444492" y="1418589"/>
                  </a:lnTo>
                  <a:lnTo>
                    <a:pt x="4439158" y="1407033"/>
                  </a:lnTo>
                  <a:close/>
                </a:path>
                <a:path w="4690109" h="3503929">
                  <a:moveTo>
                    <a:pt x="4357243" y="1439926"/>
                  </a:moveTo>
                  <a:lnTo>
                    <a:pt x="4334636" y="1448053"/>
                  </a:lnTo>
                  <a:lnTo>
                    <a:pt x="4309236" y="1456055"/>
                  </a:lnTo>
                  <a:lnTo>
                    <a:pt x="4313174" y="1468120"/>
                  </a:lnTo>
                  <a:lnTo>
                    <a:pt x="4338828" y="1459991"/>
                  </a:lnTo>
                  <a:lnTo>
                    <a:pt x="4361560" y="1451990"/>
                  </a:lnTo>
                  <a:lnTo>
                    <a:pt x="4357243" y="1439926"/>
                  </a:lnTo>
                  <a:close/>
                </a:path>
                <a:path w="4690109" h="3503929">
                  <a:moveTo>
                    <a:pt x="4273042" y="1467103"/>
                  </a:moveTo>
                  <a:lnTo>
                    <a:pt x="4235069" y="1477899"/>
                  </a:lnTo>
                  <a:lnTo>
                    <a:pt x="4224274" y="1480693"/>
                  </a:lnTo>
                  <a:lnTo>
                    <a:pt x="4227449" y="1493012"/>
                  </a:lnTo>
                  <a:lnTo>
                    <a:pt x="4238498" y="1490090"/>
                  </a:lnTo>
                  <a:lnTo>
                    <a:pt x="4276471" y="1479296"/>
                  </a:lnTo>
                  <a:lnTo>
                    <a:pt x="4273042" y="1467103"/>
                  </a:lnTo>
                  <a:close/>
                </a:path>
                <a:path w="4690109" h="3503929">
                  <a:moveTo>
                    <a:pt x="4187444" y="1490345"/>
                  </a:moveTo>
                  <a:lnTo>
                    <a:pt x="4181348" y="1491996"/>
                  </a:lnTo>
                  <a:lnTo>
                    <a:pt x="4138168" y="1502410"/>
                  </a:lnTo>
                  <a:lnTo>
                    <a:pt x="4141216" y="1514856"/>
                  </a:lnTo>
                  <a:lnTo>
                    <a:pt x="4190619" y="1502664"/>
                  </a:lnTo>
                  <a:lnTo>
                    <a:pt x="4187444" y="1490345"/>
                  </a:lnTo>
                  <a:close/>
                </a:path>
                <a:path w="4690109" h="3503929">
                  <a:moveTo>
                    <a:pt x="4101210" y="1511046"/>
                  </a:moveTo>
                  <a:lnTo>
                    <a:pt x="4067682" y="1518665"/>
                  </a:lnTo>
                  <a:lnTo>
                    <a:pt x="4051680" y="1522095"/>
                  </a:lnTo>
                  <a:lnTo>
                    <a:pt x="4054348" y="1534540"/>
                  </a:lnTo>
                  <a:lnTo>
                    <a:pt x="4070477" y="1531112"/>
                  </a:lnTo>
                  <a:lnTo>
                    <a:pt x="4104004" y="1523491"/>
                  </a:lnTo>
                  <a:lnTo>
                    <a:pt x="4101210" y="1511046"/>
                  </a:lnTo>
                  <a:close/>
                </a:path>
                <a:path w="4690109" h="3503929">
                  <a:moveTo>
                    <a:pt x="4014343" y="1530223"/>
                  </a:moveTo>
                  <a:lnTo>
                    <a:pt x="4007993" y="1531620"/>
                  </a:lnTo>
                  <a:lnTo>
                    <a:pt x="3964685" y="1540637"/>
                  </a:lnTo>
                  <a:lnTo>
                    <a:pt x="3967353" y="1553083"/>
                  </a:lnTo>
                  <a:lnTo>
                    <a:pt x="4017136" y="1542669"/>
                  </a:lnTo>
                  <a:lnTo>
                    <a:pt x="4014343" y="1530223"/>
                  </a:lnTo>
                  <a:close/>
                </a:path>
                <a:path w="4690109" h="3503929">
                  <a:moveTo>
                    <a:pt x="3927475" y="1548384"/>
                  </a:moveTo>
                  <a:lnTo>
                    <a:pt x="3884167" y="1557274"/>
                  </a:lnTo>
                  <a:lnTo>
                    <a:pt x="3877691" y="1558671"/>
                  </a:lnTo>
                  <a:lnTo>
                    <a:pt x="3880230" y="1571116"/>
                  </a:lnTo>
                  <a:lnTo>
                    <a:pt x="3930015" y="1560830"/>
                  </a:lnTo>
                  <a:lnTo>
                    <a:pt x="3927475" y="1548384"/>
                  </a:lnTo>
                  <a:close/>
                </a:path>
                <a:path w="4690109" h="3503929">
                  <a:moveTo>
                    <a:pt x="3840353" y="1566290"/>
                  </a:moveTo>
                  <a:lnTo>
                    <a:pt x="3790568" y="1576324"/>
                  </a:lnTo>
                  <a:lnTo>
                    <a:pt x="3793109" y="1588770"/>
                  </a:lnTo>
                  <a:lnTo>
                    <a:pt x="3842892" y="1578737"/>
                  </a:lnTo>
                  <a:lnTo>
                    <a:pt x="3840353" y="1566290"/>
                  </a:lnTo>
                  <a:close/>
                </a:path>
                <a:path w="4690109" h="3503929">
                  <a:moveTo>
                    <a:pt x="3753230" y="1583944"/>
                  </a:moveTo>
                  <a:lnTo>
                    <a:pt x="3703447" y="1594485"/>
                  </a:lnTo>
                  <a:lnTo>
                    <a:pt x="3706114" y="1606931"/>
                  </a:lnTo>
                  <a:lnTo>
                    <a:pt x="3755771" y="1596389"/>
                  </a:lnTo>
                  <a:lnTo>
                    <a:pt x="3753230" y="1583944"/>
                  </a:lnTo>
                  <a:close/>
                </a:path>
                <a:path w="4690109" h="3503929">
                  <a:moveTo>
                    <a:pt x="3666236" y="1602232"/>
                  </a:moveTo>
                  <a:lnTo>
                    <a:pt x="3625468" y="1610868"/>
                  </a:lnTo>
                  <a:lnTo>
                    <a:pt x="3616452" y="1612900"/>
                  </a:lnTo>
                  <a:lnTo>
                    <a:pt x="3619246" y="1625219"/>
                  </a:lnTo>
                  <a:lnTo>
                    <a:pt x="3668776" y="1614677"/>
                  </a:lnTo>
                  <a:lnTo>
                    <a:pt x="3666236" y="1602232"/>
                  </a:lnTo>
                  <a:close/>
                </a:path>
                <a:path w="4690109" h="3503929">
                  <a:moveTo>
                    <a:pt x="3579241" y="1621282"/>
                  </a:moveTo>
                  <a:lnTo>
                    <a:pt x="3529711" y="1632585"/>
                  </a:lnTo>
                  <a:lnTo>
                    <a:pt x="3532504" y="1644903"/>
                  </a:lnTo>
                  <a:lnTo>
                    <a:pt x="3582035" y="1633727"/>
                  </a:lnTo>
                  <a:lnTo>
                    <a:pt x="3579241" y="1621282"/>
                  </a:lnTo>
                  <a:close/>
                </a:path>
                <a:path w="4690109" h="3503929">
                  <a:moveTo>
                    <a:pt x="3492373" y="1641094"/>
                  </a:moveTo>
                  <a:lnTo>
                    <a:pt x="3443224" y="1653539"/>
                  </a:lnTo>
                  <a:lnTo>
                    <a:pt x="3446272" y="1665859"/>
                  </a:lnTo>
                  <a:lnTo>
                    <a:pt x="3495548" y="1653286"/>
                  </a:lnTo>
                  <a:lnTo>
                    <a:pt x="3492373" y="1641094"/>
                  </a:lnTo>
                  <a:close/>
                </a:path>
                <a:path w="4690109" h="3503929">
                  <a:moveTo>
                    <a:pt x="3406266" y="1662938"/>
                  </a:moveTo>
                  <a:lnTo>
                    <a:pt x="3364229" y="1673606"/>
                  </a:lnTo>
                  <a:lnTo>
                    <a:pt x="3356864" y="1675764"/>
                  </a:lnTo>
                  <a:lnTo>
                    <a:pt x="3360420" y="1687957"/>
                  </a:lnTo>
                  <a:lnTo>
                    <a:pt x="3367404" y="1685925"/>
                  </a:lnTo>
                  <a:lnTo>
                    <a:pt x="3409441" y="1675257"/>
                  </a:lnTo>
                  <a:lnTo>
                    <a:pt x="3406266" y="1662938"/>
                  </a:lnTo>
                  <a:close/>
                </a:path>
                <a:path w="4690109" h="3503929">
                  <a:moveTo>
                    <a:pt x="3320288" y="1686433"/>
                  </a:moveTo>
                  <a:lnTo>
                    <a:pt x="3271520" y="1700784"/>
                  </a:lnTo>
                  <a:lnTo>
                    <a:pt x="3275203" y="1712976"/>
                  </a:lnTo>
                  <a:lnTo>
                    <a:pt x="3323843" y="1698625"/>
                  </a:lnTo>
                  <a:lnTo>
                    <a:pt x="3320288" y="1686433"/>
                  </a:lnTo>
                  <a:close/>
                </a:path>
                <a:path w="4690109" h="3503929">
                  <a:moveTo>
                    <a:pt x="3234816" y="1711706"/>
                  </a:moveTo>
                  <a:lnTo>
                    <a:pt x="3186556" y="1727708"/>
                  </a:lnTo>
                  <a:lnTo>
                    <a:pt x="3190621" y="1739646"/>
                  </a:lnTo>
                  <a:lnTo>
                    <a:pt x="3238880" y="1723771"/>
                  </a:lnTo>
                  <a:lnTo>
                    <a:pt x="3234816" y="1711706"/>
                  </a:lnTo>
                  <a:close/>
                </a:path>
                <a:path w="4690109" h="3503929">
                  <a:moveTo>
                    <a:pt x="3150489" y="1740408"/>
                  </a:moveTo>
                  <a:lnTo>
                    <a:pt x="3115183" y="1753362"/>
                  </a:lnTo>
                  <a:lnTo>
                    <a:pt x="3102737" y="1758188"/>
                  </a:lnTo>
                  <a:lnTo>
                    <a:pt x="3107436" y="1769999"/>
                  </a:lnTo>
                  <a:lnTo>
                    <a:pt x="3119501" y="1765173"/>
                  </a:lnTo>
                  <a:lnTo>
                    <a:pt x="3154806" y="1752346"/>
                  </a:lnTo>
                  <a:lnTo>
                    <a:pt x="3150489" y="1740408"/>
                  </a:lnTo>
                  <a:close/>
                </a:path>
                <a:path w="4690109" h="3503929">
                  <a:moveTo>
                    <a:pt x="3067430" y="1772412"/>
                  </a:moveTo>
                  <a:lnTo>
                    <a:pt x="3056509" y="1776730"/>
                  </a:lnTo>
                  <a:lnTo>
                    <a:pt x="3020567" y="1792732"/>
                  </a:lnTo>
                  <a:lnTo>
                    <a:pt x="3025648" y="1804289"/>
                  </a:lnTo>
                  <a:lnTo>
                    <a:pt x="3061335" y="1788541"/>
                  </a:lnTo>
                  <a:lnTo>
                    <a:pt x="3072129" y="1784223"/>
                  </a:lnTo>
                  <a:lnTo>
                    <a:pt x="3067430" y="1772412"/>
                  </a:lnTo>
                  <a:close/>
                </a:path>
                <a:path w="4690109" h="3503929">
                  <a:moveTo>
                    <a:pt x="2985770" y="1808734"/>
                  </a:moveTo>
                  <a:lnTo>
                    <a:pt x="2945256" y="1828673"/>
                  </a:lnTo>
                  <a:lnTo>
                    <a:pt x="2940050" y="1831594"/>
                  </a:lnTo>
                  <a:lnTo>
                    <a:pt x="2946146" y="1842770"/>
                  </a:lnTo>
                  <a:lnTo>
                    <a:pt x="2950845" y="1840103"/>
                  </a:lnTo>
                  <a:lnTo>
                    <a:pt x="2991358" y="1820164"/>
                  </a:lnTo>
                  <a:lnTo>
                    <a:pt x="2985770" y="1808734"/>
                  </a:lnTo>
                  <a:close/>
                </a:path>
                <a:path w="4690109" h="3503929">
                  <a:moveTo>
                    <a:pt x="2906649" y="1850009"/>
                  </a:moveTo>
                  <a:lnTo>
                    <a:pt x="2893060" y="1857375"/>
                  </a:lnTo>
                  <a:lnTo>
                    <a:pt x="2862834" y="1876298"/>
                  </a:lnTo>
                  <a:lnTo>
                    <a:pt x="2869565" y="1886966"/>
                  </a:lnTo>
                  <a:lnTo>
                    <a:pt x="2899155" y="1868551"/>
                  </a:lnTo>
                  <a:lnTo>
                    <a:pt x="2912745" y="1861058"/>
                  </a:lnTo>
                  <a:lnTo>
                    <a:pt x="2906649" y="1850009"/>
                  </a:lnTo>
                  <a:close/>
                </a:path>
                <a:path w="4690109" h="3503929">
                  <a:moveTo>
                    <a:pt x="2830576" y="1897253"/>
                  </a:moveTo>
                  <a:lnTo>
                    <a:pt x="2796793" y="1921129"/>
                  </a:lnTo>
                  <a:lnTo>
                    <a:pt x="2789174" y="1927225"/>
                  </a:lnTo>
                  <a:lnTo>
                    <a:pt x="2797048" y="1937131"/>
                  </a:lnTo>
                  <a:lnTo>
                    <a:pt x="2804033" y="1931543"/>
                  </a:lnTo>
                  <a:lnTo>
                    <a:pt x="2837941" y="1907667"/>
                  </a:lnTo>
                  <a:lnTo>
                    <a:pt x="2830576" y="1897253"/>
                  </a:lnTo>
                  <a:close/>
                </a:path>
                <a:path w="4690109" h="3503929">
                  <a:moveTo>
                    <a:pt x="2759329" y="1951101"/>
                  </a:moveTo>
                  <a:lnTo>
                    <a:pt x="2751074" y="1957705"/>
                  </a:lnTo>
                  <a:lnTo>
                    <a:pt x="2720721" y="1984502"/>
                  </a:lnTo>
                  <a:lnTo>
                    <a:pt x="2729229" y="1994027"/>
                  </a:lnTo>
                  <a:lnTo>
                    <a:pt x="2759075" y="1967611"/>
                  </a:lnTo>
                  <a:lnTo>
                    <a:pt x="2767329" y="1961007"/>
                  </a:lnTo>
                  <a:lnTo>
                    <a:pt x="2759329" y="1951101"/>
                  </a:lnTo>
                  <a:close/>
                </a:path>
                <a:path w="4690109" h="3503929">
                  <a:moveTo>
                    <a:pt x="2692527" y="2010410"/>
                  </a:moveTo>
                  <a:lnTo>
                    <a:pt x="2657729" y="2044065"/>
                  </a:lnTo>
                  <a:lnTo>
                    <a:pt x="2655824" y="2045970"/>
                  </a:lnTo>
                  <a:lnTo>
                    <a:pt x="2664967" y="2054733"/>
                  </a:lnTo>
                  <a:lnTo>
                    <a:pt x="2666491" y="2053209"/>
                  </a:lnTo>
                  <a:lnTo>
                    <a:pt x="2701290" y="2019554"/>
                  </a:lnTo>
                  <a:lnTo>
                    <a:pt x="2692527" y="2010410"/>
                  </a:lnTo>
                  <a:close/>
                </a:path>
                <a:path w="4690109" h="3503929">
                  <a:moveTo>
                    <a:pt x="2629408" y="2073402"/>
                  </a:moveTo>
                  <a:lnTo>
                    <a:pt x="2610230" y="2093341"/>
                  </a:lnTo>
                  <a:lnTo>
                    <a:pt x="2594610" y="2110613"/>
                  </a:lnTo>
                  <a:lnTo>
                    <a:pt x="2604008" y="2119122"/>
                  </a:lnTo>
                  <a:lnTo>
                    <a:pt x="2619375" y="2102104"/>
                  </a:lnTo>
                  <a:lnTo>
                    <a:pt x="2638552" y="2082165"/>
                  </a:lnTo>
                  <a:lnTo>
                    <a:pt x="2629408" y="2073402"/>
                  </a:lnTo>
                  <a:close/>
                </a:path>
                <a:path w="4690109" h="3503929">
                  <a:moveTo>
                    <a:pt x="2568955" y="2138807"/>
                  </a:moveTo>
                  <a:lnTo>
                    <a:pt x="2562479" y="2145919"/>
                  </a:lnTo>
                  <a:lnTo>
                    <a:pt x="2535554" y="2177288"/>
                  </a:lnTo>
                  <a:lnTo>
                    <a:pt x="2545206" y="2185543"/>
                  </a:lnTo>
                  <a:lnTo>
                    <a:pt x="2572004" y="2154428"/>
                  </a:lnTo>
                  <a:lnTo>
                    <a:pt x="2578354" y="2147316"/>
                  </a:lnTo>
                  <a:lnTo>
                    <a:pt x="2568955" y="2138807"/>
                  </a:lnTo>
                  <a:close/>
                </a:path>
                <a:path w="4690109" h="3503929">
                  <a:moveTo>
                    <a:pt x="2510663" y="2206371"/>
                  </a:moveTo>
                  <a:lnTo>
                    <a:pt x="2478531" y="2245741"/>
                  </a:lnTo>
                  <a:lnTo>
                    <a:pt x="2488311" y="2253742"/>
                  </a:lnTo>
                  <a:lnTo>
                    <a:pt x="2520568" y="2214499"/>
                  </a:lnTo>
                  <a:lnTo>
                    <a:pt x="2510663" y="2206371"/>
                  </a:lnTo>
                  <a:close/>
                </a:path>
                <a:path w="4690109" h="3503929">
                  <a:moveTo>
                    <a:pt x="2454655" y="2275459"/>
                  </a:moveTo>
                  <a:lnTo>
                    <a:pt x="2423160" y="2315464"/>
                  </a:lnTo>
                  <a:lnTo>
                    <a:pt x="2433192" y="2323338"/>
                  </a:lnTo>
                  <a:lnTo>
                    <a:pt x="2464562" y="2283333"/>
                  </a:lnTo>
                  <a:lnTo>
                    <a:pt x="2454655" y="2275459"/>
                  </a:lnTo>
                  <a:close/>
                </a:path>
                <a:path w="4690109" h="3503929">
                  <a:moveTo>
                    <a:pt x="2400046" y="2345817"/>
                  </a:moveTo>
                  <a:lnTo>
                    <a:pt x="2371216" y="2383790"/>
                  </a:lnTo>
                  <a:lnTo>
                    <a:pt x="2369312" y="2386457"/>
                  </a:lnTo>
                  <a:lnTo>
                    <a:pt x="2379472" y="2393950"/>
                  </a:lnTo>
                  <a:lnTo>
                    <a:pt x="2410079" y="2353437"/>
                  </a:lnTo>
                  <a:lnTo>
                    <a:pt x="2400046" y="2345817"/>
                  </a:lnTo>
                  <a:close/>
                </a:path>
                <a:path w="4690109" h="3503929">
                  <a:moveTo>
                    <a:pt x="2346705" y="2417064"/>
                  </a:moveTo>
                  <a:lnTo>
                    <a:pt x="2323973" y="2448179"/>
                  </a:lnTo>
                  <a:lnTo>
                    <a:pt x="2316861" y="2458339"/>
                  </a:lnTo>
                  <a:lnTo>
                    <a:pt x="2327275" y="2465705"/>
                  </a:lnTo>
                  <a:lnTo>
                    <a:pt x="2334260" y="2455672"/>
                  </a:lnTo>
                  <a:lnTo>
                    <a:pt x="2356992" y="2424684"/>
                  </a:lnTo>
                  <a:lnTo>
                    <a:pt x="2346705" y="2417064"/>
                  </a:lnTo>
                  <a:close/>
                </a:path>
                <a:path w="4690109" h="3503929">
                  <a:moveTo>
                    <a:pt x="2295016" y="2489581"/>
                  </a:moveTo>
                  <a:lnTo>
                    <a:pt x="2265806" y="2531110"/>
                  </a:lnTo>
                  <a:lnTo>
                    <a:pt x="2276221" y="2538349"/>
                  </a:lnTo>
                  <a:lnTo>
                    <a:pt x="2305304" y="2496820"/>
                  </a:lnTo>
                  <a:lnTo>
                    <a:pt x="2295016" y="2489581"/>
                  </a:lnTo>
                  <a:close/>
                </a:path>
                <a:path w="4690109" h="3503929">
                  <a:moveTo>
                    <a:pt x="2243836" y="2562352"/>
                  </a:moveTo>
                  <a:lnTo>
                    <a:pt x="2231390" y="2580259"/>
                  </a:lnTo>
                  <a:lnTo>
                    <a:pt x="2215134" y="2604389"/>
                  </a:lnTo>
                  <a:lnTo>
                    <a:pt x="2225802" y="2611501"/>
                  </a:lnTo>
                  <a:lnTo>
                    <a:pt x="2241677" y="2587498"/>
                  </a:lnTo>
                  <a:lnTo>
                    <a:pt x="2254250" y="2569591"/>
                  </a:lnTo>
                  <a:lnTo>
                    <a:pt x="2243836" y="2562352"/>
                  </a:lnTo>
                  <a:close/>
                </a:path>
                <a:path w="4690109" h="3503929">
                  <a:moveTo>
                    <a:pt x="2194052" y="2636139"/>
                  </a:moveTo>
                  <a:lnTo>
                    <a:pt x="2165858" y="2678303"/>
                  </a:lnTo>
                  <a:lnTo>
                    <a:pt x="2176399" y="2685415"/>
                  </a:lnTo>
                  <a:lnTo>
                    <a:pt x="2204592" y="2643124"/>
                  </a:lnTo>
                  <a:lnTo>
                    <a:pt x="2194052" y="2636139"/>
                  </a:lnTo>
                  <a:close/>
                </a:path>
                <a:path w="4690109" h="3503929">
                  <a:moveTo>
                    <a:pt x="2144776" y="2710053"/>
                  </a:moveTo>
                  <a:lnTo>
                    <a:pt x="2141981" y="2714117"/>
                  </a:lnTo>
                  <a:lnTo>
                    <a:pt x="2117216" y="2752852"/>
                  </a:lnTo>
                  <a:lnTo>
                    <a:pt x="2127885" y="2759710"/>
                  </a:lnTo>
                  <a:lnTo>
                    <a:pt x="2152523" y="2721229"/>
                  </a:lnTo>
                  <a:lnTo>
                    <a:pt x="2155316" y="2717165"/>
                  </a:lnTo>
                  <a:lnTo>
                    <a:pt x="2144776" y="2710053"/>
                  </a:lnTo>
                  <a:close/>
                </a:path>
                <a:path w="4690109" h="3503929">
                  <a:moveTo>
                    <a:pt x="2096642" y="2784983"/>
                  </a:moveTo>
                  <a:lnTo>
                    <a:pt x="2069211" y="2827782"/>
                  </a:lnTo>
                  <a:lnTo>
                    <a:pt x="2080005" y="2834640"/>
                  </a:lnTo>
                  <a:lnTo>
                    <a:pt x="2107311" y="2791841"/>
                  </a:lnTo>
                  <a:lnTo>
                    <a:pt x="2096642" y="2784983"/>
                  </a:lnTo>
                  <a:close/>
                </a:path>
                <a:path w="4690109" h="3503929">
                  <a:moveTo>
                    <a:pt x="2048890" y="2860040"/>
                  </a:moveTo>
                  <a:lnTo>
                    <a:pt x="2021966" y="2903093"/>
                  </a:lnTo>
                  <a:lnTo>
                    <a:pt x="2032762" y="2909824"/>
                  </a:lnTo>
                  <a:lnTo>
                    <a:pt x="2059686" y="2866771"/>
                  </a:lnTo>
                  <a:lnTo>
                    <a:pt x="2048890" y="2860040"/>
                  </a:lnTo>
                  <a:close/>
                </a:path>
                <a:path w="4690109" h="3503929">
                  <a:moveTo>
                    <a:pt x="2002027" y="2935605"/>
                  </a:moveTo>
                  <a:lnTo>
                    <a:pt x="1977898" y="2975229"/>
                  </a:lnTo>
                  <a:lnTo>
                    <a:pt x="1975612" y="2979039"/>
                  </a:lnTo>
                  <a:lnTo>
                    <a:pt x="1986406" y="2985643"/>
                  </a:lnTo>
                  <a:lnTo>
                    <a:pt x="1988692" y="2981833"/>
                  </a:lnTo>
                  <a:lnTo>
                    <a:pt x="2012823" y="2942336"/>
                  </a:lnTo>
                  <a:lnTo>
                    <a:pt x="2002027" y="2935605"/>
                  </a:lnTo>
                  <a:close/>
                </a:path>
                <a:path w="4690109" h="3503929">
                  <a:moveTo>
                    <a:pt x="1955927" y="3011678"/>
                  </a:moveTo>
                  <a:lnTo>
                    <a:pt x="1940687" y="3036951"/>
                  </a:lnTo>
                  <a:lnTo>
                    <a:pt x="1929764" y="3055366"/>
                  </a:lnTo>
                  <a:lnTo>
                    <a:pt x="1940687" y="3061843"/>
                  </a:lnTo>
                  <a:lnTo>
                    <a:pt x="1951609" y="3043428"/>
                  </a:lnTo>
                  <a:lnTo>
                    <a:pt x="1966722" y="3018282"/>
                  </a:lnTo>
                  <a:lnTo>
                    <a:pt x="1955927" y="3011678"/>
                  </a:lnTo>
                  <a:close/>
                </a:path>
                <a:path w="4690109" h="3503929">
                  <a:moveTo>
                    <a:pt x="1910334" y="3088005"/>
                  </a:moveTo>
                  <a:lnTo>
                    <a:pt x="1905253" y="3096514"/>
                  </a:lnTo>
                  <a:lnTo>
                    <a:pt x="1884552" y="3131947"/>
                  </a:lnTo>
                  <a:lnTo>
                    <a:pt x="1895602" y="3138297"/>
                  </a:lnTo>
                  <a:lnTo>
                    <a:pt x="1916176" y="3102991"/>
                  </a:lnTo>
                  <a:lnTo>
                    <a:pt x="1921255" y="3094609"/>
                  </a:lnTo>
                  <a:lnTo>
                    <a:pt x="1910334" y="3088005"/>
                  </a:lnTo>
                  <a:close/>
                </a:path>
                <a:path w="4690109" h="3503929">
                  <a:moveTo>
                    <a:pt x="1865376" y="3164840"/>
                  </a:moveTo>
                  <a:lnTo>
                    <a:pt x="1840738" y="3207258"/>
                  </a:lnTo>
                  <a:lnTo>
                    <a:pt x="1839976" y="3208909"/>
                  </a:lnTo>
                  <a:lnTo>
                    <a:pt x="1850898" y="3215132"/>
                  </a:lnTo>
                  <a:lnTo>
                    <a:pt x="1851787" y="3213735"/>
                  </a:lnTo>
                  <a:lnTo>
                    <a:pt x="1876425" y="3171190"/>
                  </a:lnTo>
                  <a:lnTo>
                    <a:pt x="1865376" y="3164840"/>
                  </a:lnTo>
                  <a:close/>
                </a:path>
                <a:path w="4690109" h="3503929">
                  <a:moveTo>
                    <a:pt x="1821052" y="3241929"/>
                  </a:moveTo>
                  <a:lnTo>
                    <a:pt x="1811909" y="3257930"/>
                  </a:lnTo>
                  <a:lnTo>
                    <a:pt x="1795906" y="3286125"/>
                  </a:lnTo>
                  <a:lnTo>
                    <a:pt x="1806955" y="3292348"/>
                  </a:lnTo>
                  <a:lnTo>
                    <a:pt x="1832102" y="3248279"/>
                  </a:lnTo>
                  <a:lnTo>
                    <a:pt x="1821052" y="3241929"/>
                  </a:lnTo>
                  <a:close/>
                </a:path>
                <a:path w="4690109" h="3503929">
                  <a:moveTo>
                    <a:pt x="1777238" y="3319399"/>
                  </a:moveTo>
                  <a:lnTo>
                    <a:pt x="1761489" y="3347593"/>
                  </a:lnTo>
                  <a:lnTo>
                    <a:pt x="1752600" y="3363849"/>
                  </a:lnTo>
                  <a:lnTo>
                    <a:pt x="1763649" y="3369945"/>
                  </a:lnTo>
                  <a:lnTo>
                    <a:pt x="1772539" y="3353816"/>
                  </a:lnTo>
                  <a:lnTo>
                    <a:pt x="1788414" y="3325622"/>
                  </a:lnTo>
                  <a:lnTo>
                    <a:pt x="1777238" y="3319399"/>
                  </a:lnTo>
                  <a:close/>
                </a:path>
                <a:path w="4690109" h="3503929">
                  <a:moveTo>
                    <a:pt x="1689359" y="3398012"/>
                  </a:moveTo>
                  <a:lnTo>
                    <a:pt x="1685671" y="3398012"/>
                  </a:lnTo>
                  <a:lnTo>
                    <a:pt x="1682114" y="3398266"/>
                  </a:lnTo>
                  <a:lnTo>
                    <a:pt x="1679448" y="3401187"/>
                  </a:lnTo>
                  <a:lnTo>
                    <a:pt x="1679575" y="3404743"/>
                  </a:lnTo>
                  <a:lnTo>
                    <a:pt x="1683892" y="3503676"/>
                  </a:lnTo>
                  <a:lnTo>
                    <a:pt x="1696921" y="3495548"/>
                  </a:lnTo>
                  <a:lnTo>
                    <a:pt x="1695323" y="3495548"/>
                  </a:lnTo>
                  <a:lnTo>
                    <a:pt x="1684147" y="3489579"/>
                  </a:lnTo>
                  <a:lnTo>
                    <a:pt x="1685543" y="3486912"/>
                  </a:lnTo>
                  <a:lnTo>
                    <a:pt x="1689600" y="3479306"/>
                  </a:lnTo>
                  <a:lnTo>
                    <a:pt x="1691766" y="3475354"/>
                  </a:lnTo>
                  <a:lnTo>
                    <a:pt x="1695354" y="3475354"/>
                  </a:lnTo>
                  <a:lnTo>
                    <a:pt x="1692302" y="3404743"/>
                  </a:lnTo>
                  <a:lnTo>
                    <a:pt x="1692246" y="3403346"/>
                  </a:lnTo>
                  <a:lnTo>
                    <a:pt x="1692148" y="3400679"/>
                  </a:lnTo>
                  <a:lnTo>
                    <a:pt x="1689359" y="3398012"/>
                  </a:lnTo>
                  <a:close/>
                </a:path>
                <a:path w="4690109" h="3503929">
                  <a:moveTo>
                    <a:pt x="1691766" y="3475354"/>
                  </a:moveTo>
                  <a:lnTo>
                    <a:pt x="1689600" y="3479306"/>
                  </a:lnTo>
                  <a:lnTo>
                    <a:pt x="1685543" y="3486912"/>
                  </a:lnTo>
                  <a:lnTo>
                    <a:pt x="1684147" y="3489579"/>
                  </a:lnTo>
                  <a:lnTo>
                    <a:pt x="1695323" y="3495548"/>
                  </a:lnTo>
                  <a:lnTo>
                    <a:pt x="1697126" y="3492246"/>
                  </a:lnTo>
                  <a:lnTo>
                    <a:pt x="1696085" y="3492246"/>
                  </a:lnTo>
                  <a:lnTo>
                    <a:pt x="1686433" y="3487166"/>
                  </a:lnTo>
                  <a:lnTo>
                    <a:pt x="1695580" y="3481451"/>
                  </a:lnTo>
                  <a:lnTo>
                    <a:pt x="1695525" y="3479306"/>
                  </a:lnTo>
                  <a:lnTo>
                    <a:pt x="1695441" y="3477359"/>
                  </a:lnTo>
                  <a:lnTo>
                    <a:pt x="1691766" y="3475354"/>
                  </a:lnTo>
                  <a:close/>
                </a:path>
                <a:path w="4690109" h="3503929">
                  <a:moveTo>
                    <a:pt x="1764156" y="3438652"/>
                  </a:moveTo>
                  <a:lnTo>
                    <a:pt x="1761236" y="3440429"/>
                  </a:lnTo>
                  <a:lnTo>
                    <a:pt x="1699011" y="3479306"/>
                  </a:lnTo>
                  <a:lnTo>
                    <a:pt x="1702942" y="3481451"/>
                  </a:lnTo>
                  <a:lnTo>
                    <a:pt x="1700784" y="3485388"/>
                  </a:lnTo>
                  <a:lnTo>
                    <a:pt x="1696720" y="3493008"/>
                  </a:lnTo>
                  <a:lnTo>
                    <a:pt x="1695323" y="3495548"/>
                  </a:lnTo>
                  <a:lnTo>
                    <a:pt x="1696921" y="3495548"/>
                  </a:lnTo>
                  <a:lnTo>
                    <a:pt x="1767966" y="3451225"/>
                  </a:lnTo>
                  <a:lnTo>
                    <a:pt x="1770888" y="3449320"/>
                  </a:lnTo>
                  <a:lnTo>
                    <a:pt x="1771777" y="3445510"/>
                  </a:lnTo>
                  <a:lnTo>
                    <a:pt x="1769999" y="3442462"/>
                  </a:lnTo>
                  <a:lnTo>
                    <a:pt x="1768093" y="3439541"/>
                  </a:lnTo>
                  <a:lnTo>
                    <a:pt x="1764156" y="3438652"/>
                  </a:lnTo>
                  <a:close/>
                </a:path>
                <a:path w="4690109" h="3503929">
                  <a:moveTo>
                    <a:pt x="1695618" y="3481451"/>
                  </a:moveTo>
                  <a:lnTo>
                    <a:pt x="1686433" y="3487166"/>
                  </a:lnTo>
                  <a:lnTo>
                    <a:pt x="1696085" y="3492246"/>
                  </a:lnTo>
                  <a:lnTo>
                    <a:pt x="1695618" y="3481451"/>
                  </a:lnTo>
                  <a:close/>
                </a:path>
                <a:path w="4690109" h="3503929">
                  <a:moveTo>
                    <a:pt x="1699011" y="3479306"/>
                  </a:moveTo>
                  <a:lnTo>
                    <a:pt x="1695618" y="3481451"/>
                  </a:lnTo>
                  <a:lnTo>
                    <a:pt x="1695788" y="3485388"/>
                  </a:lnTo>
                  <a:lnTo>
                    <a:pt x="1695854" y="3486912"/>
                  </a:lnTo>
                  <a:lnTo>
                    <a:pt x="1695969" y="3489579"/>
                  </a:lnTo>
                  <a:lnTo>
                    <a:pt x="1696085" y="3492246"/>
                  </a:lnTo>
                  <a:lnTo>
                    <a:pt x="1697126" y="3492246"/>
                  </a:lnTo>
                  <a:lnTo>
                    <a:pt x="1700784" y="3485388"/>
                  </a:lnTo>
                  <a:lnTo>
                    <a:pt x="1702942" y="3481451"/>
                  </a:lnTo>
                  <a:lnTo>
                    <a:pt x="1699011" y="3479306"/>
                  </a:lnTo>
                  <a:close/>
                </a:path>
                <a:path w="4690109" h="3503929">
                  <a:moveTo>
                    <a:pt x="1695441" y="3477359"/>
                  </a:moveTo>
                  <a:lnTo>
                    <a:pt x="1695525" y="3479306"/>
                  </a:lnTo>
                  <a:lnTo>
                    <a:pt x="1695618" y="3481451"/>
                  </a:lnTo>
                  <a:lnTo>
                    <a:pt x="1699011" y="3479306"/>
                  </a:lnTo>
                  <a:lnTo>
                    <a:pt x="1695441" y="3477359"/>
                  </a:lnTo>
                  <a:close/>
                </a:path>
                <a:path w="4690109" h="3503929">
                  <a:moveTo>
                    <a:pt x="1695354" y="3475354"/>
                  </a:moveTo>
                  <a:lnTo>
                    <a:pt x="1691766" y="3475354"/>
                  </a:lnTo>
                  <a:lnTo>
                    <a:pt x="1695441" y="3477359"/>
                  </a:lnTo>
                  <a:lnTo>
                    <a:pt x="1695354" y="3475354"/>
                  </a:lnTo>
                  <a:close/>
                </a:path>
                <a:path w="4690109" h="3503929">
                  <a:moveTo>
                    <a:pt x="1734185" y="3397250"/>
                  </a:moveTo>
                  <a:lnTo>
                    <a:pt x="1721992" y="3419348"/>
                  </a:lnTo>
                  <a:lnTo>
                    <a:pt x="1709801" y="3441827"/>
                  </a:lnTo>
                  <a:lnTo>
                    <a:pt x="1720977" y="3447923"/>
                  </a:lnTo>
                  <a:lnTo>
                    <a:pt x="1733041" y="3425444"/>
                  </a:lnTo>
                  <a:lnTo>
                    <a:pt x="1745234" y="3403346"/>
                  </a:lnTo>
                  <a:lnTo>
                    <a:pt x="1734185" y="339725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8939" y="1380744"/>
              <a:ext cx="5783579" cy="4120896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2991484" y="1403604"/>
              <a:ext cx="5628640" cy="3956685"/>
            </a:xfrm>
            <a:custGeom>
              <a:avLst/>
              <a:gdLst/>
              <a:ahLst/>
              <a:cxnLst/>
              <a:rect l="l" t="t" r="r" b="b"/>
              <a:pathLst>
                <a:path w="5628640" h="3956685">
                  <a:moveTo>
                    <a:pt x="277749" y="613537"/>
                  </a:moveTo>
                  <a:lnTo>
                    <a:pt x="253745" y="645160"/>
                  </a:lnTo>
                  <a:lnTo>
                    <a:pt x="247141" y="654050"/>
                  </a:lnTo>
                  <a:lnTo>
                    <a:pt x="257301" y="661670"/>
                  </a:lnTo>
                  <a:lnTo>
                    <a:pt x="287909" y="621284"/>
                  </a:lnTo>
                  <a:lnTo>
                    <a:pt x="277749" y="613537"/>
                  </a:lnTo>
                  <a:close/>
                </a:path>
                <a:path w="5628640" h="3956685">
                  <a:moveTo>
                    <a:pt x="343898" y="543051"/>
                  </a:moveTo>
                  <a:lnTo>
                    <a:pt x="331977" y="543051"/>
                  </a:lnTo>
                  <a:lnTo>
                    <a:pt x="342011" y="550799"/>
                  </a:lnTo>
                  <a:lnTo>
                    <a:pt x="327739" y="569339"/>
                  </a:lnTo>
                  <a:lnTo>
                    <a:pt x="319531" y="633603"/>
                  </a:lnTo>
                  <a:lnTo>
                    <a:pt x="319024" y="637032"/>
                  </a:lnTo>
                  <a:lnTo>
                    <a:pt x="321563" y="640207"/>
                  </a:lnTo>
                  <a:lnTo>
                    <a:pt x="324992" y="640715"/>
                  </a:lnTo>
                  <a:lnTo>
                    <a:pt x="328422" y="641096"/>
                  </a:lnTo>
                  <a:lnTo>
                    <a:pt x="331597" y="638683"/>
                  </a:lnTo>
                  <a:lnTo>
                    <a:pt x="332104" y="635254"/>
                  </a:lnTo>
                  <a:lnTo>
                    <a:pt x="343898" y="543051"/>
                  </a:lnTo>
                  <a:close/>
                </a:path>
                <a:path w="5628640" h="3956685">
                  <a:moveTo>
                    <a:pt x="329327" y="556912"/>
                  </a:moveTo>
                  <a:lnTo>
                    <a:pt x="317645" y="561672"/>
                  </a:lnTo>
                  <a:lnTo>
                    <a:pt x="300989" y="583311"/>
                  </a:lnTo>
                  <a:lnTo>
                    <a:pt x="311023" y="591058"/>
                  </a:lnTo>
                  <a:lnTo>
                    <a:pt x="327739" y="569339"/>
                  </a:lnTo>
                  <a:lnTo>
                    <a:pt x="329327" y="556912"/>
                  </a:lnTo>
                  <a:close/>
                </a:path>
                <a:path w="5628640" h="3956685">
                  <a:moveTo>
                    <a:pt x="344677" y="536956"/>
                  </a:moveTo>
                  <a:lnTo>
                    <a:pt x="252856" y="574294"/>
                  </a:lnTo>
                  <a:lnTo>
                    <a:pt x="249681" y="575691"/>
                  </a:lnTo>
                  <a:lnTo>
                    <a:pt x="248157" y="579374"/>
                  </a:lnTo>
                  <a:lnTo>
                    <a:pt x="249427" y="582676"/>
                  </a:lnTo>
                  <a:lnTo>
                    <a:pt x="250697" y="585851"/>
                  </a:lnTo>
                  <a:lnTo>
                    <a:pt x="254507" y="587375"/>
                  </a:lnTo>
                  <a:lnTo>
                    <a:pt x="317645" y="561672"/>
                  </a:lnTo>
                  <a:lnTo>
                    <a:pt x="331977" y="543051"/>
                  </a:lnTo>
                  <a:lnTo>
                    <a:pt x="343898" y="543051"/>
                  </a:lnTo>
                  <a:lnTo>
                    <a:pt x="344677" y="536956"/>
                  </a:lnTo>
                  <a:close/>
                </a:path>
                <a:path w="5628640" h="3956685">
                  <a:moveTo>
                    <a:pt x="335925" y="546100"/>
                  </a:moveTo>
                  <a:lnTo>
                    <a:pt x="330707" y="546100"/>
                  </a:lnTo>
                  <a:lnTo>
                    <a:pt x="339343" y="552831"/>
                  </a:lnTo>
                  <a:lnTo>
                    <a:pt x="329327" y="556912"/>
                  </a:lnTo>
                  <a:lnTo>
                    <a:pt x="327739" y="569339"/>
                  </a:lnTo>
                  <a:lnTo>
                    <a:pt x="342011" y="550799"/>
                  </a:lnTo>
                  <a:lnTo>
                    <a:pt x="335925" y="546100"/>
                  </a:lnTo>
                  <a:close/>
                </a:path>
                <a:path w="5628640" h="3956685">
                  <a:moveTo>
                    <a:pt x="331977" y="543051"/>
                  </a:moveTo>
                  <a:lnTo>
                    <a:pt x="317645" y="561672"/>
                  </a:lnTo>
                  <a:lnTo>
                    <a:pt x="329327" y="556912"/>
                  </a:lnTo>
                  <a:lnTo>
                    <a:pt x="330707" y="546100"/>
                  </a:lnTo>
                  <a:lnTo>
                    <a:pt x="335925" y="546100"/>
                  </a:lnTo>
                  <a:lnTo>
                    <a:pt x="331977" y="543051"/>
                  </a:lnTo>
                  <a:close/>
                </a:path>
                <a:path w="5628640" h="3956685">
                  <a:moveTo>
                    <a:pt x="330707" y="546100"/>
                  </a:moveTo>
                  <a:lnTo>
                    <a:pt x="329327" y="556912"/>
                  </a:lnTo>
                  <a:lnTo>
                    <a:pt x="339343" y="552831"/>
                  </a:lnTo>
                  <a:lnTo>
                    <a:pt x="330707" y="546100"/>
                  </a:lnTo>
                  <a:close/>
                </a:path>
                <a:path w="5628640" h="3956685">
                  <a:moveTo>
                    <a:pt x="224281" y="684657"/>
                  </a:moveTo>
                  <a:lnTo>
                    <a:pt x="199008" y="718820"/>
                  </a:lnTo>
                  <a:lnTo>
                    <a:pt x="194056" y="725678"/>
                  </a:lnTo>
                  <a:lnTo>
                    <a:pt x="204469" y="733044"/>
                  </a:lnTo>
                  <a:lnTo>
                    <a:pt x="209295" y="726313"/>
                  </a:lnTo>
                  <a:lnTo>
                    <a:pt x="234441" y="692150"/>
                  </a:lnTo>
                  <a:lnTo>
                    <a:pt x="224281" y="684657"/>
                  </a:lnTo>
                  <a:close/>
                </a:path>
                <a:path w="5628640" h="3956685">
                  <a:moveTo>
                    <a:pt x="171831" y="756666"/>
                  </a:moveTo>
                  <a:lnTo>
                    <a:pt x="147954" y="790701"/>
                  </a:lnTo>
                  <a:lnTo>
                    <a:pt x="142747" y="798449"/>
                  </a:lnTo>
                  <a:lnTo>
                    <a:pt x="153288" y="805561"/>
                  </a:lnTo>
                  <a:lnTo>
                    <a:pt x="158241" y="798068"/>
                  </a:lnTo>
                  <a:lnTo>
                    <a:pt x="182244" y="763905"/>
                  </a:lnTo>
                  <a:lnTo>
                    <a:pt x="171831" y="756666"/>
                  </a:lnTo>
                  <a:close/>
                </a:path>
                <a:path w="5628640" h="3956685">
                  <a:moveTo>
                    <a:pt x="121412" y="830199"/>
                  </a:moveTo>
                  <a:lnTo>
                    <a:pt x="101981" y="860171"/>
                  </a:lnTo>
                  <a:lnTo>
                    <a:pt x="94106" y="873125"/>
                  </a:lnTo>
                  <a:lnTo>
                    <a:pt x="104901" y="879729"/>
                  </a:lnTo>
                  <a:lnTo>
                    <a:pt x="112775" y="867029"/>
                  </a:lnTo>
                  <a:lnTo>
                    <a:pt x="132079" y="837057"/>
                  </a:lnTo>
                  <a:lnTo>
                    <a:pt x="121412" y="830199"/>
                  </a:lnTo>
                  <a:close/>
                </a:path>
                <a:path w="5628640" h="3956685">
                  <a:moveTo>
                    <a:pt x="74548" y="906018"/>
                  </a:moveTo>
                  <a:lnTo>
                    <a:pt x="62864" y="926465"/>
                  </a:lnTo>
                  <a:lnTo>
                    <a:pt x="50164" y="950976"/>
                  </a:lnTo>
                  <a:lnTo>
                    <a:pt x="61467" y="956818"/>
                  </a:lnTo>
                  <a:lnTo>
                    <a:pt x="73913" y="932815"/>
                  </a:lnTo>
                  <a:lnTo>
                    <a:pt x="85597" y="912368"/>
                  </a:lnTo>
                  <a:lnTo>
                    <a:pt x="74548" y="906018"/>
                  </a:lnTo>
                  <a:close/>
                </a:path>
                <a:path w="5628640" h="3956685">
                  <a:moveTo>
                    <a:pt x="33527" y="985520"/>
                  </a:moveTo>
                  <a:lnTo>
                    <a:pt x="31876" y="989076"/>
                  </a:lnTo>
                  <a:lnTo>
                    <a:pt x="25526" y="1004188"/>
                  </a:lnTo>
                  <a:lnTo>
                    <a:pt x="19938" y="1018794"/>
                  </a:lnTo>
                  <a:lnTo>
                    <a:pt x="14731" y="1033653"/>
                  </a:lnTo>
                  <a:lnTo>
                    <a:pt x="26923" y="1037463"/>
                  </a:lnTo>
                  <a:lnTo>
                    <a:pt x="31750" y="1023366"/>
                  </a:lnTo>
                  <a:lnTo>
                    <a:pt x="37210" y="1009015"/>
                  </a:lnTo>
                  <a:lnTo>
                    <a:pt x="43433" y="994410"/>
                  </a:lnTo>
                  <a:lnTo>
                    <a:pt x="45084" y="990854"/>
                  </a:lnTo>
                  <a:lnTo>
                    <a:pt x="33527" y="985520"/>
                  </a:lnTo>
                  <a:close/>
                </a:path>
                <a:path w="5628640" h="3956685">
                  <a:moveTo>
                    <a:pt x="4825" y="1070864"/>
                  </a:moveTo>
                  <a:lnTo>
                    <a:pt x="4063" y="1074547"/>
                  </a:lnTo>
                  <a:lnTo>
                    <a:pt x="1904" y="1087755"/>
                  </a:lnTo>
                  <a:lnTo>
                    <a:pt x="507" y="1100582"/>
                  </a:lnTo>
                  <a:lnTo>
                    <a:pt x="0" y="1113155"/>
                  </a:lnTo>
                  <a:lnTo>
                    <a:pt x="244" y="1122553"/>
                  </a:lnTo>
                  <a:lnTo>
                    <a:pt x="253" y="1122934"/>
                  </a:lnTo>
                  <a:lnTo>
                    <a:pt x="12953" y="1122553"/>
                  </a:lnTo>
                  <a:lnTo>
                    <a:pt x="12700" y="1113663"/>
                  </a:lnTo>
                  <a:lnTo>
                    <a:pt x="13081" y="1101979"/>
                  </a:lnTo>
                  <a:lnTo>
                    <a:pt x="14350" y="1089787"/>
                  </a:lnTo>
                  <a:lnTo>
                    <a:pt x="16382" y="1077341"/>
                  </a:lnTo>
                  <a:lnTo>
                    <a:pt x="17271" y="1073658"/>
                  </a:lnTo>
                  <a:lnTo>
                    <a:pt x="4825" y="1070864"/>
                  </a:lnTo>
                  <a:close/>
                </a:path>
                <a:path w="5628640" h="3956685">
                  <a:moveTo>
                    <a:pt x="19431" y="1157859"/>
                  </a:moveTo>
                  <a:lnTo>
                    <a:pt x="7492" y="1162304"/>
                  </a:lnTo>
                  <a:lnTo>
                    <a:pt x="10413" y="1170051"/>
                  </a:lnTo>
                  <a:lnTo>
                    <a:pt x="15493" y="1180211"/>
                  </a:lnTo>
                  <a:lnTo>
                    <a:pt x="21462" y="1189863"/>
                  </a:lnTo>
                  <a:lnTo>
                    <a:pt x="28575" y="1199007"/>
                  </a:lnTo>
                  <a:lnTo>
                    <a:pt x="35813" y="1206881"/>
                  </a:lnTo>
                  <a:lnTo>
                    <a:pt x="45084" y="1198245"/>
                  </a:lnTo>
                  <a:lnTo>
                    <a:pt x="38607" y="1191387"/>
                  </a:lnTo>
                  <a:lnTo>
                    <a:pt x="32257" y="1183132"/>
                  </a:lnTo>
                  <a:lnTo>
                    <a:pt x="26796" y="1174496"/>
                  </a:lnTo>
                  <a:lnTo>
                    <a:pt x="22351" y="1165606"/>
                  </a:lnTo>
                  <a:lnTo>
                    <a:pt x="19431" y="1157859"/>
                  </a:lnTo>
                  <a:close/>
                </a:path>
                <a:path w="5628640" h="3956685">
                  <a:moveTo>
                    <a:pt x="73913" y="1219454"/>
                  </a:moveTo>
                  <a:lnTo>
                    <a:pt x="107695" y="1247648"/>
                  </a:lnTo>
                  <a:lnTo>
                    <a:pt x="116204" y="1250188"/>
                  </a:lnTo>
                  <a:lnTo>
                    <a:pt x="119887" y="1237996"/>
                  </a:lnTo>
                  <a:lnTo>
                    <a:pt x="112013" y="1235710"/>
                  </a:lnTo>
                  <a:lnTo>
                    <a:pt x="98170" y="1230757"/>
                  </a:lnTo>
                  <a:lnTo>
                    <a:pt x="85470" y="1225296"/>
                  </a:lnTo>
                  <a:lnTo>
                    <a:pt x="73913" y="1219454"/>
                  </a:lnTo>
                  <a:close/>
                </a:path>
                <a:path w="5628640" h="3956685">
                  <a:moveTo>
                    <a:pt x="156337" y="1246378"/>
                  </a:moveTo>
                  <a:lnTo>
                    <a:pt x="198246" y="1264666"/>
                  </a:lnTo>
                  <a:lnTo>
                    <a:pt x="204977" y="1265174"/>
                  </a:lnTo>
                  <a:lnTo>
                    <a:pt x="205994" y="1252474"/>
                  </a:lnTo>
                  <a:lnTo>
                    <a:pt x="199516" y="1252093"/>
                  </a:lnTo>
                  <a:lnTo>
                    <a:pt x="179577" y="1249934"/>
                  </a:lnTo>
                  <a:lnTo>
                    <a:pt x="160781" y="1247267"/>
                  </a:lnTo>
                  <a:lnTo>
                    <a:pt x="156337" y="1246378"/>
                  </a:lnTo>
                  <a:close/>
                </a:path>
                <a:path w="5628640" h="3956685">
                  <a:moveTo>
                    <a:pt x="243585" y="1254506"/>
                  </a:moveTo>
                  <a:lnTo>
                    <a:pt x="243458" y="1267206"/>
                  </a:lnTo>
                  <a:lnTo>
                    <a:pt x="267588" y="1267460"/>
                  </a:lnTo>
                  <a:lnTo>
                    <a:pt x="284691" y="1267206"/>
                  </a:lnTo>
                  <a:lnTo>
                    <a:pt x="294645" y="1267206"/>
                  </a:lnTo>
                  <a:lnTo>
                    <a:pt x="294147" y="1254760"/>
                  </a:lnTo>
                  <a:lnTo>
                    <a:pt x="267715" y="1254760"/>
                  </a:lnTo>
                  <a:lnTo>
                    <a:pt x="243585" y="1254506"/>
                  </a:lnTo>
                  <a:close/>
                </a:path>
                <a:path w="5628640" h="3956685">
                  <a:moveTo>
                    <a:pt x="294137" y="1254506"/>
                  </a:moveTo>
                  <a:lnTo>
                    <a:pt x="284649" y="1254506"/>
                  </a:lnTo>
                  <a:lnTo>
                    <a:pt x="267715" y="1254760"/>
                  </a:lnTo>
                  <a:lnTo>
                    <a:pt x="294147" y="1254760"/>
                  </a:lnTo>
                  <a:lnTo>
                    <a:pt x="294137" y="1254506"/>
                  </a:lnTo>
                  <a:close/>
                </a:path>
                <a:path w="5628640" h="3956685">
                  <a:moveTo>
                    <a:pt x="382397" y="1248791"/>
                  </a:moveTo>
                  <a:lnTo>
                    <a:pt x="377825" y="1249299"/>
                  </a:lnTo>
                  <a:lnTo>
                    <a:pt x="348106" y="1251585"/>
                  </a:lnTo>
                  <a:lnTo>
                    <a:pt x="331977" y="1252601"/>
                  </a:lnTo>
                  <a:lnTo>
                    <a:pt x="332679" y="1264285"/>
                  </a:lnTo>
                  <a:lnTo>
                    <a:pt x="332739" y="1265301"/>
                  </a:lnTo>
                  <a:lnTo>
                    <a:pt x="348995" y="1264285"/>
                  </a:lnTo>
                  <a:lnTo>
                    <a:pt x="383666" y="1261491"/>
                  </a:lnTo>
                  <a:lnTo>
                    <a:pt x="382447" y="1249299"/>
                  </a:lnTo>
                  <a:lnTo>
                    <a:pt x="382397" y="1248791"/>
                  </a:lnTo>
                  <a:close/>
                </a:path>
                <a:path w="5628640" h="3956685">
                  <a:moveTo>
                    <a:pt x="470407" y="1238377"/>
                  </a:moveTo>
                  <a:lnTo>
                    <a:pt x="441578" y="1242441"/>
                  </a:lnTo>
                  <a:lnTo>
                    <a:pt x="420242" y="1244854"/>
                  </a:lnTo>
                  <a:lnTo>
                    <a:pt x="421639" y="1257554"/>
                  </a:lnTo>
                  <a:lnTo>
                    <a:pt x="443102" y="1255014"/>
                  </a:lnTo>
                  <a:lnTo>
                    <a:pt x="472186" y="1250950"/>
                  </a:lnTo>
                  <a:lnTo>
                    <a:pt x="470407" y="1238377"/>
                  </a:lnTo>
                  <a:close/>
                </a:path>
                <a:path w="5628640" h="3956685">
                  <a:moveTo>
                    <a:pt x="557402" y="1222629"/>
                  </a:moveTo>
                  <a:lnTo>
                    <a:pt x="553847" y="1223391"/>
                  </a:lnTo>
                  <a:lnTo>
                    <a:pt x="513714" y="1231265"/>
                  </a:lnTo>
                  <a:lnTo>
                    <a:pt x="507873" y="1232281"/>
                  </a:lnTo>
                  <a:lnTo>
                    <a:pt x="510031" y="1244727"/>
                  </a:lnTo>
                  <a:lnTo>
                    <a:pt x="515874" y="1243711"/>
                  </a:lnTo>
                  <a:lnTo>
                    <a:pt x="556260" y="1235964"/>
                  </a:lnTo>
                  <a:lnTo>
                    <a:pt x="560197" y="1235075"/>
                  </a:lnTo>
                  <a:lnTo>
                    <a:pt x="557402" y="1222629"/>
                  </a:lnTo>
                  <a:close/>
                </a:path>
                <a:path w="5628640" h="3956685">
                  <a:moveTo>
                    <a:pt x="644016" y="1203198"/>
                  </a:moveTo>
                  <a:lnTo>
                    <a:pt x="641476" y="1203833"/>
                  </a:lnTo>
                  <a:lnTo>
                    <a:pt x="596518" y="1214247"/>
                  </a:lnTo>
                  <a:lnTo>
                    <a:pt x="594740" y="1214628"/>
                  </a:lnTo>
                  <a:lnTo>
                    <a:pt x="597326" y="1226693"/>
                  </a:lnTo>
                  <a:lnTo>
                    <a:pt x="597407" y="1227074"/>
                  </a:lnTo>
                  <a:lnTo>
                    <a:pt x="599186" y="1226693"/>
                  </a:lnTo>
                  <a:lnTo>
                    <a:pt x="647064" y="1215517"/>
                  </a:lnTo>
                  <a:lnTo>
                    <a:pt x="644016" y="1203198"/>
                  </a:lnTo>
                  <a:close/>
                </a:path>
                <a:path w="5628640" h="3956685">
                  <a:moveTo>
                    <a:pt x="730123" y="1181227"/>
                  </a:moveTo>
                  <a:lnTo>
                    <a:pt x="689101" y="1192022"/>
                  </a:lnTo>
                  <a:lnTo>
                    <a:pt x="680974" y="1194054"/>
                  </a:lnTo>
                  <a:lnTo>
                    <a:pt x="684022" y="1206373"/>
                  </a:lnTo>
                  <a:lnTo>
                    <a:pt x="692150" y="1204341"/>
                  </a:lnTo>
                  <a:lnTo>
                    <a:pt x="733298" y="1193546"/>
                  </a:lnTo>
                  <a:lnTo>
                    <a:pt x="730123" y="1181227"/>
                  </a:lnTo>
                  <a:close/>
                </a:path>
                <a:path w="5628640" h="3956685">
                  <a:moveTo>
                    <a:pt x="815720" y="1157732"/>
                  </a:moveTo>
                  <a:lnTo>
                    <a:pt x="766826" y="1171321"/>
                  </a:lnTo>
                  <a:lnTo>
                    <a:pt x="770127" y="1183513"/>
                  </a:lnTo>
                  <a:lnTo>
                    <a:pt x="819150" y="1169924"/>
                  </a:lnTo>
                  <a:lnTo>
                    <a:pt x="815720" y="1157732"/>
                  </a:lnTo>
                  <a:close/>
                </a:path>
                <a:path w="5628640" h="3956685">
                  <a:moveTo>
                    <a:pt x="900938" y="1132967"/>
                  </a:moveTo>
                  <a:lnTo>
                    <a:pt x="852297" y="1147318"/>
                  </a:lnTo>
                  <a:lnTo>
                    <a:pt x="855852" y="1159510"/>
                  </a:lnTo>
                  <a:lnTo>
                    <a:pt x="904620" y="1145159"/>
                  </a:lnTo>
                  <a:lnTo>
                    <a:pt x="900938" y="1132967"/>
                  </a:lnTo>
                  <a:close/>
                </a:path>
                <a:path w="5628640" h="3956685">
                  <a:moveTo>
                    <a:pt x="986027" y="1107313"/>
                  </a:moveTo>
                  <a:lnTo>
                    <a:pt x="937513" y="1122045"/>
                  </a:lnTo>
                  <a:lnTo>
                    <a:pt x="941069" y="1134237"/>
                  </a:lnTo>
                  <a:lnTo>
                    <a:pt x="989711" y="1119505"/>
                  </a:lnTo>
                  <a:lnTo>
                    <a:pt x="986027" y="1107313"/>
                  </a:lnTo>
                  <a:close/>
                </a:path>
                <a:path w="5628640" h="3956685">
                  <a:moveTo>
                    <a:pt x="1070864" y="1080897"/>
                  </a:moveTo>
                  <a:lnTo>
                    <a:pt x="1022350" y="1096137"/>
                  </a:lnTo>
                  <a:lnTo>
                    <a:pt x="1026160" y="1108202"/>
                  </a:lnTo>
                  <a:lnTo>
                    <a:pt x="1074674" y="1093089"/>
                  </a:lnTo>
                  <a:lnTo>
                    <a:pt x="1070864" y="1080897"/>
                  </a:lnTo>
                  <a:close/>
                </a:path>
                <a:path w="5628640" h="3956685">
                  <a:moveTo>
                    <a:pt x="1155573" y="1053973"/>
                  </a:moveTo>
                  <a:lnTo>
                    <a:pt x="1107186" y="1069467"/>
                  </a:lnTo>
                  <a:lnTo>
                    <a:pt x="1110995" y="1081532"/>
                  </a:lnTo>
                  <a:lnTo>
                    <a:pt x="1148968" y="1069467"/>
                  </a:lnTo>
                  <a:lnTo>
                    <a:pt x="1159382" y="1066038"/>
                  </a:lnTo>
                  <a:lnTo>
                    <a:pt x="1155573" y="1053973"/>
                  </a:lnTo>
                  <a:close/>
                </a:path>
                <a:path w="5628640" h="3956685">
                  <a:moveTo>
                    <a:pt x="1240027" y="1026413"/>
                  </a:moveTo>
                  <a:lnTo>
                    <a:pt x="1191767" y="1042162"/>
                  </a:lnTo>
                  <a:lnTo>
                    <a:pt x="1195704" y="1054227"/>
                  </a:lnTo>
                  <a:lnTo>
                    <a:pt x="1243964" y="1038479"/>
                  </a:lnTo>
                  <a:lnTo>
                    <a:pt x="1240027" y="1026413"/>
                  </a:lnTo>
                  <a:close/>
                </a:path>
                <a:path w="5628640" h="3956685">
                  <a:moveTo>
                    <a:pt x="1324355" y="998474"/>
                  </a:moveTo>
                  <a:lnTo>
                    <a:pt x="1276223" y="1014476"/>
                  </a:lnTo>
                  <a:lnTo>
                    <a:pt x="1280118" y="1026413"/>
                  </a:lnTo>
                  <a:lnTo>
                    <a:pt x="1280160" y="1026541"/>
                  </a:lnTo>
                  <a:lnTo>
                    <a:pt x="1280922" y="1026413"/>
                  </a:lnTo>
                  <a:lnTo>
                    <a:pt x="1328419" y="1010538"/>
                  </a:lnTo>
                  <a:lnTo>
                    <a:pt x="1324355" y="998474"/>
                  </a:lnTo>
                  <a:close/>
                </a:path>
                <a:path w="5628640" h="3956685">
                  <a:moveTo>
                    <a:pt x="1408684" y="970280"/>
                  </a:moveTo>
                  <a:lnTo>
                    <a:pt x="1360551" y="986409"/>
                  </a:lnTo>
                  <a:lnTo>
                    <a:pt x="1364488" y="998347"/>
                  </a:lnTo>
                  <a:lnTo>
                    <a:pt x="1412748" y="982218"/>
                  </a:lnTo>
                  <a:lnTo>
                    <a:pt x="1408684" y="970280"/>
                  </a:lnTo>
                  <a:close/>
                </a:path>
                <a:path w="5628640" h="3956685">
                  <a:moveTo>
                    <a:pt x="1492757" y="941705"/>
                  </a:moveTo>
                  <a:lnTo>
                    <a:pt x="1444752" y="957961"/>
                  </a:lnTo>
                  <a:lnTo>
                    <a:pt x="1448815" y="970026"/>
                  </a:lnTo>
                  <a:lnTo>
                    <a:pt x="1496949" y="953643"/>
                  </a:lnTo>
                  <a:lnTo>
                    <a:pt x="1492757" y="941705"/>
                  </a:lnTo>
                  <a:close/>
                </a:path>
                <a:path w="5628640" h="3956685">
                  <a:moveTo>
                    <a:pt x="1576959" y="913003"/>
                  </a:moveTo>
                  <a:lnTo>
                    <a:pt x="1528952" y="929386"/>
                  </a:lnTo>
                  <a:lnTo>
                    <a:pt x="1533016" y="941451"/>
                  </a:lnTo>
                  <a:lnTo>
                    <a:pt x="1581023" y="924941"/>
                  </a:lnTo>
                  <a:lnTo>
                    <a:pt x="1576959" y="913003"/>
                  </a:lnTo>
                  <a:close/>
                </a:path>
                <a:path w="5628640" h="3956685">
                  <a:moveTo>
                    <a:pt x="1661032" y="884047"/>
                  </a:moveTo>
                  <a:lnTo>
                    <a:pt x="1612900" y="900557"/>
                  </a:lnTo>
                  <a:lnTo>
                    <a:pt x="1617090" y="912622"/>
                  </a:lnTo>
                  <a:lnTo>
                    <a:pt x="1665097" y="895985"/>
                  </a:lnTo>
                  <a:lnTo>
                    <a:pt x="1661032" y="884047"/>
                  </a:lnTo>
                  <a:close/>
                </a:path>
                <a:path w="5628640" h="3956685">
                  <a:moveTo>
                    <a:pt x="1744979" y="854963"/>
                  </a:moveTo>
                  <a:lnTo>
                    <a:pt x="1696974" y="871601"/>
                  </a:lnTo>
                  <a:lnTo>
                    <a:pt x="1701164" y="883666"/>
                  </a:lnTo>
                  <a:lnTo>
                    <a:pt x="1749170" y="866901"/>
                  </a:lnTo>
                  <a:lnTo>
                    <a:pt x="1744979" y="854963"/>
                  </a:lnTo>
                  <a:close/>
                </a:path>
                <a:path w="5628640" h="3956685">
                  <a:moveTo>
                    <a:pt x="1828927" y="825754"/>
                  </a:moveTo>
                  <a:lnTo>
                    <a:pt x="1780920" y="842391"/>
                  </a:lnTo>
                  <a:lnTo>
                    <a:pt x="1785112" y="854456"/>
                  </a:lnTo>
                  <a:lnTo>
                    <a:pt x="1833117" y="837819"/>
                  </a:lnTo>
                  <a:lnTo>
                    <a:pt x="1828927" y="825754"/>
                  </a:lnTo>
                  <a:close/>
                </a:path>
                <a:path w="5628640" h="3956685">
                  <a:moveTo>
                    <a:pt x="1912874" y="796544"/>
                  </a:moveTo>
                  <a:lnTo>
                    <a:pt x="1864994" y="813308"/>
                  </a:lnTo>
                  <a:lnTo>
                    <a:pt x="1869186" y="825246"/>
                  </a:lnTo>
                  <a:lnTo>
                    <a:pt x="1917064" y="808482"/>
                  </a:lnTo>
                  <a:lnTo>
                    <a:pt x="1912874" y="796544"/>
                  </a:lnTo>
                  <a:close/>
                </a:path>
                <a:path w="5628640" h="3956685">
                  <a:moveTo>
                    <a:pt x="1996820" y="767207"/>
                  </a:moveTo>
                  <a:lnTo>
                    <a:pt x="1948814" y="783971"/>
                  </a:lnTo>
                  <a:lnTo>
                    <a:pt x="1953005" y="795909"/>
                  </a:lnTo>
                  <a:lnTo>
                    <a:pt x="2001012" y="779145"/>
                  </a:lnTo>
                  <a:lnTo>
                    <a:pt x="1996820" y="767207"/>
                  </a:lnTo>
                  <a:close/>
                </a:path>
                <a:path w="5628640" h="3956685">
                  <a:moveTo>
                    <a:pt x="2080640" y="737743"/>
                  </a:moveTo>
                  <a:lnTo>
                    <a:pt x="2032762" y="754507"/>
                  </a:lnTo>
                  <a:lnTo>
                    <a:pt x="2036952" y="766572"/>
                  </a:lnTo>
                  <a:lnTo>
                    <a:pt x="2084959" y="749681"/>
                  </a:lnTo>
                  <a:lnTo>
                    <a:pt x="2080640" y="737743"/>
                  </a:lnTo>
                  <a:close/>
                </a:path>
                <a:path w="5628640" h="3956685">
                  <a:moveTo>
                    <a:pt x="2164588" y="708279"/>
                  </a:moveTo>
                  <a:lnTo>
                    <a:pt x="2116581" y="725170"/>
                  </a:lnTo>
                  <a:lnTo>
                    <a:pt x="2120900" y="737108"/>
                  </a:lnTo>
                  <a:lnTo>
                    <a:pt x="2168779" y="720217"/>
                  </a:lnTo>
                  <a:lnTo>
                    <a:pt x="2164588" y="708279"/>
                  </a:lnTo>
                  <a:close/>
                </a:path>
                <a:path w="5628640" h="3956685">
                  <a:moveTo>
                    <a:pt x="2248535" y="678942"/>
                  </a:moveTo>
                  <a:lnTo>
                    <a:pt x="2200529" y="695706"/>
                  </a:lnTo>
                  <a:lnTo>
                    <a:pt x="2204719" y="707644"/>
                  </a:lnTo>
                  <a:lnTo>
                    <a:pt x="2252726" y="690880"/>
                  </a:lnTo>
                  <a:lnTo>
                    <a:pt x="2248535" y="678942"/>
                  </a:lnTo>
                  <a:close/>
                </a:path>
                <a:path w="5628640" h="3956685">
                  <a:moveTo>
                    <a:pt x="2332354" y="649478"/>
                  </a:moveTo>
                  <a:lnTo>
                    <a:pt x="2284476" y="666242"/>
                  </a:lnTo>
                  <a:lnTo>
                    <a:pt x="2288666" y="678307"/>
                  </a:lnTo>
                  <a:lnTo>
                    <a:pt x="2336545" y="661416"/>
                  </a:lnTo>
                  <a:lnTo>
                    <a:pt x="2332354" y="649478"/>
                  </a:lnTo>
                  <a:close/>
                </a:path>
                <a:path w="5628640" h="3956685">
                  <a:moveTo>
                    <a:pt x="2416302" y="620141"/>
                  </a:moveTo>
                  <a:lnTo>
                    <a:pt x="2368295" y="636905"/>
                  </a:lnTo>
                  <a:lnTo>
                    <a:pt x="2372487" y="648970"/>
                  </a:lnTo>
                  <a:lnTo>
                    <a:pt x="2420492" y="632206"/>
                  </a:lnTo>
                  <a:lnTo>
                    <a:pt x="2416302" y="620141"/>
                  </a:lnTo>
                  <a:close/>
                </a:path>
                <a:path w="5628640" h="3956685">
                  <a:moveTo>
                    <a:pt x="2500249" y="590931"/>
                  </a:moveTo>
                  <a:lnTo>
                    <a:pt x="2452242" y="607568"/>
                  </a:lnTo>
                  <a:lnTo>
                    <a:pt x="2456434" y="619633"/>
                  </a:lnTo>
                  <a:lnTo>
                    <a:pt x="2504440" y="602869"/>
                  </a:lnTo>
                  <a:lnTo>
                    <a:pt x="2500249" y="590931"/>
                  </a:lnTo>
                  <a:close/>
                </a:path>
                <a:path w="5628640" h="3956685">
                  <a:moveTo>
                    <a:pt x="2584323" y="561848"/>
                  </a:moveTo>
                  <a:lnTo>
                    <a:pt x="2536316" y="578485"/>
                  </a:lnTo>
                  <a:lnTo>
                    <a:pt x="2540380" y="590423"/>
                  </a:lnTo>
                  <a:lnTo>
                    <a:pt x="2588387" y="573786"/>
                  </a:lnTo>
                  <a:lnTo>
                    <a:pt x="2584323" y="561848"/>
                  </a:lnTo>
                  <a:close/>
                </a:path>
                <a:path w="5628640" h="3956685">
                  <a:moveTo>
                    <a:pt x="2668269" y="532765"/>
                  </a:moveTo>
                  <a:lnTo>
                    <a:pt x="2620264" y="549401"/>
                  </a:lnTo>
                  <a:lnTo>
                    <a:pt x="2624454" y="561340"/>
                  </a:lnTo>
                  <a:lnTo>
                    <a:pt x="2672461" y="544830"/>
                  </a:lnTo>
                  <a:lnTo>
                    <a:pt x="2668269" y="532765"/>
                  </a:lnTo>
                  <a:close/>
                </a:path>
                <a:path w="5628640" h="3956685">
                  <a:moveTo>
                    <a:pt x="2752343" y="503682"/>
                  </a:moveTo>
                  <a:lnTo>
                    <a:pt x="2704338" y="520319"/>
                  </a:lnTo>
                  <a:lnTo>
                    <a:pt x="2708402" y="532257"/>
                  </a:lnTo>
                  <a:lnTo>
                    <a:pt x="2756407" y="515747"/>
                  </a:lnTo>
                  <a:lnTo>
                    <a:pt x="2752343" y="503682"/>
                  </a:lnTo>
                  <a:close/>
                </a:path>
                <a:path w="5628640" h="3956685">
                  <a:moveTo>
                    <a:pt x="2836417" y="474853"/>
                  </a:moveTo>
                  <a:lnTo>
                    <a:pt x="2788285" y="491236"/>
                  </a:lnTo>
                  <a:lnTo>
                    <a:pt x="2792476" y="503300"/>
                  </a:lnTo>
                  <a:lnTo>
                    <a:pt x="2807969" y="497840"/>
                  </a:lnTo>
                  <a:lnTo>
                    <a:pt x="2840481" y="486791"/>
                  </a:lnTo>
                  <a:lnTo>
                    <a:pt x="2836417" y="474853"/>
                  </a:lnTo>
                  <a:close/>
                </a:path>
                <a:path w="5628640" h="3956685">
                  <a:moveTo>
                    <a:pt x="2920618" y="446150"/>
                  </a:moveTo>
                  <a:lnTo>
                    <a:pt x="2872486" y="462534"/>
                  </a:lnTo>
                  <a:lnTo>
                    <a:pt x="2876550" y="474599"/>
                  </a:lnTo>
                  <a:lnTo>
                    <a:pt x="2924682" y="458216"/>
                  </a:lnTo>
                  <a:lnTo>
                    <a:pt x="2920618" y="446150"/>
                  </a:lnTo>
                  <a:close/>
                </a:path>
                <a:path w="5628640" h="3956685">
                  <a:moveTo>
                    <a:pt x="3004819" y="417703"/>
                  </a:moveTo>
                  <a:lnTo>
                    <a:pt x="2962402" y="431926"/>
                  </a:lnTo>
                  <a:lnTo>
                    <a:pt x="2956687" y="433959"/>
                  </a:lnTo>
                  <a:lnTo>
                    <a:pt x="2960751" y="445897"/>
                  </a:lnTo>
                  <a:lnTo>
                    <a:pt x="2966592" y="443992"/>
                  </a:lnTo>
                  <a:lnTo>
                    <a:pt x="3008884" y="429768"/>
                  </a:lnTo>
                  <a:lnTo>
                    <a:pt x="3004819" y="417703"/>
                  </a:lnTo>
                  <a:close/>
                </a:path>
                <a:path w="5628640" h="3956685">
                  <a:moveTo>
                    <a:pt x="3089148" y="389509"/>
                  </a:moveTo>
                  <a:lnTo>
                    <a:pt x="3041015" y="405638"/>
                  </a:lnTo>
                  <a:lnTo>
                    <a:pt x="3044952" y="417703"/>
                  </a:lnTo>
                  <a:lnTo>
                    <a:pt x="3093212" y="401574"/>
                  </a:lnTo>
                  <a:lnTo>
                    <a:pt x="3089148" y="389509"/>
                  </a:lnTo>
                  <a:close/>
                </a:path>
                <a:path w="5628640" h="3956685">
                  <a:moveTo>
                    <a:pt x="3173603" y="361569"/>
                  </a:moveTo>
                  <a:lnTo>
                    <a:pt x="3125342" y="377444"/>
                  </a:lnTo>
                  <a:lnTo>
                    <a:pt x="3129279" y="389509"/>
                  </a:lnTo>
                  <a:lnTo>
                    <a:pt x="3177540" y="373634"/>
                  </a:lnTo>
                  <a:lnTo>
                    <a:pt x="3173603" y="361569"/>
                  </a:lnTo>
                  <a:close/>
                </a:path>
                <a:path w="5628640" h="3956685">
                  <a:moveTo>
                    <a:pt x="3258057" y="333883"/>
                  </a:moveTo>
                  <a:lnTo>
                    <a:pt x="3209798" y="349758"/>
                  </a:lnTo>
                  <a:lnTo>
                    <a:pt x="3213735" y="361823"/>
                  </a:lnTo>
                  <a:lnTo>
                    <a:pt x="3261994" y="345948"/>
                  </a:lnTo>
                  <a:lnTo>
                    <a:pt x="3258057" y="333883"/>
                  </a:lnTo>
                  <a:close/>
                </a:path>
                <a:path w="5628640" h="3956685">
                  <a:moveTo>
                    <a:pt x="3342766" y="306578"/>
                  </a:moveTo>
                  <a:lnTo>
                    <a:pt x="3294379" y="322072"/>
                  </a:lnTo>
                  <a:lnTo>
                    <a:pt x="3298190" y="334263"/>
                  </a:lnTo>
                  <a:lnTo>
                    <a:pt x="3346577" y="318643"/>
                  </a:lnTo>
                  <a:lnTo>
                    <a:pt x="3342766" y="306578"/>
                  </a:lnTo>
                  <a:close/>
                </a:path>
                <a:path w="5628640" h="3956685">
                  <a:moveTo>
                    <a:pt x="3427476" y="279526"/>
                  </a:moveTo>
                  <a:lnTo>
                    <a:pt x="3425443" y="280035"/>
                  </a:lnTo>
                  <a:lnTo>
                    <a:pt x="3378962" y="295021"/>
                  </a:lnTo>
                  <a:lnTo>
                    <a:pt x="3382899" y="307086"/>
                  </a:lnTo>
                  <a:lnTo>
                    <a:pt x="3429380" y="292226"/>
                  </a:lnTo>
                  <a:lnTo>
                    <a:pt x="3431159" y="291592"/>
                  </a:lnTo>
                  <a:lnTo>
                    <a:pt x="3427476" y="279526"/>
                  </a:lnTo>
                  <a:close/>
                </a:path>
                <a:path w="5628640" h="3956685">
                  <a:moveTo>
                    <a:pt x="3512312" y="253111"/>
                  </a:moveTo>
                  <a:lnTo>
                    <a:pt x="3463798" y="268097"/>
                  </a:lnTo>
                  <a:lnTo>
                    <a:pt x="3467607" y="280288"/>
                  </a:lnTo>
                  <a:lnTo>
                    <a:pt x="3516121" y="265175"/>
                  </a:lnTo>
                  <a:lnTo>
                    <a:pt x="3512312" y="253111"/>
                  </a:lnTo>
                  <a:close/>
                </a:path>
                <a:path w="5628640" h="3956685">
                  <a:moveTo>
                    <a:pt x="3597274" y="226822"/>
                  </a:moveTo>
                  <a:lnTo>
                    <a:pt x="3548634" y="241681"/>
                  </a:lnTo>
                  <a:lnTo>
                    <a:pt x="3552443" y="253873"/>
                  </a:lnTo>
                  <a:lnTo>
                    <a:pt x="3577082" y="246125"/>
                  </a:lnTo>
                  <a:lnTo>
                    <a:pt x="3600958" y="239013"/>
                  </a:lnTo>
                  <a:lnTo>
                    <a:pt x="3597274" y="226822"/>
                  </a:lnTo>
                  <a:close/>
                </a:path>
                <a:path w="5628640" h="3956685">
                  <a:moveTo>
                    <a:pt x="3682491" y="201295"/>
                  </a:moveTo>
                  <a:lnTo>
                    <a:pt x="3633850" y="215900"/>
                  </a:lnTo>
                  <a:lnTo>
                    <a:pt x="3637534" y="228092"/>
                  </a:lnTo>
                  <a:lnTo>
                    <a:pt x="3686174" y="213487"/>
                  </a:lnTo>
                  <a:lnTo>
                    <a:pt x="3682491" y="201295"/>
                  </a:lnTo>
                  <a:close/>
                </a:path>
                <a:path w="5628640" h="3956685">
                  <a:moveTo>
                    <a:pt x="3767836" y="176403"/>
                  </a:moveTo>
                  <a:lnTo>
                    <a:pt x="3719067" y="190373"/>
                  </a:lnTo>
                  <a:lnTo>
                    <a:pt x="3722623" y="202565"/>
                  </a:lnTo>
                  <a:lnTo>
                    <a:pt x="3771391" y="188595"/>
                  </a:lnTo>
                  <a:lnTo>
                    <a:pt x="3767836" y="176403"/>
                  </a:lnTo>
                  <a:close/>
                </a:path>
                <a:path w="5628640" h="3956685">
                  <a:moveTo>
                    <a:pt x="3853307" y="151892"/>
                  </a:moveTo>
                  <a:lnTo>
                    <a:pt x="3804539" y="165862"/>
                  </a:lnTo>
                  <a:lnTo>
                    <a:pt x="3807967" y="178054"/>
                  </a:lnTo>
                  <a:lnTo>
                    <a:pt x="3856863" y="164084"/>
                  </a:lnTo>
                  <a:lnTo>
                    <a:pt x="3853307" y="151892"/>
                  </a:lnTo>
                  <a:close/>
                </a:path>
                <a:path w="5628640" h="3956685">
                  <a:moveTo>
                    <a:pt x="3939159" y="128270"/>
                  </a:moveTo>
                  <a:lnTo>
                    <a:pt x="3890137" y="141732"/>
                  </a:lnTo>
                  <a:lnTo>
                    <a:pt x="3893566" y="153924"/>
                  </a:lnTo>
                  <a:lnTo>
                    <a:pt x="3942461" y="140588"/>
                  </a:lnTo>
                  <a:lnTo>
                    <a:pt x="3939159" y="128270"/>
                  </a:lnTo>
                  <a:close/>
                </a:path>
                <a:path w="5628640" h="3956685">
                  <a:moveTo>
                    <a:pt x="4025265" y="105791"/>
                  </a:moveTo>
                  <a:lnTo>
                    <a:pt x="3988308" y="115188"/>
                  </a:lnTo>
                  <a:lnTo>
                    <a:pt x="3975989" y="118491"/>
                  </a:lnTo>
                  <a:lnTo>
                    <a:pt x="3979291" y="130810"/>
                  </a:lnTo>
                  <a:lnTo>
                    <a:pt x="3991610" y="127508"/>
                  </a:lnTo>
                  <a:lnTo>
                    <a:pt x="4028440" y="118110"/>
                  </a:lnTo>
                  <a:lnTo>
                    <a:pt x="4025265" y="105791"/>
                  </a:lnTo>
                  <a:close/>
                </a:path>
                <a:path w="5628640" h="3956685">
                  <a:moveTo>
                    <a:pt x="4111497" y="84200"/>
                  </a:moveTo>
                  <a:lnTo>
                    <a:pt x="4061708" y="96520"/>
                  </a:lnTo>
                  <a:lnTo>
                    <a:pt x="4062253" y="96520"/>
                  </a:lnTo>
                  <a:lnTo>
                    <a:pt x="4065269" y="108712"/>
                  </a:lnTo>
                  <a:lnTo>
                    <a:pt x="4114545" y="96520"/>
                  </a:lnTo>
                  <a:lnTo>
                    <a:pt x="4111497" y="84200"/>
                  </a:lnTo>
                  <a:close/>
                </a:path>
                <a:path w="5628640" h="3956685">
                  <a:moveTo>
                    <a:pt x="4198239" y="64135"/>
                  </a:moveTo>
                  <a:lnTo>
                    <a:pt x="4148709" y="75437"/>
                  </a:lnTo>
                  <a:lnTo>
                    <a:pt x="4151630" y="87757"/>
                  </a:lnTo>
                  <a:lnTo>
                    <a:pt x="4201033" y="76454"/>
                  </a:lnTo>
                  <a:lnTo>
                    <a:pt x="4198239" y="64135"/>
                  </a:lnTo>
                  <a:close/>
                </a:path>
                <a:path w="5628640" h="3956685">
                  <a:moveTo>
                    <a:pt x="4285361" y="45466"/>
                  </a:moveTo>
                  <a:lnTo>
                    <a:pt x="4235576" y="55753"/>
                  </a:lnTo>
                  <a:lnTo>
                    <a:pt x="4238117" y="68199"/>
                  </a:lnTo>
                  <a:lnTo>
                    <a:pt x="4287900" y="57912"/>
                  </a:lnTo>
                  <a:lnTo>
                    <a:pt x="4285361" y="45466"/>
                  </a:lnTo>
                  <a:close/>
                </a:path>
                <a:path w="5628640" h="3956685">
                  <a:moveTo>
                    <a:pt x="4372864" y="29083"/>
                  </a:moveTo>
                  <a:lnTo>
                    <a:pt x="4345940" y="33782"/>
                  </a:lnTo>
                  <a:lnTo>
                    <a:pt x="4322825" y="38226"/>
                  </a:lnTo>
                  <a:lnTo>
                    <a:pt x="4325239" y="50673"/>
                  </a:lnTo>
                  <a:lnTo>
                    <a:pt x="4348353" y="46228"/>
                  </a:lnTo>
                  <a:lnTo>
                    <a:pt x="4375022" y="41529"/>
                  </a:lnTo>
                  <a:lnTo>
                    <a:pt x="4372864" y="29083"/>
                  </a:lnTo>
                  <a:close/>
                </a:path>
                <a:path w="5628640" h="3956685">
                  <a:moveTo>
                    <a:pt x="4461001" y="15112"/>
                  </a:moveTo>
                  <a:lnTo>
                    <a:pt x="4449318" y="16637"/>
                  </a:lnTo>
                  <a:lnTo>
                    <a:pt x="4410583" y="22733"/>
                  </a:lnTo>
                  <a:lnTo>
                    <a:pt x="4412488" y="35179"/>
                  </a:lnTo>
                  <a:lnTo>
                    <a:pt x="4451222" y="29210"/>
                  </a:lnTo>
                  <a:lnTo>
                    <a:pt x="4462653" y="27686"/>
                  </a:lnTo>
                  <a:lnTo>
                    <a:pt x="4461001" y="15112"/>
                  </a:lnTo>
                  <a:close/>
                </a:path>
                <a:path w="5628640" h="3956685">
                  <a:moveTo>
                    <a:pt x="4549647" y="4953"/>
                  </a:moveTo>
                  <a:lnTo>
                    <a:pt x="4543679" y="5461"/>
                  </a:lnTo>
                  <a:lnTo>
                    <a:pt x="4498847" y="10160"/>
                  </a:lnTo>
                  <a:lnTo>
                    <a:pt x="4500245" y="22733"/>
                  </a:lnTo>
                  <a:lnTo>
                    <a:pt x="4544948" y="18034"/>
                  </a:lnTo>
                  <a:lnTo>
                    <a:pt x="4550537" y="17653"/>
                  </a:lnTo>
                  <a:lnTo>
                    <a:pt x="4549683" y="5461"/>
                  </a:lnTo>
                  <a:lnTo>
                    <a:pt x="4549647" y="4953"/>
                  </a:lnTo>
                  <a:close/>
                </a:path>
                <a:path w="5628640" h="3956685">
                  <a:moveTo>
                    <a:pt x="4638801" y="126"/>
                  </a:moveTo>
                  <a:lnTo>
                    <a:pt x="4628388" y="254"/>
                  </a:lnTo>
                  <a:lnTo>
                    <a:pt x="4587747" y="2032"/>
                  </a:lnTo>
                  <a:lnTo>
                    <a:pt x="4588287" y="12826"/>
                  </a:lnTo>
                  <a:lnTo>
                    <a:pt x="4588383" y="14732"/>
                  </a:lnTo>
                  <a:lnTo>
                    <a:pt x="4628895" y="12954"/>
                  </a:lnTo>
                  <a:lnTo>
                    <a:pt x="4638929" y="12826"/>
                  </a:lnTo>
                  <a:lnTo>
                    <a:pt x="4638803" y="254"/>
                  </a:lnTo>
                  <a:lnTo>
                    <a:pt x="4638801" y="126"/>
                  </a:lnTo>
                  <a:close/>
                </a:path>
                <a:path w="5628640" h="3956685">
                  <a:moveTo>
                    <a:pt x="4677029" y="0"/>
                  </a:moveTo>
                  <a:lnTo>
                    <a:pt x="4676774" y="12700"/>
                  </a:lnTo>
                  <a:lnTo>
                    <a:pt x="4704969" y="13335"/>
                  </a:lnTo>
                  <a:lnTo>
                    <a:pt x="4727320" y="14605"/>
                  </a:lnTo>
                  <a:lnTo>
                    <a:pt x="4728083" y="1905"/>
                  </a:lnTo>
                  <a:lnTo>
                    <a:pt x="4705222" y="762"/>
                  </a:lnTo>
                  <a:lnTo>
                    <a:pt x="4677029" y="0"/>
                  </a:lnTo>
                  <a:close/>
                </a:path>
                <a:path w="5628640" h="3956685">
                  <a:moveTo>
                    <a:pt x="4766310" y="4953"/>
                  </a:moveTo>
                  <a:lnTo>
                    <a:pt x="4765040" y="17653"/>
                  </a:lnTo>
                  <a:lnTo>
                    <a:pt x="4775708" y="18669"/>
                  </a:lnTo>
                  <a:lnTo>
                    <a:pt x="4809109" y="22860"/>
                  </a:lnTo>
                  <a:lnTo>
                    <a:pt x="4815078" y="23875"/>
                  </a:lnTo>
                  <a:lnTo>
                    <a:pt x="4817110" y="11303"/>
                  </a:lnTo>
                  <a:lnTo>
                    <a:pt x="4810760" y="10287"/>
                  </a:lnTo>
                  <a:lnTo>
                    <a:pt x="4776850" y="5969"/>
                  </a:lnTo>
                  <a:lnTo>
                    <a:pt x="4766310" y="4953"/>
                  </a:lnTo>
                  <a:close/>
                </a:path>
                <a:path w="5628640" h="3956685">
                  <a:moveTo>
                    <a:pt x="4854829" y="18034"/>
                  </a:moveTo>
                  <a:lnTo>
                    <a:pt x="4852289" y="30480"/>
                  </a:lnTo>
                  <a:lnTo>
                    <a:pt x="4872355" y="34544"/>
                  </a:lnTo>
                  <a:lnTo>
                    <a:pt x="4901565" y="41783"/>
                  </a:lnTo>
                  <a:lnTo>
                    <a:pt x="4904613" y="29463"/>
                  </a:lnTo>
                  <a:lnTo>
                    <a:pt x="4874895" y="22225"/>
                  </a:lnTo>
                  <a:lnTo>
                    <a:pt x="4854829" y="18034"/>
                  </a:lnTo>
                  <a:close/>
                </a:path>
                <a:path w="5628640" h="3956685">
                  <a:moveTo>
                    <a:pt x="4941570" y="40640"/>
                  </a:moveTo>
                  <a:lnTo>
                    <a:pt x="4937506" y="52705"/>
                  </a:lnTo>
                  <a:lnTo>
                    <a:pt x="4958207" y="59690"/>
                  </a:lnTo>
                  <a:lnTo>
                    <a:pt x="4984622" y="69976"/>
                  </a:lnTo>
                  <a:lnTo>
                    <a:pt x="4989703" y="58420"/>
                  </a:lnTo>
                  <a:lnTo>
                    <a:pt x="4989195" y="58166"/>
                  </a:lnTo>
                  <a:lnTo>
                    <a:pt x="4962270" y="47751"/>
                  </a:lnTo>
                  <a:lnTo>
                    <a:pt x="4941570" y="40640"/>
                  </a:lnTo>
                  <a:close/>
                </a:path>
                <a:path w="5628640" h="3956685">
                  <a:moveTo>
                    <a:pt x="5024628" y="74295"/>
                  </a:moveTo>
                  <a:lnTo>
                    <a:pt x="5019040" y="85725"/>
                  </a:lnTo>
                  <a:lnTo>
                    <a:pt x="5034280" y="93091"/>
                  </a:lnTo>
                  <a:lnTo>
                    <a:pt x="5057394" y="105918"/>
                  </a:lnTo>
                  <a:lnTo>
                    <a:pt x="5063236" y="109474"/>
                  </a:lnTo>
                  <a:lnTo>
                    <a:pt x="5069840" y="98679"/>
                  </a:lnTo>
                  <a:lnTo>
                    <a:pt x="5063490" y="94869"/>
                  </a:lnTo>
                  <a:lnTo>
                    <a:pt x="5039868" y="81787"/>
                  </a:lnTo>
                  <a:lnTo>
                    <a:pt x="5024628" y="74295"/>
                  </a:lnTo>
                  <a:close/>
                </a:path>
                <a:path w="5628640" h="3956685">
                  <a:moveTo>
                    <a:pt x="5102097" y="119380"/>
                  </a:moveTo>
                  <a:lnTo>
                    <a:pt x="5094986" y="129921"/>
                  </a:lnTo>
                  <a:lnTo>
                    <a:pt x="5100955" y="133985"/>
                  </a:lnTo>
                  <a:lnTo>
                    <a:pt x="5121274" y="148971"/>
                  </a:lnTo>
                  <a:lnTo>
                    <a:pt x="5135118" y="160274"/>
                  </a:lnTo>
                  <a:lnTo>
                    <a:pt x="5143119" y="150495"/>
                  </a:lnTo>
                  <a:lnTo>
                    <a:pt x="5128768" y="138811"/>
                  </a:lnTo>
                  <a:lnTo>
                    <a:pt x="5108067" y="123444"/>
                  </a:lnTo>
                  <a:lnTo>
                    <a:pt x="5102097" y="119380"/>
                  </a:lnTo>
                  <a:close/>
                </a:path>
                <a:path w="5628640" h="3956685">
                  <a:moveTo>
                    <a:pt x="5171947" y="176022"/>
                  </a:moveTo>
                  <a:lnTo>
                    <a:pt x="5163185" y="185166"/>
                  </a:lnTo>
                  <a:lnTo>
                    <a:pt x="5176900" y="198500"/>
                  </a:lnTo>
                  <a:lnTo>
                    <a:pt x="5193792" y="216154"/>
                  </a:lnTo>
                  <a:lnTo>
                    <a:pt x="5198110" y="221234"/>
                  </a:lnTo>
                  <a:lnTo>
                    <a:pt x="5207762" y="212851"/>
                  </a:lnTo>
                  <a:lnTo>
                    <a:pt x="5202936" y="207518"/>
                  </a:lnTo>
                  <a:lnTo>
                    <a:pt x="5185791" y="189357"/>
                  </a:lnTo>
                  <a:lnTo>
                    <a:pt x="5171947" y="176022"/>
                  </a:lnTo>
                  <a:close/>
                </a:path>
                <a:path w="5628640" h="3956685">
                  <a:moveTo>
                    <a:pt x="5232399" y="242188"/>
                  </a:moveTo>
                  <a:lnTo>
                    <a:pt x="5222494" y="250190"/>
                  </a:lnTo>
                  <a:lnTo>
                    <a:pt x="5225034" y="253492"/>
                  </a:lnTo>
                  <a:lnTo>
                    <a:pt x="5239639" y="272923"/>
                  </a:lnTo>
                  <a:lnTo>
                    <a:pt x="5252085" y="290957"/>
                  </a:lnTo>
                  <a:lnTo>
                    <a:pt x="5262498" y="283718"/>
                  </a:lnTo>
                  <a:lnTo>
                    <a:pt x="5249798" y="265303"/>
                  </a:lnTo>
                  <a:lnTo>
                    <a:pt x="5234940" y="245491"/>
                  </a:lnTo>
                  <a:lnTo>
                    <a:pt x="5232399" y="242188"/>
                  </a:lnTo>
                  <a:close/>
                </a:path>
                <a:path w="5628640" h="3956685">
                  <a:moveTo>
                    <a:pt x="5283199" y="316230"/>
                  </a:moveTo>
                  <a:lnTo>
                    <a:pt x="5272278" y="322707"/>
                  </a:lnTo>
                  <a:lnTo>
                    <a:pt x="5279009" y="334010"/>
                  </a:lnTo>
                  <a:lnTo>
                    <a:pt x="5290693" y="355092"/>
                  </a:lnTo>
                  <a:lnTo>
                    <a:pt x="5296789" y="366775"/>
                  </a:lnTo>
                  <a:lnTo>
                    <a:pt x="5307965" y="360934"/>
                  </a:lnTo>
                  <a:lnTo>
                    <a:pt x="5301742" y="348996"/>
                  </a:lnTo>
                  <a:lnTo>
                    <a:pt x="5289804" y="327406"/>
                  </a:lnTo>
                  <a:lnTo>
                    <a:pt x="5283199" y="316230"/>
                  </a:lnTo>
                  <a:close/>
                </a:path>
                <a:path w="5628640" h="3956685">
                  <a:moveTo>
                    <a:pt x="5324856" y="395478"/>
                  </a:moveTo>
                  <a:lnTo>
                    <a:pt x="5313298" y="400685"/>
                  </a:lnTo>
                  <a:lnTo>
                    <a:pt x="5322443" y="420878"/>
                  </a:lnTo>
                  <a:lnTo>
                    <a:pt x="5331841" y="443357"/>
                  </a:lnTo>
                  <a:lnTo>
                    <a:pt x="5333238" y="447040"/>
                  </a:lnTo>
                  <a:lnTo>
                    <a:pt x="5345175" y="442468"/>
                  </a:lnTo>
                  <a:lnTo>
                    <a:pt x="5343651" y="438404"/>
                  </a:lnTo>
                  <a:lnTo>
                    <a:pt x="5333999" y="415671"/>
                  </a:lnTo>
                  <a:lnTo>
                    <a:pt x="5324856" y="395478"/>
                  </a:lnTo>
                  <a:close/>
                </a:path>
                <a:path w="5628640" h="3956685">
                  <a:moveTo>
                    <a:pt x="5358638" y="478155"/>
                  </a:moveTo>
                  <a:lnTo>
                    <a:pt x="5346699" y="482600"/>
                  </a:lnTo>
                  <a:lnTo>
                    <a:pt x="5349240" y="489204"/>
                  </a:lnTo>
                  <a:lnTo>
                    <a:pt x="5362956" y="530479"/>
                  </a:lnTo>
                  <a:lnTo>
                    <a:pt x="5375020" y="526542"/>
                  </a:lnTo>
                  <a:lnTo>
                    <a:pt x="5361050" y="484632"/>
                  </a:lnTo>
                  <a:lnTo>
                    <a:pt x="5358638" y="478155"/>
                  </a:lnTo>
                  <a:close/>
                </a:path>
                <a:path w="5628640" h="3956685">
                  <a:moveTo>
                    <a:pt x="5386070" y="563118"/>
                  </a:moveTo>
                  <a:lnTo>
                    <a:pt x="5373878" y="566801"/>
                  </a:lnTo>
                  <a:lnTo>
                    <a:pt x="5378576" y="582676"/>
                  </a:lnTo>
                  <a:lnTo>
                    <a:pt x="5387086" y="615569"/>
                  </a:lnTo>
                  <a:lnTo>
                    <a:pt x="5399405" y="612394"/>
                  </a:lnTo>
                  <a:lnTo>
                    <a:pt x="5390642" y="578993"/>
                  </a:lnTo>
                  <a:lnTo>
                    <a:pt x="5386070" y="563118"/>
                  </a:lnTo>
                  <a:close/>
                </a:path>
                <a:path w="5628640" h="3956685">
                  <a:moveTo>
                    <a:pt x="5408548" y="649478"/>
                  </a:moveTo>
                  <a:lnTo>
                    <a:pt x="5396103" y="652399"/>
                  </a:lnTo>
                  <a:lnTo>
                    <a:pt x="5401945" y="677037"/>
                  </a:lnTo>
                  <a:lnTo>
                    <a:pt x="5407279" y="701929"/>
                  </a:lnTo>
                  <a:lnTo>
                    <a:pt x="5419724" y="699262"/>
                  </a:lnTo>
                  <a:lnTo>
                    <a:pt x="5414264" y="674116"/>
                  </a:lnTo>
                  <a:lnTo>
                    <a:pt x="5408548" y="649478"/>
                  </a:lnTo>
                  <a:close/>
                </a:path>
                <a:path w="5628640" h="3956685">
                  <a:moveTo>
                    <a:pt x="5427471" y="736600"/>
                  </a:moveTo>
                  <a:lnTo>
                    <a:pt x="5415025" y="739140"/>
                  </a:lnTo>
                  <a:lnTo>
                    <a:pt x="5421248" y="770509"/>
                  </a:lnTo>
                  <a:lnTo>
                    <a:pt x="5424678" y="788924"/>
                  </a:lnTo>
                  <a:lnTo>
                    <a:pt x="5437250" y="786511"/>
                  </a:lnTo>
                  <a:lnTo>
                    <a:pt x="5433695" y="768096"/>
                  </a:lnTo>
                  <a:lnTo>
                    <a:pt x="5427471" y="736600"/>
                  </a:lnTo>
                  <a:close/>
                </a:path>
                <a:path w="5628640" h="3956685">
                  <a:moveTo>
                    <a:pt x="5444236" y="823976"/>
                  </a:moveTo>
                  <a:lnTo>
                    <a:pt x="5431790" y="826262"/>
                  </a:lnTo>
                  <a:lnTo>
                    <a:pt x="5438140" y="860933"/>
                  </a:lnTo>
                  <a:lnTo>
                    <a:pt x="5440934" y="876300"/>
                  </a:lnTo>
                  <a:lnTo>
                    <a:pt x="5453380" y="874013"/>
                  </a:lnTo>
                  <a:lnTo>
                    <a:pt x="5450586" y="858647"/>
                  </a:lnTo>
                  <a:lnTo>
                    <a:pt x="5444236" y="823976"/>
                  </a:lnTo>
                  <a:close/>
                </a:path>
                <a:path w="5628640" h="3956685">
                  <a:moveTo>
                    <a:pt x="5460365" y="911351"/>
                  </a:moveTo>
                  <a:lnTo>
                    <a:pt x="5447919" y="913765"/>
                  </a:lnTo>
                  <a:lnTo>
                    <a:pt x="5454142" y="946404"/>
                  </a:lnTo>
                  <a:lnTo>
                    <a:pt x="5457697" y="963676"/>
                  </a:lnTo>
                  <a:lnTo>
                    <a:pt x="5470017" y="961136"/>
                  </a:lnTo>
                  <a:lnTo>
                    <a:pt x="5466588" y="943991"/>
                  </a:lnTo>
                  <a:lnTo>
                    <a:pt x="5460365" y="911351"/>
                  </a:lnTo>
                  <a:close/>
                </a:path>
                <a:path w="5628640" h="3956685">
                  <a:moveTo>
                    <a:pt x="5477891" y="998347"/>
                  </a:moveTo>
                  <a:lnTo>
                    <a:pt x="5465571" y="1001141"/>
                  </a:lnTo>
                  <a:lnTo>
                    <a:pt x="5466588" y="1005967"/>
                  </a:lnTo>
                  <a:lnTo>
                    <a:pt x="5471033" y="1024763"/>
                  </a:lnTo>
                  <a:lnTo>
                    <a:pt x="5475478" y="1043051"/>
                  </a:lnTo>
                  <a:lnTo>
                    <a:pt x="5477637" y="1050798"/>
                  </a:lnTo>
                  <a:lnTo>
                    <a:pt x="5489829" y="1047369"/>
                  </a:lnTo>
                  <a:lnTo>
                    <a:pt x="5487796" y="1040003"/>
                  </a:lnTo>
                  <a:lnTo>
                    <a:pt x="5483351" y="1021969"/>
                  </a:lnTo>
                  <a:lnTo>
                    <a:pt x="5479034" y="1003173"/>
                  </a:lnTo>
                  <a:lnTo>
                    <a:pt x="5477891" y="998347"/>
                  </a:lnTo>
                  <a:close/>
                </a:path>
                <a:path w="5628640" h="3956685">
                  <a:moveTo>
                    <a:pt x="5500496" y="1083691"/>
                  </a:moveTo>
                  <a:lnTo>
                    <a:pt x="5488305" y="1087501"/>
                  </a:lnTo>
                  <a:lnTo>
                    <a:pt x="5490464" y="1094359"/>
                  </a:lnTo>
                  <a:lnTo>
                    <a:pt x="5495924" y="1109980"/>
                  </a:lnTo>
                  <a:lnTo>
                    <a:pt x="5501767" y="1125093"/>
                  </a:lnTo>
                  <a:lnTo>
                    <a:pt x="5506085" y="1135634"/>
                  </a:lnTo>
                  <a:lnTo>
                    <a:pt x="5517769" y="1130935"/>
                  </a:lnTo>
                  <a:lnTo>
                    <a:pt x="5513578" y="1120521"/>
                  </a:lnTo>
                  <a:lnTo>
                    <a:pt x="5507990" y="1105789"/>
                  </a:lnTo>
                  <a:lnTo>
                    <a:pt x="5502529" y="1090549"/>
                  </a:lnTo>
                  <a:lnTo>
                    <a:pt x="5500496" y="1083691"/>
                  </a:lnTo>
                  <a:close/>
                </a:path>
                <a:path w="5628640" h="3956685">
                  <a:moveTo>
                    <a:pt x="5532246" y="1166114"/>
                  </a:moveTo>
                  <a:lnTo>
                    <a:pt x="5520436" y="1170940"/>
                  </a:lnTo>
                  <a:lnTo>
                    <a:pt x="5525008" y="1182116"/>
                  </a:lnTo>
                  <a:lnTo>
                    <a:pt x="5536057" y="1209421"/>
                  </a:lnTo>
                  <a:lnTo>
                    <a:pt x="5539486" y="1218057"/>
                  </a:lnTo>
                  <a:lnTo>
                    <a:pt x="5551296" y="1213358"/>
                  </a:lnTo>
                  <a:lnTo>
                    <a:pt x="5547868" y="1204722"/>
                  </a:lnTo>
                  <a:lnTo>
                    <a:pt x="5532246" y="1166114"/>
                  </a:lnTo>
                  <a:close/>
                </a:path>
                <a:path w="5628640" h="3956685">
                  <a:moveTo>
                    <a:pt x="5565394" y="1248791"/>
                  </a:moveTo>
                  <a:lnTo>
                    <a:pt x="5553583" y="1253363"/>
                  </a:lnTo>
                  <a:lnTo>
                    <a:pt x="5557012" y="1262253"/>
                  </a:lnTo>
                  <a:lnTo>
                    <a:pt x="5566537" y="1287780"/>
                  </a:lnTo>
                  <a:lnTo>
                    <a:pt x="5571363" y="1300861"/>
                  </a:lnTo>
                  <a:lnTo>
                    <a:pt x="5583300" y="1296543"/>
                  </a:lnTo>
                  <a:lnTo>
                    <a:pt x="5578474" y="1283208"/>
                  </a:lnTo>
                  <a:lnTo>
                    <a:pt x="5568822" y="1257554"/>
                  </a:lnTo>
                  <a:lnTo>
                    <a:pt x="5565394" y="1248791"/>
                  </a:lnTo>
                  <a:close/>
                </a:path>
                <a:path w="5628640" h="3956685">
                  <a:moveTo>
                    <a:pt x="5595746" y="1332611"/>
                  </a:moveTo>
                  <a:lnTo>
                    <a:pt x="5583682" y="1336675"/>
                  </a:lnTo>
                  <a:lnTo>
                    <a:pt x="5583809" y="1337183"/>
                  </a:lnTo>
                  <a:lnTo>
                    <a:pt x="5591301" y="1361186"/>
                  </a:lnTo>
                  <a:lnTo>
                    <a:pt x="5598033" y="1384808"/>
                  </a:lnTo>
                  <a:lnTo>
                    <a:pt x="5610351" y="1381760"/>
                  </a:lnTo>
                  <a:lnTo>
                    <a:pt x="5610224" y="1381252"/>
                  </a:lnTo>
                  <a:lnTo>
                    <a:pt x="5603494" y="1357376"/>
                  </a:lnTo>
                  <a:lnTo>
                    <a:pt x="5595873" y="1333119"/>
                  </a:lnTo>
                  <a:lnTo>
                    <a:pt x="5595746" y="1332611"/>
                  </a:lnTo>
                  <a:close/>
                </a:path>
                <a:path w="5628640" h="3956685">
                  <a:moveTo>
                    <a:pt x="5618988" y="1419098"/>
                  </a:moveTo>
                  <a:lnTo>
                    <a:pt x="5606542" y="1421765"/>
                  </a:lnTo>
                  <a:lnTo>
                    <a:pt x="5608446" y="1430655"/>
                  </a:lnTo>
                  <a:lnTo>
                    <a:pt x="5612003" y="1453007"/>
                  </a:lnTo>
                  <a:lnTo>
                    <a:pt x="5614162" y="1471422"/>
                  </a:lnTo>
                  <a:lnTo>
                    <a:pt x="5626735" y="1469898"/>
                  </a:lnTo>
                  <a:lnTo>
                    <a:pt x="5624575" y="1450975"/>
                  </a:lnTo>
                  <a:lnTo>
                    <a:pt x="5620893" y="1427988"/>
                  </a:lnTo>
                  <a:lnTo>
                    <a:pt x="5618988" y="1419098"/>
                  </a:lnTo>
                  <a:close/>
                </a:path>
                <a:path w="5628640" h="3956685">
                  <a:moveTo>
                    <a:pt x="5628386" y="1508633"/>
                  </a:moveTo>
                  <a:lnTo>
                    <a:pt x="5615686" y="1508633"/>
                  </a:lnTo>
                  <a:lnTo>
                    <a:pt x="5615686" y="1518158"/>
                  </a:lnTo>
                  <a:lnTo>
                    <a:pt x="5614289" y="1539494"/>
                  </a:lnTo>
                  <a:lnTo>
                    <a:pt x="5611748" y="1558417"/>
                  </a:lnTo>
                  <a:lnTo>
                    <a:pt x="5624321" y="1560068"/>
                  </a:lnTo>
                  <a:lnTo>
                    <a:pt x="5626989" y="1540383"/>
                  </a:lnTo>
                  <a:lnTo>
                    <a:pt x="5628386" y="1518158"/>
                  </a:lnTo>
                  <a:lnTo>
                    <a:pt x="5628386" y="1508633"/>
                  </a:lnTo>
                  <a:close/>
                </a:path>
                <a:path w="5628640" h="3956685">
                  <a:moveTo>
                    <a:pt x="5603367" y="1594612"/>
                  </a:moveTo>
                  <a:lnTo>
                    <a:pt x="5601208" y="1602232"/>
                  </a:lnTo>
                  <a:lnTo>
                    <a:pt x="5593715" y="1623060"/>
                  </a:lnTo>
                  <a:lnTo>
                    <a:pt x="5585587" y="1641094"/>
                  </a:lnTo>
                  <a:lnTo>
                    <a:pt x="5597144" y="1646301"/>
                  </a:lnTo>
                  <a:lnTo>
                    <a:pt x="5605653" y="1627251"/>
                  </a:lnTo>
                  <a:lnTo>
                    <a:pt x="5613399" y="1605788"/>
                  </a:lnTo>
                  <a:lnTo>
                    <a:pt x="5615559" y="1598168"/>
                  </a:lnTo>
                  <a:lnTo>
                    <a:pt x="5603367" y="1594612"/>
                  </a:lnTo>
                  <a:close/>
                </a:path>
                <a:path w="5628640" h="3956685">
                  <a:moveTo>
                    <a:pt x="5567553" y="1673733"/>
                  </a:moveTo>
                  <a:lnTo>
                    <a:pt x="5560314" y="1685290"/>
                  </a:lnTo>
                  <a:lnTo>
                    <a:pt x="5545328" y="1706245"/>
                  </a:lnTo>
                  <a:lnTo>
                    <a:pt x="5538596" y="1714500"/>
                  </a:lnTo>
                  <a:lnTo>
                    <a:pt x="5548503" y="1722501"/>
                  </a:lnTo>
                  <a:lnTo>
                    <a:pt x="5555742" y="1713611"/>
                  </a:lnTo>
                  <a:lnTo>
                    <a:pt x="5571109" y="1692021"/>
                  </a:lnTo>
                  <a:lnTo>
                    <a:pt x="5578347" y="1680464"/>
                  </a:lnTo>
                  <a:lnTo>
                    <a:pt x="5567553" y="1673733"/>
                  </a:lnTo>
                  <a:close/>
                </a:path>
                <a:path w="5628640" h="3956685">
                  <a:moveTo>
                    <a:pt x="5513959" y="1743075"/>
                  </a:moveTo>
                  <a:lnTo>
                    <a:pt x="5509133" y="1748409"/>
                  </a:lnTo>
                  <a:lnTo>
                    <a:pt x="5498719" y="1758950"/>
                  </a:lnTo>
                  <a:lnTo>
                    <a:pt x="5487796" y="1769618"/>
                  </a:lnTo>
                  <a:lnTo>
                    <a:pt x="5478398" y="1778508"/>
                  </a:lnTo>
                  <a:lnTo>
                    <a:pt x="5487035" y="1787779"/>
                  </a:lnTo>
                  <a:lnTo>
                    <a:pt x="5496687" y="1778762"/>
                  </a:lnTo>
                  <a:lnTo>
                    <a:pt x="5507863" y="1767967"/>
                  </a:lnTo>
                  <a:lnTo>
                    <a:pt x="5518531" y="1756918"/>
                  </a:lnTo>
                  <a:lnTo>
                    <a:pt x="5523484" y="1751584"/>
                  </a:lnTo>
                  <a:lnTo>
                    <a:pt x="5513959" y="1743075"/>
                  </a:lnTo>
                  <a:close/>
                </a:path>
                <a:path w="5628640" h="3956685">
                  <a:moveTo>
                    <a:pt x="5450078" y="1803273"/>
                  </a:moveTo>
                  <a:lnTo>
                    <a:pt x="5438140" y="1813179"/>
                  </a:lnTo>
                  <a:lnTo>
                    <a:pt x="5424170" y="1824101"/>
                  </a:lnTo>
                  <a:lnTo>
                    <a:pt x="5410326" y="1834642"/>
                  </a:lnTo>
                  <a:lnTo>
                    <a:pt x="5417946" y="1844675"/>
                  </a:lnTo>
                  <a:lnTo>
                    <a:pt x="5431917" y="1834134"/>
                  </a:lnTo>
                  <a:lnTo>
                    <a:pt x="5446141" y="1822958"/>
                  </a:lnTo>
                  <a:lnTo>
                    <a:pt x="5458079" y="1813179"/>
                  </a:lnTo>
                  <a:lnTo>
                    <a:pt x="5450078" y="1803273"/>
                  </a:lnTo>
                  <a:close/>
                </a:path>
                <a:path w="5628640" h="3956685">
                  <a:moveTo>
                    <a:pt x="5379593" y="1856867"/>
                  </a:moveTo>
                  <a:lnTo>
                    <a:pt x="5378576" y="1857629"/>
                  </a:lnTo>
                  <a:lnTo>
                    <a:pt x="5361559" y="1868678"/>
                  </a:lnTo>
                  <a:lnTo>
                    <a:pt x="5342763" y="1879727"/>
                  </a:lnTo>
                  <a:lnTo>
                    <a:pt x="5336920" y="1882775"/>
                  </a:lnTo>
                  <a:lnTo>
                    <a:pt x="5342890" y="1893951"/>
                  </a:lnTo>
                  <a:lnTo>
                    <a:pt x="5349240" y="1890649"/>
                  </a:lnTo>
                  <a:lnTo>
                    <a:pt x="5368544" y="1879346"/>
                  </a:lnTo>
                  <a:lnTo>
                    <a:pt x="5385943" y="1867916"/>
                  </a:lnTo>
                  <a:lnTo>
                    <a:pt x="5386959" y="1867154"/>
                  </a:lnTo>
                  <a:lnTo>
                    <a:pt x="5379593" y="1856867"/>
                  </a:lnTo>
                  <a:close/>
                </a:path>
                <a:path w="5628640" h="3956685">
                  <a:moveTo>
                    <a:pt x="5303012" y="1899539"/>
                  </a:moveTo>
                  <a:lnTo>
                    <a:pt x="5299964" y="1901063"/>
                  </a:lnTo>
                  <a:lnTo>
                    <a:pt x="5275961" y="1911731"/>
                  </a:lnTo>
                  <a:lnTo>
                    <a:pt x="5256784" y="1919605"/>
                  </a:lnTo>
                  <a:lnTo>
                    <a:pt x="5261610" y="1931289"/>
                  </a:lnTo>
                  <a:lnTo>
                    <a:pt x="5281168" y="1923288"/>
                  </a:lnTo>
                  <a:lnTo>
                    <a:pt x="5305424" y="1912493"/>
                  </a:lnTo>
                  <a:lnTo>
                    <a:pt x="5308472" y="1911096"/>
                  </a:lnTo>
                  <a:lnTo>
                    <a:pt x="5303012" y="1899539"/>
                  </a:lnTo>
                  <a:close/>
                </a:path>
                <a:path w="5628640" h="3956685">
                  <a:moveTo>
                    <a:pt x="5221350" y="1932813"/>
                  </a:moveTo>
                  <a:lnTo>
                    <a:pt x="5194935" y="1942592"/>
                  </a:lnTo>
                  <a:lnTo>
                    <a:pt x="5173598" y="1949577"/>
                  </a:lnTo>
                  <a:lnTo>
                    <a:pt x="5177536" y="1961642"/>
                  </a:lnTo>
                  <a:lnTo>
                    <a:pt x="5199380" y="1954530"/>
                  </a:lnTo>
                  <a:lnTo>
                    <a:pt x="5225669" y="1944751"/>
                  </a:lnTo>
                  <a:lnTo>
                    <a:pt x="5221350" y="1932813"/>
                  </a:lnTo>
                  <a:close/>
                </a:path>
                <a:path w="5628640" h="3956685">
                  <a:moveTo>
                    <a:pt x="5137404" y="1961515"/>
                  </a:moveTo>
                  <a:lnTo>
                    <a:pt x="5133974" y="1962658"/>
                  </a:lnTo>
                  <a:lnTo>
                    <a:pt x="5088890" y="1976120"/>
                  </a:lnTo>
                  <a:lnTo>
                    <a:pt x="5092572" y="1988312"/>
                  </a:lnTo>
                  <a:lnTo>
                    <a:pt x="5137912" y="1974723"/>
                  </a:lnTo>
                  <a:lnTo>
                    <a:pt x="5141341" y="1973580"/>
                  </a:lnTo>
                  <a:lnTo>
                    <a:pt x="5137404" y="1961515"/>
                  </a:lnTo>
                  <a:close/>
                </a:path>
                <a:path w="5628640" h="3956685">
                  <a:moveTo>
                    <a:pt x="5052441" y="1986661"/>
                  </a:moveTo>
                  <a:lnTo>
                    <a:pt x="5003419" y="2000123"/>
                  </a:lnTo>
                  <a:lnTo>
                    <a:pt x="5006847" y="2012442"/>
                  </a:lnTo>
                  <a:lnTo>
                    <a:pt x="5055870" y="1998853"/>
                  </a:lnTo>
                  <a:lnTo>
                    <a:pt x="5052441" y="1986661"/>
                  </a:lnTo>
                  <a:close/>
                </a:path>
                <a:path w="5628640" h="3956685">
                  <a:moveTo>
                    <a:pt x="4966716" y="2009775"/>
                  </a:moveTo>
                  <a:lnTo>
                    <a:pt x="4917567" y="2022348"/>
                  </a:lnTo>
                  <a:lnTo>
                    <a:pt x="4920615" y="2034667"/>
                  </a:lnTo>
                  <a:lnTo>
                    <a:pt x="4926838" y="2033143"/>
                  </a:lnTo>
                  <a:lnTo>
                    <a:pt x="4969891" y="2022094"/>
                  </a:lnTo>
                  <a:lnTo>
                    <a:pt x="4966716" y="2009775"/>
                  </a:lnTo>
                  <a:close/>
                </a:path>
                <a:path w="5628640" h="3956685">
                  <a:moveTo>
                    <a:pt x="4880610" y="2031365"/>
                  </a:moveTo>
                  <a:lnTo>
                    <a:pt x="4831207" y="2043303"/>
                  </a:lnTo>
                  <a:lnTo>
                    <a:pt x="4834128" y="2055622"/>
                  </a:lnTo>
                  <a:lnTo>
                    <a:pt x="4849241" y="2052193"/>
                  </a:lnTo>
                  <a:lnTo>
                    <a:pt x="4883531" y="2043684"/>
                  </a:lnTo>
                  <a:lnTo>
                    <a:pt x="4880610" y="2031365"/>
                  </a:lnTo>
                  <a:close/>
                </a:path>
                <a:path w="5628640" h="3956685">
                  <a:moveTo>
                    <a:pt x="4794122" y="2052066"/>
                  </a:moveTo>
                  <a:lnTo>
                    <a:pt x="4766183" y="2058670"/>
                  </a:lnTo>
                  <a:lnTo>
                    <a:pt x="4744720" y="2063496"/>
                  </a:lnTo>
                  <a:lnTo>
                    <a:pt x="4747514" y="2075942"/>
                  </a:lnTo>
                  <a:lnTo>
                    <a:pt x="4797044" y="2064385"/>
                  </a:lnTo>
                  <a:lnTo>
                    <a:pt x="4794122" y="2052066"/>
                  </a:lnTo>
                  <a:close/>
                </a:path>
                <a:path w="5628640" h="3956685">
                  <a:moveTo>
                    <a:pt x="4707509" y="2072005"/>
                  </a:moveTo>
                  <a:lnTo>
                    <a:pt x="4657979" y="2083181"/>
                  </a:lnTo>
                  <a:lnTo>
                    <a:pt x="4660772" y="2095627"/>
                  </a:lnTo>
                  <a:lnTo>
                    <a:pt x="4710430" y="2084324"/>
                  </a:lnTo>
                  <a:lnTo>
                    <a:pt x="4707509" y="2072005"/>
                  </a:lnTo>
                  <a:close/>
                </a:path>
                <a:path w="5628640" h="3956685">
                  <a:moveTo>
                    <a:pt x="4620895" y="2091436"/>
                  </a:moveTo>
                  <a:lnTo>
                    <a:pt x="4571238" y="2102485"/>
                  </a:lnTo>
                  <a:lnTo>
                    <a:pt x="4574032" y="2114931"/>
                  </a:lnTo>
                  <a:lnTo>
                    <a:pt x="4623689" y="2103882"/>
                  </a:lnTo>
                  <a:lnTo>
                    <a:pt x="4620895" y="2091436"/>
                  </a:lnTo>
                  <a:close/>
                </a:path>
                <a:path w="5628640" h="3956685">
                  <a:moveTo>
                    <a:pt x="4534026" y="2110740"/>
                  </a:moveTo>
                  <a:lnTo>
                    <a:pt x="4484496" y="2121662"/>
                  </a:lnTo>
                  <a:lnTo>
                    <a:pt x="4487164" y="2134108"/>
                  </a:lnTo>
                  <a:lnTo>
                    <a:pt x="4536820" y="2123186"/>
                  </a:lnTo>
                  <a:lnTo>
                    <a:pt x="4534026" y="2110740"/>
                  </a:lnTo>
                  <a:close/>
                </a:path>
                <a:path w="5628640" h="3956685">
                  <a:moveTo>
                    <a:pt x="4447286" y="2129917"/>
                  </a:moveTo>
                  <a:lnTo>
                    <a:pt x="4397629" y="2141093"/>
                  </a:lnTo>
                  <a:lnTo>
                    <a:pt x="4400422" y="2153412"/>
                  </a:lnTo>
                  <a:lnTo>
                    <a:pt x="4450080" y="2142363"/>
                  </a:lnTo>
                  <a:lnTo>
                    <a:pt x="4447286" y="2129917"/>
                  </a:lnTo>
                  <a:close/>
                </a:path>
                <a:path w="5628640" h="3956685">
                  <a:moveTo>
                    <a:pt x="4360545" y="2149475"/>
                  </a:moveTo>
                  <a:lnTo>
                    <a:pt x="4311015" y="2160651"/>
                  </a:lnTo>
                  <a:lnTo>
                    <a:pt x="4313809" y="2173097"/>
                  </a:lnTo>
                  <a:lnTo>
                    <a:pt x="4363339" y="2161794"/>
                  </a:lnTo>
                  <a:lnTo>
                    <a:pt x="4360545" y="2149475"/>
                  </a:lnTo>
                  <a:close/>
                </a:path>
                <a:path w="5628640" h="3956685">
                  <a:moveTo>
                    <a:pt x="4273804" y="2169033"/>
                  </a:moveTo>
                  <a:lnTo>
                    <a:pt x="4259198" y="2172335"/>
                  </a:lnTo>
                  <a:lnTo>
                    <a:pt x="4224273" y="2180590"/>
                  </a:lnTo>
                  <a:lnTo>
                    <a:pt x="4227195" y="2192909"/>
                  </a:lnTo>
                  <a:lnTo>
                    <a:pt x="4276597" y="2181479"/>
                  </a:lnTo>
                  <a:lnTo>
                    <a:pt x="4273804" y="2169033"/>
                  </a:lnTo>
                  <a:close/>
                </a:path>
                <a:path w="5628640" h="3956685">
                  <a:moveTo>
                    <a:pt x="4187190" y="2189353"/>
                  </a:moveTo>
                  <a:lnTo>
                    <a:pt x="4137787" y="2201291"/>
                  </a:lnTo>
                  <a:lnTo>
                    <a:pt x="4140835" y="2213610"/>
                  </a:lnTo>
                  <a:lnTo>
                    <a:pt x="4190111" y="2201672"/>
                  </a:lnTo>
                  <a:lnTo>
                    <a:pt x="4187190" y="2189353"/>
                  </a:lnTo>
                  <a:close/>
                </a:path>
                <a:path w="5628640" h="3956685">
                  <a:moveTo>
                    <a:pt x="4100703" y="2210435"/>
                  </a:moveTo>
                  <a:lnTo>
                    <a:pt x="4093337" y="2212213"/>
                  </a:lnTo>
                  <a:lnTo>
                    <a:pt x="4051426" y="2222881"/>
                  </a:lnTo>
                  <a:lnTo>
                    <a:pt x="4054601" y="2235200"/>
                  </a:lnTo>
                  <a:lnTo>
                    <a:pt x="4096385" y="2224532"/>
                  </a:lnTo>
                  <a:lnTo>
                    <a:pt x="4103750" y="2222754"/>
                  </a:lnTo>
                  <a:lnTo>
                    <a:pt x="4100703" y="2210435"/>
                  </a:lnTo>
                  <a:close/>
                </a:path>
                <a:path w="5628640" h="3956685">
                  <a:moveTo>
                    <a:pt x="4014596" y="2232406"/>
                  </a:moveTo>
                  <a:lnTo>
                    <a:pt x="4013454" y="2232660"/>
                  </a:lnTo>
                  <a:lnTo>
                    <a:pt x="3965447" y="2245741"/>
                  </a:lnTo>
                  <a:lnTo>
                    <a:pt x="3968749" y="2258060"/>
                  </a:lnTo>
                  <a:lnTo>
                    <a:pt x="4016629" y="2244979"/>
                  </a:lnTo>
                  <a:lnTo>
                    <a:pt x="4017771" y="2244725"/>
                  </a:lnTo>
                  <a:lnTo>
                    <a:pt x="4014662" y="2232660"/>
                  </a:lnTo>
                  <a:lnTo>
                    <a:pt x="4014596" y="2232406"/>
                  </a:lnTo>
                  <a:close/>
                </a:path>
                <a:path w="5628640" h="3956685">
                  <a:moveTo>
                    <a:pt x="3928617" y="2256028"/>
                  </a:moveTo>
                  <a:lnTo>
                    <a:pt x="3879849" y="2270252"/>
                  </a:lnTo>
                  <a:lnTo>
                    <a:pt x="3883406" y="2282444"/>
                  </a:lnTo>
                  <a:lnTo>
                    <a:pt x="3932173" y="2268220"/>
                  </a:lnTo>
                  <a:lnTo>
                    <a:pt x="3928617" y="2256028"/>
                  </a:lnTo>
                  <a:close/>
                </a:path>
                <a:path w="5628640" h="3956685">
                  <a:moveTo>
                    <a:pt x="3843273" y="2281428"/>
                  </a:moveTo>
                  <a:lnTo>
                    <a:pt x="3794887" y="2296795"/>
                  </a:lnTo>
                  <a:lnTo>
                    <a:pt x="3798696" y="2308860"/>
                  </a:lnTo>
                  <a:lnTo>
                    <a:pt x="3847084" y="2293493"/>
                  </a:lnTo>
                  <a:lnTo>
                    <a:pt x="3843273" y="2281428"/>
                  </a:lnTo>
                  <a:close/>
                </a:path>
                <a:path w="5628640" h="3956685">
                  <a:moveTo>
                    <a:pt x="3758691" y="2309368"/>
                  </a:moveTo>
                  <a:lnTo>
                    <a:pt x="3726815" y="2320544"/>
                  </a:lnTo>
                  <a:lnTo>
                    <a:pt x="3710813" y="2326767"/>
                  </a:lnTo>
                  <a:lnTo>
                    <a:pt x="3715385" y="2338705"/>
                  </a:lnTo>
                  <a:lnTo>
                    <a:pt x="3731006" y="2332609"/>
                  </a:lnTo>
                  <a:lnTo>
                    <a:pt x="3762883" y="2321306"/>
                  </a:lnTo>
                  <a:lnTo>
                    <a:pt x="3758691" y="2309368"/>
                  </a:lnTo>
                  <a:close/>
                </a:path>
                <a:path w="5628640" h="3956685">
                  <a:moveTo>
                    <a:pt x="3675253" y="2340737"/>
                  </a:moveTo>
                  <a:lnTo>
                    <a:pt x="3666109" y="2344293"/>
                  </a:lnTo>
                  <a:lnTo>
                    <a:pt x="3628390" y="2361057"/>
                  </a:lnTo>
                  <a:lnTo>
                    <a:pt x="3633596" y="2372614"/>
                  </a:lnTo>
                  <a:lnTo>
                    <a:pt x="3670681" y="2356104"/>
                  </a:lnTo>
                  <a:lnTo>
                    <a:pt x="3679951" y="2352548"/>
                  </a:lnTo>
                  <a:lnTo>
                    <a:pt x="3675253" y="2340737"/>
                  </a:lnTo>
                  <a:close/>
                </a:path>
                <a:path w="5628640" h="3956685">
                  <a:moveTo>
                    <a:pt x="3593718" y="2377440"/>
                  </a:moveTo>
                  <a:lnTo>
                    <a:pt x="3585337" y="2381504"/>
                  </a:lnTo>
                  <a:lnTo>
                    <a:pt x="3561461" y="2394585"/>
                  </a:lnTo>
                  <a:lnTo>
                    <a:pt x="3548761" y="2402078"/>
                  </a:lnTo>
                  <a:lnTo>
                    <a:pt x="3555238" y="2413000"/>
                  </a:lnTo>
                  <a:lnTo>
                    <a:pt x="3567557" y="2405634"/>
                  </a:lnTo>
                  <a:lnTo>
                    <a:pt x="3591051" y="2392934"/>
                  </a:lnTo>
                  <a:lnTo>
                    <a:pt x="3599434" y="2388743"/>
                  </a:lnTo>
                  <a:lnTo>
                    <a:pt x="3593718" y="2377440"/>
                  </a:lnTo>
                  <a:close/>
                </a:path>
                <a:path w="5628640" h="3956685">
                  <a:moveTo>
                    <a:pt x="3516121" y="2422906"/>
                  </a:moveTo>
                  <a:lnTo>
                    <a:pt x="3499866" y="2434844"/>
                  </a:lnTo>
                  <a:lnTo>
                    <a:pt x="3482848" y="2448814"/>
                  </a:lnTo>
                  <a:lnTo>
                    <a:pt x="3476116" y="2455291"/>
                  </a:lnTo>
                  <a:lnTo>
                    <a:pt x="3484879" y="2464562"/>
                  </a:lnTo>
                  <a:lnTo>
                    <a:pt x="3490976" y="2458593"/>
                  </a:lnTo>
                  <a:lnTo>
                    <a:pt x="3507359" y="2445004"/>
                  </a:lnTo>
                  <a:lnTo>
                    <a:pt x="3523615" y="2433066"/>
                  </a:lnTo>
                  <a:lnTo>
                    <a:pt x="3516121" y="2422906"/>
                  </a:lnTo>
                  <a:close/>
                </a:path>
                <a:path w="5628640" h="3956685">
                  <a:moveTo>
                    <a:pt x="3449954" y="2484501"/>
                  </a:moveTo>
                  <a:lnTo>
                    <a:pt x="3443604" y="2493137"/>
                  </a:lnTo>
                  <a:lnTo>
                    <a:pt x="3434715" y="2508631"/>
                  </a:lnTo>
                  <a:lnTo>
                    <a:pt x="3427984" y="2524506"/>
                  </a:lnTo>
                  <a:lnTo>
                    <a:pt x="3426079" y="2531491"/>
                  </a:lnTo>
                  <a:lnTo>
                    <a:pt x="3438270" y="2534793"/>
                  </a:lnTo>
                  <a:lnTo>
                    <a:pt x="3439667" y="2529459"/>
                  </a:lnTo>
                  <a:lnTo>
                    <a:pt x="3445637" y="2514854"/>
                  </a:lnTo>
                  <a:lnTo>
                    <a:pt x="3453891" y="2500630"/>
                  </a:lnTo>
                  <a:lnTo>
                    <a:pt x="3460241" y="2491994"/>
                  </a:lnTo>
                  <a:lnTo>
                    <a:pt x="3449954" y="2484501"/>
                  </a:lnTo>
                  <a:close/>
                </a:path>
                <a:path w="5628640" h="3956685">
                  <a:moveTo>
                    <a:pt x="3434715" y="2570607"/>
                  </a:moveTo>
                  <a:lnTo>
                    <a:pt x="3422015" y="2571115"/>
                  </a:lnTo>
                  <a:lnTo>
                    <a:pt x="3422153" y="2573194"/>
                  </a:lnTo>
                  <a:lnTo>
                    <a:pt x="3422268" y="2575814"/>
                  </a:lnTo>
                  <a:lnTo>
                    <a:pt x="3425443" y="2592451"/>
                  </a:lnTo>
                  <a:lnTo>
                    <a:pt x="3431286" y="2610612"/>
                  </a:lnTo>
                  <a:lnTo>
                    <a:pt x="3436366" y="2622042"/>
                  </a:lnTo>
                  <a:lnTo>
                    <a:pt x="3447923" y="2616835"/>
                  </a:lnTo>
                  <a:lnTo>
                    <a:pt x="3443351" y="2606675"/>
                  </a:lnTo>
                  <a:lnTo>
                    <a:pt x="3437890" y="2590038"/>
                  </a:lnTo>
                  <a:lnTo>
                    <a:pt x="3435121" y="2574925"/>
                  </a:lnTo>
                  <a:lnTo>
                    <a:pt x="3435004" y="2574290"/>
                  </a:lnTo>
                  <a:lnTo>
                    <a:pt x="3434841" y="2574290"/>
                  </a:lnTo>
                  <a:lnTo>
                    <a:pt x="3434715" y="2570607"/>
                  </a:lnTo>
                  <a:close/>
                </a:path>
                <a:path w="5628640" h="3956685">
                  <a:moveTo>
                    <a:pt x="3434872" y="2573567"/>
                  </a:moveTo>
                  <a:lnTo>
                    <a:pt x="3434841" y="2574290"/>
                  </a:lnTo>
                  <a:lnTo>
                    <a:pt x="3435004" y="2574290"/>
                  </a:lnTo>
                  <a:lnTo>
                    <a:pt x="3434872" y="2573567"/>
                  </a:lnTo>
                  <a:close/>
                </a:path>
                <a:path w="5628640" h="3956685">
                  <a:moveTo>
                    <a:pt x="3465956" y="2649093"/>
                  </a:moveTo>
                  <a:lnTo>
                    <a:pt x="3455416" y="2656078"/>
                  </a:lnTo>
                  <a:lnTo>
                    <a:pt x="3462909" y="2667635"/>
                  </a:lnTo>
                  <a:lnTo>
                    <a:pt x="3478022" y="2687574"/>
                  </a:lnTo>
                  <a:lnTo>
                    <a:pt x="3486277" y="2697353"/>
                  </a:lnTo>
                  <a:lnTo>
                    <a:pt x="3495929" y="2689225"/>
                  </a:lnTo>
                  <a:lnTo>
                    <a:pt x="3488181" y="2679954"/>
                  </a:lnTo>
                  <a:lnTo>
                    <a:pt x="3473577" y="2660650"/>
                  </a:lnTo>
                  <a:lnTo>
                    <a:pt x="3465956" y="2649093"/>
                  </a:lnTo>
                  <a:close/>
                </a:path>
                <a:path w="5628640" h="3956685">
                  <a:moveTo>
                    <a:pt x="3521074" y="2717419"/>
                  </a:moveTo>
                  <a:lnTo>
                    <a:pt x="3511676" y="2726055"/>
                  </a:lnTo>
                  <a:lnTo>
                    <a:pt x="3514343" y="2728976"/>
                  </a:lnTo>
                  <a:lnTo>
                    <a:pt x="3535553" y="2750312"/>
                  </a:lnTo>
                  <a:lnTo>
                    <a:pt x="3548125" y="2762123"/>
                  </a:lnTo>
                  <a:lnTo>
                    <a:pt x="3556889" y="2752852"/>
                  </a:lnTo>
                  <a:lnTo>
                    <a:pt x="3544569" y="2741295"/>
                  </a:lnTo>
                  <a:lnTo>
                    <a:pt x="3523741" y="2720340"/>
                  </a:lnTo>
                  <a:lnTo>
                    <a:pt x="3521074" y="2717419"/>
                  </a:lnTo>
                  <a:close/>
                </a:path>
                <a:path w="5628640" h="3956685">
                  <a:moveTo>
                    <a:pt x="3584956" y="2778379"/>
                  </a:moveTo>
                  <a:lnTo>
                    <a:pt x="3576446" y="2787904"/>
                  </a:lnTo>
                  <a:lnTo>
                    <a:pt x="3583432" y="2794000"/>
                  </a:lnTo>
                  <a:lnTo>
                    <a:pt x="3609974" y="2816606"/>
                  </a:lnTo>
                  <a:lnTo>
                    <a:pt x="3615309" y="2820924"/>
                  </a:lnTo>
                  <a:lnTo>
                    <a:pt x="3623310" y="2811145"/>
                  </a:lnTo>
                  <a:lnTo>
                    <a:pt x="3618230" y="2806954"/>
                  </a:lnTo>
                  <a:lnTo>
                    <a:pt x="3591814" y="2784602"/>
                  </a:lnTo>
                  <a:lnTo>
                    <a:pt x="3584956" y="2778379"/>
                  </a:lnTo>
                  <a:close/>
                </a:path>
                <a:path w="5628640" h="3956685">
                  <a:moveTo>
                    <a:pt x="3653028" y="2834767"/>
                  </a:moveTo>
                  <a:lnTo>
                    <a:pt x="3645154" y="2844800"/>
                  </a:lnTo>
                  <a:lnTo>
                    <a:pt x="3668267" y="2862707"/>
                  </a:lnTo>
                  <a:lnTo>
                    <a:pt x="3685666" y="2875788"/>
                  </a:lnTo>
                  <a:lnTo>
                    <a:pt x="3693287" y="2865628"/>
                  </a:lnTo>
                  <a:lnTo>
                    <a:pt x="3676015" y="2852674"/>
                  </a:lnTo>
                  <a:lnTo>
                    <a:pt x="3653028" y="2834767"/>
                  </a:lnTo>
                  <a:close/>
                </a:path>
                <a:path w="5628640" h="3956685">
                  <a:moveTo>
                    <a:pt x="3723893" y="2888107"/>
                  </a:moveTo>
                  <a:lnTo>
                    <a:pt x="3716400" y="2898394"/>
                  </a:lnTo>
                  <a:lnTo>
                    <a:pt x="3732530" y="2910078"/>
                  </a:lnTo>
                  <a:lnTo>
                    <a:pt x="3757930" y="2927858"/>
                  </a:lnTo>
                  <a:lnTo>
                    <a:pt x="3765295" y="2917444"/>
                  </a:lnTo>
                  <a:lnTo>
                    <a:pt x="3739895" y="2899791"/>
                  </a:lnTo>
                  <a:lnTo>
                    <a:pt x="3723893" y="2888107"/>
                  </a:lnTo>
                  <a:close/>
                </a:path>
                <a:path w="5628640" h="3956685">
                  <a:moveTo>
                    <a:pt x="3796538" y="2939161"/>
                  </a:moveTo>
                  <a:lnTo>
                    <a:pt x="3789298" y="2949575"/>
                  </a:lnTo>
                  <a:lnTo>
                    <a:pt x="3802253" y="2958592"/>
                  </a:lnTo>
                  <a:lnTo>
                    <a:pt x="3831590" y="2978023"/>
                  </a:lnTo>
                  <a:lnTo>
                    <a:pt x="3838574" y="2967355"/>
                  </a:lnTo>
                  <a:lnTo>
                    <a:pt x="3809618" y="2948178"/>
                  </a:lnTo>
                  <a:lnTo>
                    <a:pt x="3796538" y="2939161"/>
                  </a:lnTo>
                  <a:close/>
                </a:path>
                <a:path w="5628640" h="3956685">
                  <a:moveTo>
                    <a:pt x="3870324" y="2988437"/>
                  </a:moveTo>
                  <a:lnTo>
                    <a:pt x="3863340" y="2998978"/>
                  </a:lnTo>
                  <a:lnTo>
                    <a:pt x="3877183" y="3008122"/>
                  </a:lnTo>
                  <a:lnTo>
                    <a:pt x="3906139" y="3026537"/>
                  </a:lnTo>
                  <a:lnTo>
                    <a:pt x="3912996" y="3015742"/>
                  </a:lnTo>
                  <a:lnTo>
                    <a:pt x="3884167" y="2997581"/>
                  </a:lnTo>
                  <a:lnTo>
                    <a:pt x="3870324" y="2988437"/>
                  </a:lnTo>
                  <a:close/>
                </a:path>
                <a:path w="5628640" h="3956685">
                  <a:moveTo>
                    <a:pt x="3945128" y="3036189"/>
                  </a:moveTo>
                  <a:lnTo>
                    <a:pt x="3938396" y="3046984"/>
                  </a:lnTo>
                  <a:lnTo>
                    <a:pt x="3956431" y="3058414"/>
                  </a:lnTo>
                  <a:lnTo>
                    <a:pt x="3981576" y="3073781"/>
                  </a:lnTo>
                  <a:lnTo>
                    <a:pt x="3988181" y="3062986"/>
                  </a:lnTo>
                  <a:lnTo>
                    <a:pt x="3963289" y="3047746"/>
                  </a:lnTo>
                  <a:lnTo>
                    <a:pt x="3945128" y="3036189"/>
                  </a:lnTo>
                  <a:close/>
                </a:path>
                <a:path w="5628640" h="3956685">
                  <a:moveTo>
                    <a:pt x="4020692" y="3082798"/>
                  </a:moveTo>
                  <a:lnTo>
                    <a:pt x="4014089" y="3093720"/>
                  </a:lnTo>
                  <a:lnTo>
                    <a:pt x="4039489" y="3109214"/>
                  </a:lnTo>
                  <a:lnTo>
                    <a:pt x="4057649" y="3120009"/>
                  </a:lnTo>
                  <a:lnTo>
                    <a:pt x="4064051" y="3109214"/>
                  </a:lnTo>
                  <a:lnTo>
                    <a:pt x="4064341" y="3109214"/>
                  </a:lnTo>
                  <a:lnTo>
                    <a:pt x="4046092" y="3098419"/>
                  </a:lnTo>
                  <a:lnTo>
                    <a:pt x="4020692" y="3082798"/>
                  </a:lnTo>
                  <a:close/>
                </a:path>
                <a:path w="5628640" h="3956685">
                  <a:moveTo>
                    <a:pt x="4096892" y="3128518"/>
                  </a:moveTo>
                  <a:lnTo>
                    <a:pt x="4090416" y="3139440"/>
                  </a:lnTo>
                  <a:lnTo>
                    <a:pt x="4125848" y="3160395"/>
                  </a:lnTo>
                  <a:lnTo>
                    <a:pt x="4134231" y="3165221"/>
                  </a:lnTo>
                  <a:lnTo>
                    <a:pt x="4140581" y="3154299"/>
                  </a:lnTo>
                  <a:lnTo>
                    <a:pt x="4096892" y="3128518"/>
                  </a:lnTo>
                  <a:close/>
                </a:path>
                <a:path w="5628640" h="3956685">
                  <a:moveTo>
                    <a:pt x="4173600" y="3173349"/>
                  </a:moveTo>
                  <a:lnTo>
                    <a:pt x="4167250" y="3184271"/>
                  </a:lnTo>
                  <a:lnTo>
                    <a:pt x="4211193" y="3209671"/>
                  </a:lnTo>
                  <a:lnTo>
                    <a:pt x="4217543" y="3198749"/>
                  </a:lnTo>
                  <a:lnTo>
                    <a:pt x="4173600" y="3173349"/>
                  </a:lnTo>
                  <a:close/>
                </a:path>
                <a:path w="5628640" h="3956685">
                  <a:moveTo>
                    <a:pt x="4250690" y="3217418"/>
                  </a:moveTo>
                  <a:lnTo>
                    <a:pt x="4244467" y="3228467"/>
                  </a:lnTo>
                  <a:lnTo>
                    <a:pt x="4288663" y="3253486"/>
                  </a:lnTo>
                  <a:lnTo>
                    <a:pt x="4294886" y="3242437"/>
                  </a:lnTo>
                  <a:lnTo>
                    <a:pt x="4250690" y="3217418"/>
                  </a:lnTo>
                  <a:close/>
                </a:path>
                <a:path w="5628640" h="3956685">
                  <a:moveTo>
                    <a:pt x="4328160" y="3260979"/>
                  </a:moveTo>
                  <a:lnTo>
                    <a:pt x="4321937" y="3272154"/>
                  </a:lnTo>
                  <a:lnTo>
                    <a:pt x="4366387" y="3296666"/>
                  </a:lnTo>
                  <a:lnTo>
                    <a:pt x="4372610" y="3285617"/>
                  </a:lnTo>
                  <a:lnTo>
                    <a:pt x="4328160" y="3260979"/>
                  </a:lnTo>
                  <a:close/>
                </a:path>
                <a:path w="5628640" h="3956685">
                  <a:moveTo>
                    <a:pt x="4405884" y="3304032"/>
                  </a:moveTo>
                  <a:lnTo>
                    <a:pt x="4399788" y="3315208"/>
                  </a:lnTo>
                  <a:lnTo>
                    <a:pt x="4444492" y="3339338"/>
                  </a:lnTo>
                  <a:lnTo>
                    <a:pt x="4450588" y="3328162"/>
                  </a:lnTo>
                  <a:lnTo>
                    <a:pt x="4405884" y="3304032"/>
                  </a:lnTo>
                  <a:close/>
                </a:path>
                <a:path w="5628640" h="3956685">
                  <a:moveTo>
                    <a:pt x="4484116" y="3346196"/>
                  </a:moveTo>
                  <a:lnTo>
                    <a:pt x="4478020" y="3357372"/>
                  </a:lnTo>
                  <a:lnTo>
                    <a:pt x="4522723" y="3381629"/>
                  </a:lnTo>
                  <a:lnTo>
                    <a:pt x="4528693" y="3370453"/>
                  </a:lnTo>
                  <a:lnTo>
                    <a:pt x="4484116" y="3346196"/>
                  </a:lnTo>
                  <a:close/>
                </a:path>
                <a:path w="5628640" h="3956685">
                  <a:moveTo>
                    <a:pt x="4562220" y="3388487"/>
                  </a:moveTo>
                  <a:lnTo>
                    <a:pt x="4556251" y="3399663"/>
                  </a:lnTo>
                  <a:lnTo>
                    <a:pt x="4586478" y="3416046"/>
                  </a:lnTo>
                  <a:lnTo>
                    <a:pt x="4601083" y="3423666"/>
                  </a:lnTo>
                  <a:lnTo>
                    <a:pt x="4607051" y="3412490"/>
                  </a:lnTo>
                  <a:lnTo>
                    <a:pt x="4592446" y="3404870"/>
                  </a:lnTo>
                  <a:lnTo>
                    <a:pt x="4562220" y="3388487"/>
                  </a:lnTo>
                  <a:close/>
                </a:path>
                <a:path w="5628640" h="3956685">
                  <a:moveTo>
                    <a:pt x="4640707" y="3430270"/>
                  </a:moveTo>
                  <a:lnTo>
                    <a:pt x="4634738" y="3441446"/>
                  </a:lnTo>
                  <a:lnTo>
                    <a:pt x="4679695" y="3465195"/>
                  </a:lnTo>
                  <a:lnTo>
                    <a:pt x="4685665" y="3454019"/>
                  </a:lnTo>
                  <a:lnTo>
                    <a:pt x="4640707" y="3430270"/>
                  </a:lnTo>
                  <a:close/>
                </a:path>
                <a:path w="5628640" h="3956685">
                  <a:moveTo>
                    <a:pt x="4719320" y="3471799"/>
                  </a:moveTo>
                  <a:lnTo>
                    <a:pt x="4713350" y="3482975"/>
                  </a:lnTo>
                  <a:lnTo>
                    <a:pt x="4758309" y="3506724"/>
                  </a:lnTo>
                  <a:lnTo>
                    <a:pt x="4764278" y="3495421"/>
                  </a:lnTo>
                  <a:lnTo>
                    <a:pt x="4719320" y="3471799"/>
                  </a:lnTo>
                  <a:close/>
                </a:path>
                <a:path w="5628640" h="3956685">
                  <a:moveTo>
                    <a:pt x="4797933" y="3513074"/>
                  </a:moveTo>
                  <a:lnTo>
                    <a:pt x="4792091" y="3524377"/>
                  </a:lnTo>
                  <a:lnTo>
                    <a:pt x="4837175" y="3547872"/>
                  </a:lnTo>
                  <a:lnTo>
                    <a:pt x="4843018" y="3536569"/>
                  </a:lnTo>
                  <a:lnTo>
                    <a:pt x="4797933" y="3513074"/>
                  </a:lnTo>
                  <a:close/>
                </a:path>
                <a:path w="5628640" h="3956685">
                  <a:moveTo>
                    <a:pt x="4876799" y="3554095"/>
                  </a:moveTo>
                  <a:lnTo>
                    <a:pt x="4870958" y="3565398"/>
                  </a:lnTo>
                  <a:lnTo>
                    <a:pt x="4916043" y="3588766"/>
                  </a:lnTo>
                  <a:lnTo>
                    <a:pt x="4921885" y="3577463"/>
                  </a:lnTo>
                  <a:lnTo>
                    <a:pt x="4876799" y="3554095"/>
                  </a:lnTo>
                  <a:close/>
                </a:path>
                <a:path w="5628640" h="3956685">
                  <a:moveTo>
                    <a:pt x="4955794" y="3594989"/>
                  </a:moveTo>
                  <a:lnTo>
                    <a:pt x="4949951" y="3606292"/>
                  </a:lnTo>
                  <a:lnTo>
                    <a:pt x="4954523" y="3608704"/>
                  </a:lnTo>
                  <a:lnTo>
                    <a:pt x="4995037" y="3629533"/>
                  </a:lnTo>
                  <a:lnTo>
                    <a:pt x="5000879" y="3618357"/>
                  </a:lnTo>
                  <a:lnTo>
                    <a:pt x="4960366" y="3597402"/>
                  </a:lnTo>
                  <a:lnTo>
                    <a:pt x="4955794" y="3594989"/>
                  </a:lnTo>
                  <a:close/>
                </a:path>
                <a:path w="5628640" h="3956685">
                  <a:moveTo>
                    <a:pt x="5034788" y="3635756"/>
                  </a:moveTo>
                  <a:lnTo>
                    <a:pt x="5028945" y="3647059"/>
                  </a:lnTo>
                  <a:lnTo>
                    <a:pt x="5074031" y="3670300"/>
                  </a:lnTo>
                  <a:lnTo>
                    <a:pt x="5079872" y="3659124"/>
                  </a:lnTo>
                  <a:lnTo>
                    <a:pt x="5034788" y="3635756"/>
                  </a:lnTo>
                  <a:close/>
                </a:path>
                <a:path w="5628640" h="3956685">
                  <a:moveTo>
                    <a:pt x="5113782" y="3676523"/>
                  </a:moveTo>
                  <a:lnTo>
                    <a:pt x="5107940" y="3687826"/>
                  </a:lnTo>
                  <a:lnTo>
                    <a:pt x="5153024" y="3711067"/>
                  </a:lnTo>
                  <a:lnTo>
                    <a:pt x="5158867" y="3699891"/>
                  </a:lnTo>
                  <a:lnTo>
                    <a:pt x="5113782" y="3676523"/>
                  </a:lnTo>
                  <a:close/>
                </a:path>
                <a:path w="5628640" h="3956685">
                  <a:moveTo>
                    <a:pt x="5192775" y="3717290"/>
                  </a:moveTo>
                  <a:lnTo>
                    <a:pt x="5186934" y="3728593"/>
                  </a:lnTo>
                  <a:lnTo>
                    <a:pt x="5232019" y="3751961"/>
                  </a:lnTo>
                  <a:lnTo>
                    <a:pt x="5237861" y="3740658"/>
                  </a:lnTo>
                  <a:lnTo>
                    <a:pt x="5192775" y="3717290"/>
                  </a:lnTo>
                  <a:close/>
                </a:path>
                <a:path w="5628640" h="3956685">
                  <a:moveTo>
                    <a:pt x="5271770" y="3758184"/>
                  </a:moveTo>
                  <a:lnTo>
                    <a:pt x="5265928" y="3769487"/>
                  </a:lnTo>
                  <a:lnTo>
                    <a:pt x="5282184" y="3777869"/>
                  </a:lnTo>
                  <a:lnTo>
                    <a:pt x="5310886" y="3792982"/>
                  </a:lnTo>
                  <a:lnTo>
                    <a:pt x="5316728" y="3781679"/>
                  </a:lnTo>
                  <a:lnTo>
                    <a:pt x="5271770" y="3758184"/>
                  </a:lnTo>
                  <a:close/>
                </a:path>
                <a:path w="5628640" h="3956685">
                  <a:moveTo>
                    <a:pt x="5350510" y="3799459"/>
                  </a:moveTo>
                  <a:lnTo>
                    <a:pt x="5344541" y="3810635"/>
                  </a:lnTo>
                  <a:lnTo>
                    <a:pt x="5389498" y="3834384"/>
                  </a:lnTo>
                  <a:lnTo>
                    <a:pt x="5395468" y="3823208"/>
                  </a:lnTo>
                  <a:lnTo>
                    <a:pt x="5350510" y="3799459"/>
                  </a:lnTo>
                  <a:close/>
                </a:path>
                <a:path w="5628640" h="3956685">
                  <a:moveTo>
                    <a:pt x="5429122" y="3841115"/>
                  </a:moveTo>
                  <a:lnTo>
                    <a:pt x="5423154" y="3852291"/>
                  </a:lnTo>
                  <a:lnTo>
                    <a:pt x="5467858" y="3876421"/>
                  </a:lnTo>
                  <a:lnTo>
                    <a:pt x="5473826" y="3865245"/>
                  </a:lnTo>
                  <a:lnTo>
                    <a:pt x="5429122" y="3841115"/>
                  </a:lnTo>
                  <a:close/>
                </a:path>
                <a:path w="5628640" h="3956685">
                  <a:moveTo>
                    <a:pt x="5520817" y="3940556"/>
                  </a:moveTo>
                  <a:lnTo>
                    <a:pt x="5517121" y="3940556"/>
                  </a:lnTo>
                  <a:lnTo>
                    <a:pt x="5514340" y="3943096"/>
                  </a:lnTo>
                  <a:lnTo>
                    <a:pt x="5514213" y="3946652"/>
                  </a:lnTo>
                  <a:lnTo>
                    <a:pt x="5514086" y="3950208"/>
                  </a:lnTo>
                  <a:lnTo>
                    <a:pt x="5517001" y="3953256"/>
                  </a:lnTo>
                  <a:lnTo>
                    <a:pt x="5520309" y="3953256"/>
                  </a:lnTo>
                  <a:lnTo>
                    <a:pt x="5619369" y="3956304"/>
                  </a:lnTo>
                  <a:lnTo>
                    <a:pt x="5618703" y="3955034"/>
                  </a:lnTo>
                  <a:lnTo>
                    <a:pt x="5605398" y="3955034"/>
                  </a:lnTo>
                  <a:lnTo>
                    <a:pt x="5598033" y="3950462"/>
                  </a:lnTo>
                  <a:lnTo>
                    <a:pt x="5584806" y="3942492"/>
                  </a:lnTo>
                  <a:lnTo>
                    <a:pt x="5520817" y="3940556"/>
                  </a:lnTo>
                  <a:close/>
                </a:path>
                <a:path w="5628640" h="3956685">
                  <a:moveTo>
                    <a:pt x="5584806" y="3942492"/>
                  </a:moveTo>
                  <a:lnTo>
                    <a:pt x="5598033" y="3950462"/>
                  </a:lnTo>
                  <a:lnTo>
                    <a:pt x="5605398" y="3955034"/>
                  </a:lnTo>
                  <a:lnTo>
                    <a:pt x="5606903" y="3952621"/>
                  </a:lnTo>
                  <a:lnTo>
                    <a:pt x="5603113" y="3952621"/>
                  </a:lnTo>
                  <a:lnTo>
                    <a:pt x="5598177" y="3943223"/>
                  </a:lnTo>
                  <a:lnTo>
                    <a:pt x="5598003" y="3942891"/>
                  </a:lnTo>
                  <a:lnTo>
                    <a:pt x="5584806" y="3942492"/>
                  </a:lnTo>
                  <a:close/>
                </a:path>
                <a:path w="5628640" h="3956685">
                  <a:moveTo>
                    <a:pt x="5567934" y="3864229"/>
                  </a:moveTo>
                  <a:lnTo>
                    <a:pt x="5564759" y="3865880"/>
                  </a:lnTo>
                  <a:lnTo>
                    <a:pt x="5561711" y="3867531"/>
                  </a:lnTo>
                  <a:lnTo>
                    <a:pt x="5560568" y="3871341"/>
                  </a:lnTo>
                  <a:lnTo>
                    <a:pt x="5562092" y="3874516"/>
                  </a:lnTo>
                  <a:lnTo>
                    <a:pt x="5592415" y="3932252"/>
                  </a:lnTo>
                  <a:lnTo>
                    <a:pt x="5604510" y="3939540"/>
                  </a:lnTo>
                  <a:lnTo>
                    <a:pt x="5612130" y="3944239"/>
                  </a:lnTo>
                  <a:lnTo>
                    <a:pt x="5605398" y="3955034"/>
                  </a:lnTo>
                  <a:lnTo>
                    <a:pt x="5618703" y="3955034"/>
                  </a:lnTo>
                  <a:lnTo>
                    <a:pt x="5573395" y="3868547"/>
                  </a:lnTo>
                  <a:lnTo>
                    <a:pt x="5571744" y="3865499"/>
                  </a:lnTo>
                  <a:lnTo>
                    <a:pt x="5567934" y="3864229"/>
                  </a:lnTo>
                  <a:close/>
                </a:path>
                <a:path w="5628640" h="3956685">
                  <a:moveTo>
                    <a:pt x="5598003" y="3942891"/>
                  </a:moveTo>
                  <a:lnTo>
                    <a:pt x="5603113" y="3952621"/>
                  </a:lnTo>
                  <a:lnTo>
                    <a:pt x="5608955" y="3943223"/>
                  </a:lnTo>
                  <a:lnTo>
                    <a:pt x="5598003" y="3942891"/>
                  </a:lnTo>
                  <a:close/>
                </a:path>
                <a:path w="5628640" h="3956685">
                  <a:moveTo>
                    <a:pt x="5592415" y="3932252"/>
                  </a:moveTo>
                  <a:lnTo>
                    <a:pt x="5598003" y="3942891"/>
                  </a:lnTo>
                  <a:lnTo>
                    <a:pt x="5608955" y="3943223"/>
                  </a:lnTo>
                  <a:lnTo>
                    <a:pt x="5603113" y="3952621"/>
                  </a:lnTo>
                  <a:lnTo>
                    <a:pt x="5606903" y="3952621"/>
                  </a:lnTo>
                  <a:lnTo>
                    <a:pt x="5612130" y="3944239"/>
                  </a:lnTo>
                  <a:lnTo>
                    <a:pt x="5604510" y="3939540"/>
                  </a:lnTo>
                  <a:lnTo>
                    <a:pt x="5592415" y="3932252"/>
                  </a:lnTo>
                  <a:close/>
                </a:path>
                <a:path w="5628640" h="3956685">
                  <a:moveTo>
                    <a:pt x="5584697" y="3927602"/>
                  </a:moveTo>
                  <a:lnTo>
                    <a:pt x="5578220" y="3938524"/>
                  </a:lnTo>
                  <a:lnTo>
                    <a:pt x="5584806" y="3942492"/>
                  </a:lnTo>
                  <a:lnTo>
                    <a:pt x="5598003" y="3942891"/>
                  </a:lnTo>
                  <a:lnTo>
                    <a:pt x="5592415" y="3932252"/>
                  </a:lnTo>
                  <a:lnTo>
                    <a:pt x="5584697" y="3927602"/>
                  </a:lnTo>
                  <a:close/>
                </a:path>
                <a:path w="5628640" h="3956685">
                  <a:moveTo>
                    <a:pt x="5507355" y="3883533"/>
                  </a:moveTo>
                  <a:lnTo>
                    <a:pt x="5501132" y="3894709"/>
                  </a:lnTo>
                  <a:lnTo>
                    <a:pt x="5545455" y="3919474"/>
                  </a:lnTo>
                  <a:lnTo>
                    <a:pt x="5551678" y="3908425"/>
                  </a:lnTo>
                  <a:lnTo>
                    <a:pt x="5507355" y="3883533"/>
                  </a:lnTo>
                  <a:close/>
                </a:path>
              </a:pathLst>
            </a:custGeom>
            <a:solidFill>
              <a:srgbClr val="D44E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1" name="object 5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r>
              <a:rPr dirty="0" spc="-25"/>
              <a:t>24</a:t>
            </a:r>
          </a:p>
        </p:txBody>
      </p:sp>
      <p:sp>
        <p:nvSpPr>
          <p:cNvPr id="52" name="object 5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3702" y="2718892"/>
            <a:ext cx="6976109" cy="1154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400" spc="-10">
                <a:solidFill>
                  <a:srgbClr val="FFFFFF"/>
                </a:solidFill>
              </a:rPr>
              <a:t>CONCLUSIONS</a:t>
            </a:r>
            <a:endParaRPr sz="7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4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Conclusions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56108" y="6329015"/>
            <a:ext cx="208279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300" spc="-25">
                <a:solidFill>
                  <a:srgbClr val="7E7E7E"/>
                </a:solidFill>
                <a:latin typeface="Arial"/>
                <a:cs typeface="Arial"/>
              </a:rPr>
              <a:t>26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78358" y="1045590"/>
            <a:ext cx="11037570" cy="157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 marR="5080" indent="-233679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SzPct val="79166"/>
              <a:buChar char="•"/>
              <a:tabLst>
                <a:tab pos="245745" algn="l"/>
              </a:tabLst>
            </a:pPr>
            <a:r>
              <a:rPr dirty="0" sz="2400">
                <a:latin typeface="Arial"/>
                <a:cs typeface="Arial"/>
              </a:rPr>
              <a:t>Efficiency,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performance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flexibility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I/O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virtualization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solutions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important </a:t>
            </a:r>
            <a:r>
              <a:rPr dirty="0" sz="2400">
                <a:latin typeface="Arial"/>
                <a:cs typeface="Arial"/>
              </a:rPr>
              <a:t>ingredients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network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function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virtualization</a:t>
            </a:r>
            <a:endParaRPr sz="2400">
              <a:latin typeface="Arial"/>
              <a:cs typeface="Arial"/>
            </a:endParaRPr>
          </a:p>
          <a:p>
            <a:pPr marL="245745" marR="193040" indent="-233679">
              <a:lnSpc>
                <a:spcPct val="100000"/>
              </a:lnSpc>
              <a:spcBef>
                <a:spcPts val="695"/>
              </a:spcBef>
              <a:buClr>
                <a:srgbClr val="252525"/>
              </a:buClr>
              <a:buSzPct val="79166"/>
              <a:buChar char="•"/>
              <a:tabLst>
                <a:tab pos="245745" algn="l"/>
              </a:tabLst>
            </a:pPr>
            <a:r>
              <a:rPr dirty="0" sz="2400">
                <a:latin typeface="Arial"/>
                <a:cs typeface="Arial"/>
              </a:rPr>
              <a:t>KVM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provides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VirtIO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direct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assignment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offering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NFV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system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designers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the </a:t>
            </a:r>
            <a:r>
              <a:rPr dirty="0" sz="2400">
                <a:latin typeface="Arial"/>
                <a:cs typeface="Arial"/>
              </a:rPr>
              <a:t>possibility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choose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best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suited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solution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their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applications.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750564" y="1360932"/>
            <a:ext cx="4691380" cy="1689100"/>
            <a:chOff x="3750564" y="1360932"/>
            <a:chExt cx="4691380" cy="1689100"/>
          </a:xfrm>
        </p:grpSpPr>
        <p:sp>
          <p:nvSpPr>
            <p:cNvPr id="3" name="object 3" descr=""/>
            <p:cNvSpPr/>
            <p:nvPr/>
          </p:nvSpPr>
          <p:spPr>
            <a:xfrm>
              <a:off x="5670804" y="1360932"/>
              <a:ext cx="896619" cy="1689100"/>
            </a:xfrm>
            <a:custGeom>
              <a:avLst/>
              <a:gdLst/>
              <a:ahLst/>
              <a:cxnLst/>
              <a:rect l="l" t="t" r="r" b="b"/>
              <a:pathLst>
                <a:path w="896620" h="1689100">
                  <a:moveTo>
                    <a:pt x="891413" y="0"/>
                  </a:moveTo>
                  <a:lnTo>
                    <a:pt x="795782" y="0"/>
                  </a:lnTo>
                  <a:lnTo>
                    <a:pt x="448056" y="562101"/>
                  </a:lnTo>
                  <a:lnTo>
                    <a:pt x="95631" y="0"/>
                  </a:lnTo>
                  <a:lnTo>
                    <a:pt x="0" y="0"/>
                  </a:lnTo>
                  <a:lnTo>
                    <a:pt x="0" y="1688591"/>
                  </a:lnTo>
                  <a:lnTo>
                    <a:pt x="95631" y="1688591"/>
                  </a:lnTo>
                  <a:lnTo>
                    <a:pt x="448056" y="1126489"/>
                  </a:lnTo>
                  <a:lnTo>
                    <a:pt x="795782" y="1688591"/>
                  </a:lnTo>
                  <a:lnTo>
                    <a:pt x="896112" y="1688591"/>
                  </a:lnTo>
                  <a:lnTo>
                    <a:pt x="891413" y="1686305"/>
                  </a:lnTo>
                  <a:lnTo>
                    <a:pt x="891413" y="0"/>
                  </a:lnTo>
                  <a:close/>
                </a:path>
              </a:pathLst>
            </a:custGeom>
            <a:solidFill>
              <a:srgbClr val="7CB1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154168" y="1360932"/>
              <a:ext cx="516890" cy="1689100"/>
            </a:xfrm>
            <a:custGeom>
              <a:avLst/>
              <a:gdLst/>
              <a:ahLst/>
              <a:cxnLst/>
              <a:rect l="l" t="t" r="r" b="b"/>
              <a:pathLst>
                <a:path w="516889" h="1689100">
                  <a:moveTo>
                    <a:pt x="516636" y="842009"/>
                  </a:moveTo>
                  <a:lnTo>
                    <a:pt x="0" y="1688591"/>
                  </a:lnTo>
                  <a:lnTo>
                    <a:pt x="516636" y="1688591"/>
                  </a:lnTo>
                  <a:lnTo>
                    <a:pt x="516636" y="842009"/>
                  </a:lnTo>
                  <a:close/>
                </a:path>
                <a:path w="516889" h="1689100">
                  <a:moveTo>
                    <a:pt x="516636" y="0"/>
                  </a:moveTo>
                  <a:lnTo>
                    <a:pt x="0" y="0"/>
                  </a:lnTo>
                  <a:lnTo>
                    <a:pt x="516636" y="842009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9484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562344" y="1360932"/>
              <a:ext cx="521334" cy="1689100"/>
            </a:xfrm>
            <a:custGeom>
              <a:avLst/>
              <a:gdLst/>
              <a:ahLst/>
              <a:cxnLst/>
              <a:rect l="l" t="t" r="r" b="b"/>
              <a:pathLst>
                <a:path w="521334" h="1689100">
                  <a:moveTo>
                    <a:pt x="521207" y="0"/>
                  </a:moveTo>
                  <a:lnTo>
                    <a:pt x="0" y="0"/>
                  </a:lnTo>
                  <a:lnTo>
                    <a:pt x="0" y="1686305"/>
                  </a:lnTo>
                  <a:lnTo>
                    <a:pt x="4699" y="1688591"/>
                  </a:lnTo>
                  <a:lnTo>
                    <a:pt x="521207" y="1688591"/>
                  </a:lnTo>
                  <a:lnTo>
                    <a:pt x="4699" y="842009"/>
                  </a:lnTo>
                  <a:lnTo>
                    <a:pt x="521207" y="0"/>
                  </a:lnTo>
                  <a:close/>
                </a:path>
              </a:pathLst>
            </a:custGeom>
            <a:solidFill>
              <a:srgbClr val="7397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566916" y="1360932"/>
              <a:ext cx="1874520" cy="1689100"/>
            </a:xfrm>
            <a:custGeom>
              <a:avLst/>
              <a:gdLst/>
              <a:ahLst/>
              <a:cxnLst/>
              <a:rect l="l" t="t" r="r" b="b"/>
              <a:pathLst>
                <a:path w="1874520" h="1689100">
                  <a:moveTo>
                    <a:pt x="1260602" y="0"/>
                  </a:moveTo>
                  <a:lnTo>
                    <a:pt x="515874" y="0"/>
                  </a:lnTo>
                  <a:lnTo>
                    <a:pt x="0" y="842009"/>
                  </a:lnTo>
                  <a:lnTo>
                    <a:pt x="515874" y="1688591"/>
                  </a:lnTo>
                  <a:lnTo>
                    <a:pt x="515874" y="1315465"/>
                  </a:lnTo>
                  <a:lnTo>
                    <a:pt x="1393570" y="1315465"/>
                  </a:lnTo>
                  <a:lnTo>
                    <a:pt x="1489328" y="1306067"/>
                  </a:lnTo>
                  <a:lnTo>
                    <a:pt x="1570989" y="1287398"/>
                  </a:lnTo>
                  <a:lnTo>
                    <a:pt x="1643379" y="1257172"/>
                  </a:lnTo>
                  <a:lnTo>
                    <a:pt x="1701800" y="1215135"/>
                  </a:lnTo>
                  <a:lnTo>
                    <a:pt x="1750822" y="1166114"/>
                  </a:lnTo>
                  <a:lnTo>
                    <a:pt x="1792858" y="1107820"/>
                  </a:lnTo>
                  <a:lnTo>
                    <a:pt x="1823211" y="1047241"/>
                  </a:lnTo>
                  <a:lnTo>
                    <a:pt x="1846452" y="981963"/>
                  </a:lnTo>
                  <a:lnTo>
                    <a:pt x="1862835" y="914272"/>
                  </a:lnTo>
                  <a:lnTo>
                    <a:pt x="1866224" y="893317"/>
                  </a:lnTo>
                  <a:lnTo>
                    <a:pt x="515874" y="893317"/>
                  </a:lnTo>
                  <a:lnTo>
                    <a:pt x="515874" y="417448"/>
                  </a:lnTo>
                  <a:lnTo>
                    <a:pt x="1862289" y="417448"/>
                  </a:lnTo>
                  <a:lnTo>
                    <a:pt x="1846452" y="347471"/>
                  </a:lnTo>
                  <a:lnTo>
                    <a:pt x="1823211" y="279907"/>
                  </a:lnTo>
                  <a:lnTo>
                    <a:pt x="1792858" y="216915"/>
                  </a:lnTo>
                  <a:lnTo>
                    <a:pt x="1750822" y="163321"/>
                  </a:lnTo>
                  <a:lnTo>
                    <a:pt x="1701800" y="114300"/>
                  </a:lnTo>
                  <a:lnTo>
                    <a:pt x="1638807" y="76962"/>
                  </a:lnTo>
                  <a:lnTo>
                    <a:pt x="1564004" y="42037"/>
                  </a:lnTo>
                  <a:lnTo>
                    <a:pt x="1477644" y="18668"/>
                  </a:lnTo>
                  <a:lnTo>
                    <a:pt x="1374902" y="4698"/>
                  </a:lnTo>
                  <a:lnTo>
                    <a:pt x="1260602" y="0"/>
                  </a:lnTo>
                  <a:close/>
                </a:path>
                <a:path w="1874520" h="1689100">
                  <a:moveTo>
                    <a:pt x="1862289" y="417448"/>
                  </a:moveTo>
                  <a:lnTo>
                    <a:pt x="1176527" y="417448"/>
                  </a:lnTo>
                  <a:lnTo>
                    <a:pt x="1244218" y="424433"/>
                  </a:lnTo>
                  <a:lnTo>
                    <a:pt x="1302638" y="438530"/>
                  </a:lnTo>
                  <a:lnTo>
                    <a:pt x="1339977" y="466470"/>
                  </a:lnTo>
                  <a:lnTo>
                    <a:pt x="1367916" y="501395"/>
                  </a:lnTo>
                  <a:lnTo>
                    <a:pt x="1382013" y="543432"/>
                  </a:lnTo>
                  <a:lnTo>
                    <a:pt x="1391284" y="597026"/>
                  </a:lnTo>
                  <a:lnTo>
                    <a:pt x="1391284" y="680973"/>
                  </a:lnTo>
                  <a:lnTo>
                    <a:pt x="1386585" y="723010"/>
                  </a:lnTo>
                  <a:lnTo>
                    <a:pt x="1374902" y="767333"/>
                  </a:lnTo>
                  <a:lnTo>
                    <a:pt x="1360931" y="806957"/>
                  </a:lnTo>
                  <a:lnTo>
                    <a:pt x="1337563" y="842009"/>
                  </a:lnTo>
                  <a:lnTo>
                    <a:pt x="1307210" y="872235"/>
                  </a:lnTo>
                  <a:lnTo>
                    <a:pt x="1267586" y="890904"/>
                  </a:lnTo>
                  <a:lnTo>
                    <a:pt x="1220851" y="893317"/>
                  </a:lnTo>
                  <a:lnTo>
                    <a:pt x="1866224" y="893317"/>
                  </a:lnTo>
                  <a:lnTo>
                    <a:pt x="1874519" y="842009"/>
                  </a:lnTo>
                  <a:lnTo>
                    <a:pt x="1874519" y="496823"/>
                  </a:lnTo>
                  <a:lnTo>
                    <a:pt x="1862835" y="419862"/>
                  </a:lnTo>
                  <a:lnTo>
                    <a:pt x="1862289" y="417448"/>
                  </a:lnTo>
                  <a:close/>
                </a:path>
              </a:pathLst>
            </a:custGeom>
            <a:solidFill>
              <a:srgbClr val="C6D2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750564" y="1360932"/>
              <a:ext cx="1920239" cy="1689100"/>
            </a:xfrm>
            <a:custGeom>
              <a:avLst/>
              <a:gdLst/>
              <a:ahLst/>
              <a:cxnLst/>
              <a:rect l="l" t="t" r="r" b="b"/>
              <a:pathLst>
                <a:path w="1920239" h="1689100">
                  <a:moveTo>
                    <a:pt x="520319" y="0"/>
                  </a:moveTo>
                  <a:lnTo>
                    <a:pt x="0" y="0"/>
                  </a:lnTo>
                  <a:lnTo>
                    <a:pt x="0" y="1688591"/>
                  </a:lnTo>
                  <a:lnTo>
                    <a:pt x="520319" y="1688591"/>
                  </a:lnTo>
                  <a:lnTo>
                    <a:pt x="520319" y="669416"/>
                  </a:lnTo>
                  <a:lnTo>
                    <a:pt x="1098194" y="669416"/>
                  </a:lnTo>
                  <a:lnTo>
                    <a:pt x="520319" y="0"/>
                  </a:lnTo>
                  <a:close/>
                </a:path>
                <a:path w="1920239" h="1689100">
                  <a:moveTo>
                    <a:pt x="1098194" y="669416"/>
                  </a:moveTo>
                  <a:lnTo>
                    <a:pt x="520319" y="669416"/>
                  </a:lnTo>
                  <a:lnTo>
                    <a:pt x="1402207" y="1688591"/>
                  </a:lnTo>
                  <a:lnTo>
                    <a:pt x="1810354" y="1021588"/>
                  </a:lnTo>
                  <a:lnTo>
                    <a:pt x="1402207" y="1021588"/>
                  </a:lnTo>
                  <a:lnTo>
                    <a:pt x="1098194" y="669416"/>
                  </a:lnTo>
                  <a:close/>
                </a:path>
                <a:path w="1920239" h="1689100">
                  <a:moveTo>
                    <a:pt x="1402207" y="0"/>
                  </a:moveTo>
                  <a:lnTo>
                    <a:pt x="1402207" y="1021588"/>
                  </a:lnTo>
                  <a:lnTo>
                    <a:pt x="1810354" y="1021588"/>
                  </a:lnTo>
                  <a:lnTo>
                    <a:pt x="1920239" y="842009"/>
                  </a:lnTo>
                  <a:lnTo>
                    <a:pt x="1402207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3364991" y="3892296"/>
            <a:ext cx="21590" cy="1035050"/>
          </a:xfrm>
          <a:custGeom>
            <a:avLst/>
            <a:gdLst/>
            <a:ahLst/>
            <a:cxnLst/>
            <a:rect l="l" t="t" r="r" b="b"/>
            <a:pathLst>
              <a:path w="21589" h="1035050">
                <a:moveTo>
                  <a:pt x="21336" y="0"/>
                </a:moveTo>
                <a:lnTo>
                  <a:pt x="0" y="0"/>
                </a:lnTo>
                <a:lnTo>
                  <a:pt x="0" y="1034795"/>
                </a:lnTo>
                <a:lnTo>
                  <a:pt x="21336" y="1034795"/>
                </a:lnTo>
                <a:lnTo>
                  <a:pt x="213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805671" y="3892296"/>
            <a:ext cx="21590" cy="1035050"/>
          </a:xfrm>
          <a:custGeom>
            <a:avLst/>
            <a:gdLst/>
            <a:ahLst/>
            <a:cxnLst/>
            <a:rect l="l" t="t" r="r" b="b"/>
            <a:pathLst>
              <a:path w="21590" h="1035050">
                <a:moveTo>
                  <a:pt x="21335" y="0"/>
                </a:moveTo>
                <a:lnTo>
                  <a:pt x="0" y="0"/>
                </a:lnTo>
                <a:lnTo>
                  <a:pt x="0" y="1034795"/>
                </a:lnTo>
                <a:lnTo>
                  <a:pt x="21335" y="1034795"/>
                </a:lnTo>
                <a:lnTo>
                  <a:pt x="213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723132" y="4058411"/>
            <a:ext cx="195580" cy="309880"/>
          </a:xfrm>
          <a:custGeom>
            <a:avLst/>
            <a:gdLst/>
            <a:ahLst/>
            <a:cxnLst/>
            <a:rect l="l" t="t" r="r" b="b"/>
            <a:pathLst>
              <a:path w="195579" h="309879">
                <a:moveTo>
                  <a:pt x="108584" y="0"/>
                </a:moveTo>
                <a:lnTo>
                  <a:pt x="43179" y="17271"/>
                </a:lnTo>
                <a:lnTo>
                  <a:pt x="11048" y="60579"/>
                </a:lnTo>
                <a:lnTo>
                  <a:pt x="8635" y="81661"/>
                </a:lnTo>
                <a:lnTo>
                  <a:pt x="13588" y="116331"/>
                </a:lnTo>
                <a:lnTo>
                  <a:pt x="28447" y="138556"/>
                </a:lnTo>
                <a:lnTo>
                  <a:pt x="45719" y="155956"/>
                </a:lnTo>
                <a:lnTo>
                  <a:pt x="67944" y="164592"/>
                </a:lnTo>
                <a:lnTo>
                  <a:pt x="93852" y="173227"/>
                </a:lnTo>
                <a:lnTo>
                  <a:pt x="117347" y="181863"/>
                </a:lnTo>
                <a:lnTo>
                  <a:pt x="134619" y="190626"/>
                </a:lnTo>
                <a:lnTo>
                  <a:pt x="149351" y="205486"/>
                </a:lnTo>
                <a:lnTo>
                  <a:pt x="154304" y="222757"/>
                </a:lnTo>
                <a:lnTo>
                  <a:pt x="149351" y="246252"/>
                </a:lnTo>
                <a:lnTo>
                  <a:pt x="134619" y="259842"/>
                </a:lnTo>
                <a:lnTo>
                  <a:pt x="114807" y="268477"/>
                </a:lnTo>
                <a:lnTo>
                  <a:pt x="93852" y="272288"/>
                </a:lnTo>
                <a:lnTo>
                  <a:pt x="71627" y="268477"/>
                </a:lnTo>
                <a:lnTo>
                  <a:pt x="50672" y="259842"/>
                </a:lnTo>
                <a:lnTo>
                  <a:pt x="34543" y="240030"/>
                </a:lnTo>
                <a:lnTo>
                  <a:pt x="0" y="268477"/>
                </a:lnTo>
                <a:lnTo>
                  <a:pt x="25907" y="292100"/>
                </a:lnTo>
                <a:lnTo>
                  <a:pt x="56768" y="306958"/>
                </a:lnTo>
                <a:lnTo>
                  <a:pt x="93852" y="309371"/>
                </a:lnTo>
                <a:lnTo>
                  <a:pt x="125983" y="306958"/>
                </a:lnTo>
                <a:lnTo>
                  <a:pt x="154304" y="294513"/>
                </a:lnTo>
                <a:lnTo>
                  <a:pt x="177800" y="274700"/>
                </a:lnTo>
                <a:lnTo>
                  <a:pt x="192658" y="251206"/>
                </a:lnTo>
                <a:lnTo>
                  <a:pt x="195071" y="220218"/>
                </a:lnTo>
                <a:lnTo>
                  <a:pt x="192658" y="188087"/>
                </a:lnTo>
                <a:lnTo>
                  <a:pt x="177800" y="168275"/>
                </a:lnTo>
                <a:lnTo>
                  <a:pt x="157987" y="153415"/>
                </a:lnTo>
                <a:lnTo>
                  <a:pt x="134619" y="142367"/>
                </a:lnTo>
                <a:lnTo>
                  <a:pt x="111125" y="136144"/>
                </a:lnTo>
                <a:lnTo>
                  <a:pt x="88900" y="127507"/>
                </a:lnTo>
                <a:lnTo>
                  <a:pt x="67944" y="116331"/>
                </a:lnTo>
                <a:lnTo>
                  <a:pt x="56768" y="103886"/>
                </a:lnTo>
                <a:lnTo>
                  <a:pt x="50672" y="81661"/>
                </a:lnTo>
                <a:lnTo>
                  <a:pt x="54355" y="66801"/>
                </a:lnTo>
                <a:lnTo>
                  <a:pt x="62991" y="51943"/>
                </a:lnTo>
                <a:lnTo>
                  <a:pt x="80263" y="40893"/>
                </a:lnTo>
                <a:lnTo>
                  <a:pt x="108584" y="38354"/>
                </a:lnTo>
                <a:lnTo>
                  <a:pt x="140715" y="43306"/>
                </a:lnTo>
                <a:lnTo>
                  <a:pt x="160527" y="64388"/>
                </a:lnTo>
                <a:lnTo>
                  <a:pt x="192658" y="32131"/>
                </a:lnTo>
                <a:lnTo>
                  <a:pt x="169163" y="12318"/>
                </a:lnTo>
                <a:lnTo>
                  <a:pt x="140715" y="3682"/>
                </a:lnTo>
                <a:lnTo>
                  <a:pt x="1085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977640" y="4058411"/>
            <a:ext cx="749935" cy="309880"/>
          </a:xfrm>
          <a:custGeom>
            <a:avLst/>
            <a:gdLst/>
            <a:ahLst/>
            <a:cxnLst/>
            <a:rect l="l" t="t" r="r" b="b"/>
            <a:pathLst>
              <a:path w="749935" h="309879">
                <a:moveTo>
                  <a:pt x="198120" y="264668"/>
                </a:moveTo>
                <a:lnTo>
                  <a:pt x="39624" y="264668"/>
                </a:lnTo>
                <a:lnTo>
                  <a:pt x="39624" y="169418"/>
                </a:lnTo>
                <a:lnTo>
                  <a:pt x="180721" y="169418"/>
                </a:lnTo>
                <a:lnTo>
                  <a:pt x="180721" y="132588"/>
                </a:lnTo>
                <a:lnTo>
                  <a:pt x="39624" y="132588"/>
                </a:lnTo>
                <a:lnTo>
                  <a:pt x="39624" y="43688"/>
                </a:lnTo>
                <a:lnTo>
                  <a:pt x="189484" y="43688"/>
                </a:lnTo>
                <a:lnTo>
                  <a:pt x="189484" y="5588"/>
                </a:lnTo>
                <a:lnTo>
                  <a:pt x="0" y="5588"/>
                </a:lnTo>
                <a:lnTo>
                  <a:pt x="0" y="43688"/>
                </a:lnTo>
                <a:lnTo>
                  <a:pt x="0" y="132588"/>
                </a:lnTo>
                <a:lnTo>
                  <a:pt x="0" y="169418"/>
                </a:lnTo>
                <a:lnTo>
                  <a:pt x="0" y="264668"/>
                </a:lnTo>
                <a:lnTo>
                  <a:pt x="0" y="301498"/>
                </a:lnTo>
                <a:lnTo>
                  <a:pt x="198120" y="301498"/>
                </a:lnTo>
                <a:lnTo>
                  <a:pt x="198120" y="264668"/>
                </a:lnTo>
                <a:close/>
              </a:path>
              <a:path w="749935" h="309879">
                <a:moveTo>
                  <a:pt x="490728" y="257429"/>
                </a:moveTo>
                <a:lnTo>
                  <a:pt x="456184" y="233934"/>
                </a:lnTo>
                <a:lnTo>
                  <a:pt x="435229" y="254889"/>
                </a:lnTo>
                <a:lnTo>
                  <a:pt x="410591" y="268478"/>
                </a:lnTo>
                <a:lnTo>
                  <a:pt x="341630" y="266065"/>
                </a:lnTo>
                <a:lnTo>
                  <a:pt x="289941" y="225171"/>
                </a:lnTo>
                <a:lnTo>
                  <a:pt x="268986" y="155956"/>
                </a:lnTo>
                <a:lnTo>
                  <a:pt x="275082" y="118745"/>
                </a:lnTo>
                <a:lnTo>
                  <a:pt x="289941" y="86614"/>
                </a:lnTo>
                <a:lnTo>
                  <a:pt x="312039" y="60579"/>
                </a:lnTo>
                <a:lnTo>
                  <a:pt x="344170" y="43307"/>
                </a:lnTo>
                <a:lnTo>
                  <a:pt x="378587" y="38354"/>
                </a:lnTo>
                <a:lnTo>
                  <a:pt x="406908" y="40894"/>
                </a:lnTo>
                <a:lnTo>
                  <a:pt x="430403" y="51943"/>
                </a:lnTo>
                <a:lnTo>
                  <a:pt x="450088" y="69342"/>
                </a:lnTo>
                <a:lnTo>
                  <a:pt x="484505" y="46990"/>
                </a:lnTo>
                <a:lnTo>
                  <a:pt x="456184" y="21082"/>
                </a:lnTo>
                <a:lnTo>
                  <a:pt x="419227" y="3683"/>
                </a:lnTo>
                <a:lnTo>
                  <a:pt x="381127" y="0"/>
                </a:lnTo>
                <a:lnTo>
                  <a:pt x="329311" y="6223"/>
                </a:lnTo>
                <a:lnTo>
                  <a:pt x="286258" y="29718"/>
                </a:lnTo>
                <a:lnTo>
                  <a:pt x="255397" y="60579"/>
                </a:lnTo>
                <a:lnTo>
                  <a:pt x="235712" y="103886"/>
                </a:lnTo>
                <a:lnTo>
                  <a:pt x="227076" y="155956"/>
                </a:lnTo>
                <a:lnTo>
                  <a:pt x="232029" y="194310"/>
                </a:lnTo>
                <a:lnTo>
                  <a:pt x="246761" y="231394"/>
                </a:lnTo>
                <a:lnTo>
                  <a:pt x="298577" y="285877"/>
                </a:lnTo>
                <a:lnTo>
                  <a:pt x="335534" y="303149"/>
                </a:lnTo>
                <a:lnTo>
                  <a:pt x="378587" y="309372"/>
                </a:lnTo>
                <a:lnTo>
                  <a:pt x="415544" y="306959"/>
                </a:lnTo>
                <a:lnTo>
                  <a:pt x="443865" y="294513"/>
                </a:lnTo>
                <a:lnTo>
                  <a:pt x="467360" y="283337"/>
                </a:lnTo>
                <a:lnTo>
                  <a:pt x="482092" y="268478"/>
                </a:lnTo>
                <a:lnTo>
                  <a:pt x="490728" y="257429"/>
                </a:lnTo>
                <a:close/>
              </a:path>
              <a:path w="749935" h="309879">
                <a:moveTo>
                  <a:pt x="749808" y="6096"/>
                </a:moveTo>
                <a:lnTo>
                  <a:pt x="710692" y="6096"/>
                </a:lnTo>
                <a:lnTo>
                  <a:pt x="710692" y="211582"/>
                </a:lnTo>
                <a:lnTo>
                  <a:pt x="702056" y="233807"/>
                </a:lnTo>
                <a:lnTo>
                  <a:pt x="687324" y="254889"/>
                </a:lnTo>
                <a:lnTo>
                  <a:pt x="667766" y="268478"/>
                </a:lnTo>
                <a:lnTo>
                  <a:pt x="639572" y="272288"/>
                </a:lnTo>
                <a:lnTo>
                  <a:pt x="607822" y="268478"/>
                </a:lnTo>
                <a:lnTo>
                  <a:pt x="588264" y="254889"/>
                </a:lnTo>
                <a:lnTo>
                  <a:pt x="573532" y="233807"/>
                </a:lnTo>
                <a:lnTo>
                  <a:pt x="568579" y="211582"/>
                </a:lnTo>
                <a:lnTo>
                  <a:pt x="564896" y="188087"/>
                </a:lnTo>
                <a:lnTo>
                  <a:pt x="564896" y="6096"/>
                </a:lnTo>
                <a:lnTo>
                  <a:pt x="525780" y="6096"/>
                </a:lnTo>
                <a:lnTo>
                  <a:pt x="525780" y="194310"/>
                </a:lnTo>
                <a:lnTo>
                  <a:pt x="530733" y="233807"/>
                </a:lnTo>
                <a:lnTo>
                  <a:pt x="545338" y="266065"/>
                </a:lnTo>
                <a:lnTo>
                  <a:pt x="571119" y="289560"/>
                </a:lnTo>
                <a:lnTo>
                  <a:pt x="601726" y="303149"/>
                </a:lnTo>
                <a:lnTo>
                  <a:pt x="639572" y="309372"/>
                </a:lnTo>
                <a:lnTo>
                  <a:pt x="673862" y="303149"/>
                </a:lnTo>
                <a:lnTo>
                  <a:pt x="704469" y="289560"/>
                </a:lnTo>
                <a:lnTo>
                  <a:pt x="730250" y="266065"/>
                </a:lnTo>
                <a:lnTo>
                  <a:pt x="744855" y="233807"/>
                </a:lnTo>
                <a:lnTo>
                  <a:pt x="749808" y="194310"/>
                </a:lnTo>
                <a:lnTo>
                  <a:pt x="7498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800600" y="4064000"/>
            <a:ext cx="449580" cy="296545"/>
          </a:xfrm>
          <a:custGeom>
            <a:avLst/>
            <a:gdLst/>
            <a:ahLst/>
            <a:cxnLst/>
            <a:rect l="l" t="t" r="r" b="b"/>
            <a:pathLst>
              <a:path w="449579" h="296545">
                <a:moveTo>
                  <a:pt x="210312" y="296164"/>
                </a:moveTo>
                <a:lnTo>
                  <a:pt x="129247" y="166751"/>
                </a:lnTo>
                <a:lnTo>
                  <a:pt x="126238" y="161925"/>
                </a:lnTo>
                <a:lnTo>
                  <a:pt x="154686" y="153289"/>
                </a:lnTo>
                <a:lnTo>
                  <a:pt x="178181" y="136017"/>
                </a:lnTo>
                <a:lnTo>
                  <a:pt x="181749" y="129794"/>
                </a:lnTo>
                <a:lnTo>
                  <a:pt x="193040" y="110109"/>
                </a:lnTo>
                <a:lnTo>
                  <a:pt x="197993" y="84328"/>
                </a:lnTo>
                <a:lnTo>
                  <a:pt x="195453" y="63373"/>
                </a:lnTo>
                <a:lnTo>
                  <a:pt x="189230" y="46101"/>
                </a:lnTo>
                <a:lnTo>
                  <a:pt x="182156" y="35052"/>
                </a:lnTo>
                <a:lnTo>
                  <a:pt x="178181" y="28829"/>
                </a:lnTo>
                <a:lnTo>
                  <a:pt x="160782" y="15240"/>
                </a:lnTo>
                <a:lnTo>
                  <a:pt x="154686" y="12344"/>
                </a:lnTo>
                <a:lnTo>
                  <a:pt x="154686" y="84328"/>
                </a:lnTo>
                <a:lnTo>
                  <a:pt x="152146" y="104013"/>
                </a:lnTo>
                <a:lnTo>
                  <a:pt x="140970" y="118745"/>
                </a:lnTo>
                <a:lnTo>
                  <a:pt x="126238" y="127381"/>
                </a:lnTo>
                <a:lnTo>
                  <a:pt x="108839" y="129794"/>
                </a:lnTo>
                <a:lnTo>
                  <a:pt x="39624" y="129794"/>
                </a:lnTo>
                <a:lnTo>
                  <a:pt x="39624" y="35052"/>
                </a:lnTo>
                <a:lnTo>
                  <a:pt x="91567" y="35052"/>
                </a:lnTo>
                <a:lnTo>
                  <a:pt x="140970" y="49784"/>
                </a:lnTo>
                <a:lnTo>
                  <a:pt x="154686" y="84328"/>
                </a:lnTo>
                <a:lnTo>
                  <a:pt x="154686" y="12344"/>
                </a:lnTo>
                <a:lnTo>
                  <a:pt x="134874" y="2921"/>
                </a:lnTo>
                <a:lnTo>
                  <a:pt x="102743" y="508"/>
                </a:lnTo>
                <a:lnTo>
                  <a:pt x="0" y="508"/>
                </a:lnTo>
                <a:lnTo>
                  <a:pt x="0" y="296164"/>
                </a:lnTo>
                <a:lnTo>
                  <a:pt x="39624" y="296164"/>
                </a:lnTo>
                <a:lnTo>
                  <a:pt x="39624" y="166751"/>
                </a:lnTo>
                <a:lnTo>
                  <a:pt x="82931" y="166751"/>
                </a:lnTo>
                <a:lnTo>
                  <a:pt x="158369" y="296164"/>
                </a:lnTo>
                <a:lnTo>
                  <a:pt x="210312" y="296164"/>
                </a:lnTo>
                <a:close/>
              </a:path>
              <a:path w="449579" h="296545">
                <a:moveTo>
                  <a:pt x="449580" y="259080"/>
                </a:moveTo>
                <a:lnTo>
                  <a:pt x="292100" y="259080"/>
                </a:lnTo>
                <a:lnTo>
                  <a:pt x="292100" y="163830"/>
                </a:lnTo>
                <a:lnTo>
                  <a:pt x="432308" y="163830"/>
                </a:lnTo>
                <a:lnTo>
                  <a:pt x="432308" y="127000"/>
                </a:lnTo>
                <a:lnTo>
                  <a:pt x="292100" y="127000"/>
                </a:lnTo>
                <a:lnTo>
                  <a:pt x="292100" y="38100"/>
                </a:lnTo>
                <a:lnTo>
                  <a:pt x="443484" y="38100"/>
                </a:lnTo>
                <a:lnTo>
                  <a:pt x="443484" y="0"/>
                </a:lnTo>
                <a:lnTo>
                  <a:pt x="251460" y="0"/>
                </a:lnTo>
                <a:lnTo>
                  <a:pt x="251460" y="38100"/>
                </a:lnTo>
                <a:lnTo>
                  <a:pt x="251460" y="127000"/>
                </a:lnTo>
                <a:lnTo>
                  <a:pt x="251460" y="163830"/>
                </a:lnTo>
                <a:lnTo>
                  <a:pt x="251460" y="259080"/>
                </a:lnTo>
                <a:lnTo>
                  <a:pt x="251460" y="295910"/>
                </a:lnTo>
                <a:lnTo>
                  <a:pt x="449580" y="295910"/>
                </a:lnTo>
                <a:lnTo>
                  <a:pt x="449580" y="259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405628" y="4058411"/>
            <a:ext cx="589915" cy="309880"/>
          </a:xfrm>
          <a:custGeom>
            <a:avLst/>
            <a:gdLst/>
            <a:ahLst/>
            <a:cxnLst/>
            <a:rect l="l" t="t" r="r" b="b"/>
            <a:pathLst>
              <a:path w="589914" h="309879">
                <a:moveTo>
                  <a:pt x="260604" y="257429"/>
                </a:moveTo>
                <a:lnTo>
                  <a:pt x="229743" y="233934"/>
                </a:lnTo>
                <a:lnTo>
                  <a:pt x="209931" y="254889"/>
                </a:lnTo>
                <a:lnTo>
                  <a:pt x="184023" y="268478"/>
                </a:lnTo>
                <a:lnTo>
                  <a:pt x="114808" y="266065"/>
                </a:lnTo>
                <a:lnTo>
                  <a:pt x="60579" y="225171"/>
                </a:lnTo>
                <a:lnTo>
                  <a:pt x="43180" y="155956"/>
                </a:lnTo>
                <a:lnTo>
                  <a:pt x="45720" y="118745"/>
                </a:lnTo>
                <a:lnTo>
                  <a:pt x="60579" y="86614"/>
                </a:lnTo>
                <a:lnTo>
                  <a:pt x="82804" y="60579"/>
                </a:lnTo>
                <a:lnTo>
                  <a:pt x="114808" y="43307"/>
                </a:lnTo>
                <a:lnTo>
                  <a:pt x="151892" y="38354"/>
                </a:lnTo>
                <a:lnTo>
                  <a:pt x="177800" y="40894"/>
                </a:lnTo>
                <a:lnTo>
                  <a:pt x="203835" y="51943"/>
                </a:lnTo>
                <a:lnTo>
                  <a:pt x="223520" y="69342"/>
                </a:lnTo>
                <a:lnTo>
                  <a:pt x="255651" y="46990"/>
                </a:lnTo>
                <a:lnTo>
                  <a:pt x="227203" y="21082"/>
                </a:lnTo>
                <a:lnTo>
                  <a:pt x="192659" y="3683"/>
                </a:lnTo>
                <a:lnTo>
                  <a:pt x="151892" y="0"/>
                </a:lnTo>
                <a:lnTo>
                  <a:pt x="102489" y="6223"/>
                </a:lnTo>
                <a:lnTo>
                  <a:pt x="60579" y="29718"/>
                </a:lnTo>
                <a:lnTo>
                  <a:pt x="25908" y="60579"/>
                </a:lnTo>
                <a:lnTo>
                  <a:pt x="4953" y="103886"/>
                </a:lnTo>
                <a:lnTo>
                  <a:pt x="0" y="155956"/>
                </a:lnTo>
                <a:lnTo>
                  <a:pt x="2413" y="194310"/>
                </a:lnTo>
                <a:lnTo>
                  <a:pt x="17272" y="231394"/>
                </a:lnTo>
                <a:lnTo>
                  <a:pt x="39497" y="263525"/>
                </a:lnTo>
                <a:lnTo>
                  <a:pt x="106172" y="303149"/>
                </a:lnTo>
                <a:lnTo>
                  <a:pt x="149479" y="309372"/>
                </a:lnTo>
                <a:lnTo>
                  <a:pt x="186436" y="306959"/>
                </a:lnTo>
                <a:lnTo>
                  <a:pt x="214884" y="294513"/>
                </a:lnTo>
                <a:lnTo>
                  <a:pt x="238379" y="283337"/>
                </a:lnTo>
                <a:lnTo>
                  <a:pt x="253238" y="268478"/>
                </a:lnTo>
                <a:lnTo>
                  <a:pt x="260604" y="257429"/>
                </a:lnTo>
                <a:close/>
              </a:path>
              <a:path w="589914" h="309879">
                <a:moveTo>
                  <a:pt x="589788" y="153416"/>
                </a:moveTo>
                <a:lnTo>
                  <a:pt x="581152" y="103886"/>
                </a:lnTo>
                <a:lnTo>
                  <a:pt x="561467" y="60579"/>
                </a:lnTo>
                <a:lnTo>
                  <a:pt x="546735" y="46380"/>
                </a:lnTo>
                <a:lnTo>
                  <a:pt x="546735" y="153416"/>
                </a:lnTo>
                <a:lnTo>
                  <a:pt x="541782" y="190627"/>
                </a:lnTo>
                <a:lnTo>
                  <a:pt x="527050" y="225171"/>
                </a:lnTo>
                <a:lnTo>
                  <a:pt x="503682" y="248793"/>
                </a:lnTo>
                <a:lnTo>
                  <a:pt x="472948" y="266065"/>
                </a:lnTo>
                <a:lnTo>
                  <a:pt x="434721" y="272288"/>
                </a:lnTo>
                <a:lnTo>
                  <a:pt x="397891" y="266065"/>
                </a:lnTo>
                <a:lnTo>
                  <a:pt x="369570" y="248793"/>
                </a:lnTo>
                <a:lnTo>
                  <a:pt x="343789" y="225171"/>
                </a:lnTo>
                <a:lnTo>
                  <a:pt x="328930" y="190627"/>
                </a:lnTo>
                <a:lnTo>
                  <a:pt x="326517" y="153416"/>
                </a:lnTo>
                <a:lnTo>
                  <a:pt x="328930" y="118745"/>
                </a:lnTo>
                <a:lnTo>
                  <a:pt x="343789" y="84201"/>
                </a:lnTo>
                <a:lnTo>
                  <a:pt x="369570" y="60579"/>
                </a:lnTo>
                <a:lnTo>
                  <a:pt x="397891" y="43307"/>
                </a:lnTo>
                <a:lnTo>
                  <a:pt x="434721" y="38354"/>
                </a:lnTo>
                <a:lnTo>
                  <a:pt x="472948" y="43307"/>
                </a:lnTo>
                <a:lnTo>
                  <a:pt x="503682" y="60579"/>
                </a:lnTo>
                <a:lnTo>
                  <a:pt x="527050" y="84201"/>
                </a:lnTo>
                <a:lnTo>
                  <a:pt x="541782" y="118745"/>
                </a:lnTo>
                <a:lnTo>
                  <a:pt x="546735" y="153416"/>
                </a:lnTo>
                <a:lnTo>
                  <a:pt x="546735" y="46380"/>
                </a:lnTo>
                <a:lnTo>
                  <a:pt x="538416" y="38354"/>
                </a:lnTo>
                <a:lnTo>
                  <a:pt x="529463" y="29718"/>
                </a:lnTo>
                <a:lnTo>
                  <a:pt x="486410" y="6223"/>
                </a:lnTo>
                <a:lnTo>
                  <a:pt x="434721" y="0"/>
                </a:lnTo>
                <a:lnTo>
                  <a:pt x="386842" y="6223"/>
                </a:lnTo>
                <a:lnTo>
                  <a:pt x="343789" y="29718"/>
                </a:lnTo>
                <a:lnTo>
                  <a:pt x="311785" y="60579"/>
                </a:lnTo>
                <a:lnTo>
                  <a:pt x="289560" y="103886"/>
                </a:lnTo>
                <a:lnTo>
                  <a:pt x="283464" y="153416"/>
                </a:lnTo>
                <a:lnTo>
                  <a:pt x="289560" y="205486"/>
                </a:lnTo>
                <a:lnTo>
                  <a:pt x="311785" y="248793"/>
                </a:lnTo>
                <a:lnTo>
                  <a:pt x="343789" y="280924"/>
                </a:lnTo>
                <a:lnTo>
                  <a:pt x="386842" y="303149"/>
                </a:lnTo>
                <a:lnTo>
                  <a:pt x="434721" y="309372"/>
                </a:lnTo>
                <a:lnTo>
                  <a:pt x="486410" y="303149"/>
                </a:lnTo>
                <a:lnTo>
                  <a:pt x="529463" y="280924"/>
                </a:lnTo>
                <a:lnTo>
                  <a:pt x="538060" y="272288"/>
                </a:lnTo>
                <a:lnTo>
                  <a:pt x="561467" y="248793"/>
                </a:lnTo>
                <a:lnTo>
                  <a:pt x="581152" y="205486"/>
                </a:lnTo>
                <a:lnTo>
                  <a:pt x="589788" y="153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053328" y="4064508"/>
            <a:ext cx="254635" cy="295910"/>
          </a:xfrm>
          <a:custGeom>
            <a:avLst/>
            <a:gdLst/>
            <a:ahLst/>
            <a:cxnLst/>
            <a:rect l="l" t="t" r="r" b="b"/>
            <a:pathLst>
              <a:path w="254635" h="295910">
                <a:moveTo>
                  <a:pt x="51688" y="0"/>
                </a:moveTo>
                <a:lnTo>
                  <a:pt x="0" y="0"/>
                </a:lnTo>
                <a:lnTo>
                  <a:pt x="0" y="295656"/>
                </a:lnTo>
                <a:lnTo>
                  <a:pt x="39370" y="295656"/>
                </a:lnTo>
                <a:lnTo>
                  <a:pt x="39370" y="51689"/>
                </a:lnTo>
                <a:lnTo>
                  <a:pt x="85538" y="51689"/>
                </a:lnTo>
                <a:lnTo>
                  <a:pt x="51688" y="0"/>
                </a:lnTo>
                <a:close/>
              </a:path>
              <a:path w="254635" h="295910">
                <a:moveTo>
                  <a:pt x="85538" y="51689"/>
                </a:moveTo>
                <a:lnTo>
                  <a:pt x="39370" y="51689"/>
                </a:lnTo>
                <a:lnTo>
                  <a:pt x="202819" y="295656"/>
                </a:lnTo>
                <a:lnTo>
                  <a:pt x="254508" y="295656"/>
                </a:lnTo>
                <a:lnTo>
                  <a:pt x="254508" y="243967"/>
                </a:lnTo>
                <a:lnTo>
                  <a:pt x="211455" y="243967"/>
                </a:lnTo>
                <a:lnTo>
                  <a:pt x="85538" y="51689"/>
                </a:lnTo>
                <a:close/>
              </a:path>
              <a:path w="254635" h="295910">
                <a:moveTo>
                  <a:pt x="254508" y="0"/>
                </a:moveTo>
                <a:lnTo>
                  <a:pt x="213995" y="0"/>
                </a:lnTo>
                <a:lnTo>
                  <a:pt x="213995" y="243967"/>
                </a:lnTo>
                <a:lnTo>
                  <a:pt x="254508" y="243967"/>
                </a:lnTo>
                <a:lnTo>
                  <a:pt x="2545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373367" y="4064508"/>
            <a:ext cx="256540" cy="295910"/>
          </a:xfrm>
          <a:custGeom>
            <a:avLst/>
            <a:gdLst/>
            <a:ahLst/>
            <a:cxnLst/>
            <a:rect l="l" t="t" r="r" b="b"/>
            <a:pathLst>
              <a:path w="256540" h="295910">
                <a:moveTo>
                  <a:pt x="51943" y="0"/>
                </a:moveTo>
                <a:lnTo>
                  <a:pt x="0" y="0"/>
                </a:lnTo>
                <a:lnTo>
                  <a:pt x="0" y="295656"/>
                </a:lnTo>
                <a:lnTo>
                  <a:pt x="40767" y="295656"/>
                </a:lnTo>
                <a:lnTo>
                  <a:pt x="40767" y="51689"/>
                </a:lnTo>
                <a:lnTo>
                  <a:pt x="86788" y="51689"/>
                </a:lnTo>
                <a:lnTo>
                  <a:pt x="51943" y="0"/>
                </a:lnTo>
                <a:close/>
              </a:path>
              <a:path w="256540" h="295910">
                <a:moveTo>
                  <a:pt x="86788" y="51689"/>
                </a:moveTo>
                <a:lnTo>
                  <a:pt x="40767" y="51689"/>
                </a:lnTo>
                <a:lnTo>
                  <a:pt x="205359" y="295656"/>
                </a:lnTo>
                <a:lnTo>
                  <a:pt x="256032" y="295656"/>
                </a:lnTo>
                <a:lnTo>
                  <a:pt x="256032" y="243967"/>
                </a:lnTo>
                <a:lnTo>
                  <a:pt x="216408" y="243967"/>
                </a:lnTo>
                <a:lnTo>
                  <a:pt x="86788" y="51689"/>
                </a:lnTo>
                <a:close/>
              </a:path>
              <a:path w="256540" h="295910">
                <a:moveTo>
                  <a:pt x="256032" y="0"/>
                </a:moveTo>
                <a:lnTo>
                  <a:pt x="216408" y="0"/>
                </a:lnTo>
                <a:lnTo>
                  <a:pt x="216408" y="243967"/>
                </a:lnTo>
                <a:lnTo>
                  <a:pt x="256032" y="243967"/>
                </a:lnTo>
                <a:lnTo>
                  <a:pt x="2560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705600" y="4058411"/>
            <a:ext cx="497205" cy="309880"/>
          </a:xfrm>
          <a:custGeom>
            <a:avLst/>
            <a:gdLst/>
            <a:ahLst/>
            <a:cxnLst/>
            <a:rect l="l" t="t" r="r" b="b"/>
            <a:pathLst>
              <a:path w="497204" h="309879">
                <a:moveTo>
                  <a:pt x="196596" y="264668"/>
                </a:moveTo>
                <a:lnTo>
                  <a:pt x="38354" y="264668"/>
                </a:lnTo>
                <a:lnTo>
                  <a:pt x="38354" y="169418"/>
                </a:lnTo>
                <a:lnTo>
                  <a:pt x="179324" y="169418"/>
                </a:lnTo>
                <a:lnTo>
                  <a:pt x="179324" y="132588"/>
                </a:lnTo>
                <a:lnTo>
                  <a:pt x="38354" y="132588"/>
                </a:lnTo>
                <a:lnTo>
                  <a:pt x="38354" y="43688"/>
                </a:lnTo>
                <a:lnTo>
                  <a:pt x="190373" y="43688"/>
                </a:lnTo>
                <a:lnTo>
                  <a:pt x="190373" y="5588"/>
                </a:lnTo>
                <a:lnTo>
                  <a:pt x="0" y="5588"/>
                </a:lnTo>
                <a:lnTo>
                  <a:pt x="0" y="43688"/>
                </a:lnTo>
                <a:lnTo>
                  <a:pt x="0" y="132588"/>
                </a:lnTo>
                <a:lnTo>
                  <a:pt x="0" y="169418"/>
                </a:lnTo>
                <a:lnTo>
                  <a:pt x="0" y="264668"/>
                </a:lnTo>
                <a:lnTo>
                  <a:pt x="0" y="301498"/>
                </a:lnTo>
                <a:lnTo>
                  <a:pt x="196596" y="301498"/>
                </a:lnTo>
                <a:lnTo>
                  <a:pt x="196596" y="264668"/>
                </a:lnTo>
                <a:close/>
              </a:path>
              <a:path w="497204" h="309879">
                <a:moveTo>
                  <a:pt x="496824" y="257429"/>
                </a:moveTo>
                <a:lnTo>
                  <a:pt x="462407" y="233934"/>
                </a:lnTo>
                <a:lnTo>
                  <a:pt x="442722" y="254889"/>
                </a:lnTo>
                <a:lnTo>
                  <a:pt x="416941" y="268478"/>
                </a:lnTo>
                <a:lnTo>
                  <a:pt x="350520" y="266065"/>
                </a:lnTo>
                <a:lnTo>
                  <a:pt x="296418" y="225171"/>
                </a:lnTo>
                <a:lnTo>
                  <a:pt x="276733" y="155956"/>
                </a:lnTo>
                <a:lnTo>
                  <a:pt x="281686" y="118745"/>
                </a:lnTo>
                <a:lnTo>
                  <a:pt x="296418" y="86614"/>
                </a:lnTo>
                <a:lnTo>
                  <a:pt x="319786" y="60579"/>
                </a:lnTo>
                <a:lnTo>
                  <a:pt x="350520" y="43307"/>
                </a:lnTo>
                <a:lnTo>
                  <a:pt x="387477" y="38354"/>
                </a:lnTo>
                <a:lnTo>
                  <a:pt x="413258" y="40894"/>
                </a:lnTo>
                <a:lnTo>
                  <a:pt x="439039" y="51943"/>
                </a:lnTo>
                <a:lnTo>
                  <a:pt x="456311" y="69342"/>
                </a:lnTo>
                <a:lnTo>
                  <a:pt x="490728" y="46990"/>
                </a:lnTo>
                <a:lnTo>
                  <a:pt x="462407" y="21082"/>
                </a:lnTo>
                <a:lnTo>
                  <a:pt x="427990" y="3683"/>
                </a:lnTo>
                <a:lnTo>
                  <a:pt x="387477" y="0"/>
                </a:lnTo>
                <a:lnTo>
                  <a:pt x="337058" y="6223"/>
                </a:lnTo>
                <a:lnTo>
                  <a:pt x="296418" y="29718"/>
                </a:lnTo>
                <a:lnTo>
                  <a:pt x="262001" y="60579"/>
                </a:lnTo>
                <a:lnTo>
                  <a:pt x="242316" y="103886"/>
                </a:lnTo>
                <a:lnTo>
                  <a:pt x="236220" y="155956"/>
                </a:lnTo>
                <a:lnTo>
                  <a:pt x="238633" y="194310"/>
                </a:lnTo>
                <a:lnTo>
                  <a:pt x="253492" y="231394"/>
                </a:lnTo>
                <a:lnTo>
                  <a:pt x="276733" y="263525"/>
                </a:lnTo>
                <a:lnTo>
                  <a:pt x="341884" y="303149"/>
                </a:lnTo>
                <a:lnTo>
                  <a:pt x="384937" y="309372"/>
                </a:lnTo>
                <a:lnTo>
                  <a:pt x="421894" y="306959"/>
                </a:lnTo>
                <a:lnTo>
                  <a:pt x="451358" y="294513"/>
                </a:lnTo>
                <a:lnTo>
                  <a:pt x="473456" y="283337"/>
                </a:lnTo>
                <a:lnTo>
                  <a:pt x="488188" y="268478"/>
                </a:lnTo>
                <a:lnTo>
                  <a:pt x="496824" y="257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217664" y="4064000"/>
            <a:ext cx="311150" cy="296545"/>
          </a:xfrm>
          <a:custGeom>
            <a:avLst/>
            <a:gdLst/>
            <a:ahLst/>
            <a:cxnLst/>
            <a:rect l="l" t="t" r="r" b="b"/>
            <a:pathLst>
              <a:path w="311150" h="296545">
                <a:moveTo>
                  <a:pt x="228600" y="0"/>
                </a:moveTo>
                <a:lnTo>
                  <a:pt x="0" y="0"/>
                </a:lnTo>
                <a:lnTo>
                  <a:pt x="0" y="38100"/>
                </a:lnTo>
                <a:lnTo>
                  <a:pt x="93345" y="38100"/>
                </a:lnTo>
                <a:lnTo>
                  <a:pt x="93345" y="295910"/>
                </a:lnTo>
                <a:lnTo>
                  <a:pt x="133985" y="295910"/>
                </a:lnTo>
                <a:lnTo>
                  <a:pt x="133985" y="38100"/>
                </a:lnTo>
                <a:lnTo>
                  <a:pt x="228600" y="38100"/>
                </a:lnTo>
                <a:lnTo>
                  <a:pt x="228600" y="0"/>
                </a:lnTo>
                <a:close/>
              </a:path>
              <a:path w="311150" h="296545">
                <a:moveTo>
                  <a:pt x="310896" y="508"/>
                </a:moveTo>
                <a:lnTo>
                  <a:pt x="271272" y="508"/>
                </a:lnTo>
                <a:lnTo>
                  <a:pt x="271272" y="296164"/>
                </a:lnTo>
                <a:lnTo>
                  <a:pt x="310896" y="296164"/>
                </a:lnTo>
                <a:lnTo>
                  <a:pt x="310896" y="5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7578852" y="4058411"/>
            <a:ext cx="306705" cy="309880"/>
          </a:xfrm>
          <a:custGeom>
            <a:avLst/>
            <a:gdLst/>
            <a:ahLst/>
            <a:cxnLst/>
            <a:rect l="l" t="t" r="r" b="b"/>
            <a:pathLst>
              <a:path w="306704" h="309879">
                <a:moveTo>
                  <a:pt x="153797" y="0"/>
                </a:moveTo>
                <a:lnTo>
                  <a:pt x="103377" y="6223"/>
                </a:lnTo>
                <a:lnTo>
                  <a:pt x="60325" y="29718"/>
                </a:lnTo>
                <a:lnTo>
                  <a:pt x="28321" y="60579"/>
                </a:lnTo>
                <a:lnTo>
                  <a:pt x="8636" y="103886"/>
                </a:lnTo>
                <a:lnTo>
                  <a:pt x="0" y="153415"/>
                </a:lnTo>
                <a:lnTo>
                  <a:pt x="8636" y="205486"/>
                </a:lnTo>
                <a:lnTo>
                  <a:pt x="28321" y="248793"/>
                </a:lnTo>
                <a:lnTo>
                  <a:pt x="60325" y="280924"/>
                </a:lnTo>
                <a:lnTo>
                  <a:pt x="103377" y="303149"/>
                </a:lnTo>
                <a:lnTo>
                  <a:pt x="153797" y="309371"/>
                </a:lnTo>
                <a:lnTo>
                  <a:pt x="202946" y="303149"/>
                </a:lnTo>
                <a:lnTo>
                  <a:pt x="245999" y="280924"/>
                </a:lnTo>
                <a:lnTo>
                  <a:pt x="254600" y="272288"/>
                </a:lnTo>
                <a:lnTo>
                  <a:pt x="153797" y="272288"/>
                </a:lnTo>
                <a:lnTo>
                  <a:pt x="116840" y="266064"/>
                </a:lnTo>
                <a:lnTo>
                  <a:pt x="86105" y="248793"/>
                </a:lnTo>
                <a:lnTo>
                  <a:pt x="62738" y="225170"/>
                </a:lnTo>
                <a:lnTo>
                  <a:pt x="48005" y="190626"/>
                </a:lnTo>
                <a:lnTo>
                  <a:pt x="43052" y="153415"/>
                </a:lnTo>
                <a:lnTo>
                  <a:pt x="48005" y="118744"/>
                </a:lnTo>
                <a:lnTo>
                  <a:pt x="62738" y="84200"/>
                </a:lnTo>
                <a:lnTo>
                  <a:pt x="86105" y="60579"/>
                </a:lnTo>
                <a:lnTo>
                  <a:pt x="116840" y="43306"/>
                </a:lnTo>
                <a:lnTo>
                  <a:pt x="153797" y="38354"/>
                </a:lnTo>
                <a:lnTo>
                  <a:pt x="254954" y="38354"/>
                </a:lnTo>
                <a:lnTo>
                  <a:pt x="245999" y="29718"/>
                </a:lnTo>
                <a:lnTo>
                  <a:pt x="202946" y="6223"/>
                </a:lnTo>
                <a:lnTo>
                  <a:pt x="153797" y="0"/>
                </a:lnTo>
                <a:close/>
              </a:path>
              <a:path w="306704" h="309879">
                <a:moveTo>
                  <a:pt x="254954" y="38354"/>
                </a:moveTo>
                <a:lnTo>
                  <a:pt x="153797" y="38354"/>
                </a:lnTo>
                <a:lnTo>
                  <a:pt x="191897" y="43306"/>
                </a:lnTo>
                <a:lnTo>
                  <a:pt x="220218" y="60579"/>
                </a:lnTo>
                <a:lnTo>
                  <a:pt x="243586" y="84200"/>
                </a:lnTo>
                <a:lnTo>
                  <a:pt x="260857" y="118744"/>
                </a:lnTo>
                <a:lnTo>
                  <a:pt x="263271" y="153415"/>
                </a:lnTo>
                <a:lnTo>
                  <a:pt x="260857" y="190626"/>
                </a:lnTo>
                <a:lnTo>
                  <a:pt x="243586" y="225170"/>
                </a:lnTo>
                <a:lnTo>
                  <a:pt x="220218" y="248793"/>
                </a:lnTo>
                <a:lnTo>
                  <a:pt x="191897" y="266064"/>
                </a:lnTo>
                <a:lnTo>
                  <a:pt x="153797" y="272288"/>
                </a:lnTo>
                <a:lnTo>
                  <a:pt x="254600" y="272288"/>
                </a:lnTo>
                <a:lnTo>
                  <a:pt x="278002" y="248793"/>
                </a:lnTo>
                <a:lnTo>
                  <a:pt x="300227" y="205486"/>
                </a:lnTo>
                <a:lnTo>
                  <a:pt x="306324" y="153415"/>
                </a:lnTo>
                <a:lnTo>
                  <a:pt x="300227" y="103886"/>
                </a:lnTo>
                <a:lnTo>
                  <a:pt x="278002" y="60579"/>
                </a:lnTo>
                <a:lnTo>
                  <a:pt x="254954" y="383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7941564" y="4064508"/>
            <a:ext cx="254635" cy="295910"/>
          </a:xfrm>
          <a:custGeom>
            <a:avLst/>
            <a:gdLst/>
            <a:ahLst/>
            <a:cxnLst/>
            <a:rect l="l" t="t" r="r" b="b"/>
            <a:pathLst>
              <a:path w="254634" h="295910">
                <a:moveTo>
                  <a:pt x="51688" y="0"/>
                </a:moveTo>
                <a:lnTo>
                  <a:pt x="0" y="0"/>
                </a:lnTo>
                <a:lnTo>
                  <a:pt x="0" y="295656"/>
                </a:lnTo>
                <a:lnTo>
                  <a:pt x="40512" y="295656"/>
                </a:lnTo>
                <a:lnTo>
                  <a:pt x="40512" y="51689"/>
                </a:lnTo>
                <a:lnTo>
                  <a:pt x="86318" y="51689"/>
                </a:lnTo>
                <a:lnTo>
                  <a:pt x="51688" y="0"/>
                </a:lnTo>
                <a:close/>
              </a:path>
              <a:path w="254634" h="295910">
                <a:moveTo>
                  <a:pt x="86318" y="51689"/>
                </a:moveTo>
                <a:lnTo>
                  <a:pt x="40512" y="51689"/>
                </a:lnTo>
                <a:lnTo>
                  <a:pt x="204088" y="295656"/>
                </a:lnTo>
                <a:lnTo>
                  <a:pt x="254507" y="295656"/>
                </a:lnTo>
                <a:lnTo>
                  <a:pt x="254507" y="243967"/>
                </a:lnTo>
                <a:lnTo>
                  <a:pt x="215137" y="243967"/>
                </a:lnTo>
                <a:lnTo>
                  <a:pt x="86318" y="51689"/>
                </a:lnTo>
                <a:close/>
              </a:path>
              <a:path w="254634" h="295910">
                <a:moveTo>
                  <a:pt x="254507" y="0"/>
                </a:moveTo>
                <a:lnTo>
                  <a:pt x="215137" y="0"/>
                </a:lnTo>
                <a:lnTo>
                  <a:pt x="215137" y="243967"/>
                </a:lnTo>
                <a:lnTo>
                  <a:pt x="254507" y="243967"/>
                </a:lnTo>
                <a:lnTo>
                  <a:pt x="2545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8247888" y="4058411"/>
            <a:ext cx="196850" cy="309880"/>
          </a:xfrm>
          <a:custGeom>
            <a:avLst/>
            <a:gdLst/>
            <a:ahLst/>
            <a:cxnLst/>
            <a:rect l="l" t="t" r="r" b="b"/>
            <a:pathLst>
              <a:path w="196850" h="309879">
                <a:moveTo>
                  <a:pt x="109981" y="0"/>
                </a:moveTo>
                <a:lnTo>
                  <a:pt x="43306" y="17271"/>
                </a:lnTo>
                <a:lnTo>
                  <a:pt x="12318" y="60579"/>
                </a:lnTo>
                <a:lnTo>
                  <a:pt x="8635" y="81661"/>
                </a:lnTo>
                <a:lnTo>
                  <a:pt x="14858" y="116331"/>
                </a:lnTo>
                <a:lnTo>
                  <a:pt x="25907" y="138556"/>
                </a:lnTo>
                <a:lnTo>
                  <a:pt x="46989" y="155956"/>
                </a:lnTo>
                <a:lnTo>
                  <a:pt x="69214" y="164592"/>
                </a:lnTo>
                <a:lnTo>
                  <a:pt x="95250" y="173227"/>
                </a:lnTo>
                <a:lnTo>
                  <a:pt x="118744" y="181863"/>
                </a:lnTo>
                <a:lnTo>
                  <a:pt x="136016" y="190626"/>
                </a:lnTo>
                <a:lnTo>
                  <a:pt x="149605" y="205486"/>
                </a:lnTo>
                <a:lnTo>
                  <a:pt x="155828" y="222757"/>
                </a:lnTo>
                <a:lnTo>
                  <a:pt x="149605" y="246252"/>
                </a:lnTo>
                <a:lnTo>
                  <a:pt x="136016" y="259842"/>
                </a:lnTo>
                <a:lnTo>
                  <a:pt x="114934" y="268477"/>
                </a:lnTo>
                <a:lnTo>
                  <a:pt x="95250" y="272288"/>
                </a:lnTo>
                <a:lnTo>
                  <a:pt x="72897" y="268477"/>
                </a:lnTo>
                <a:lnTo>
                  <a:pt x="49402" y="259842"/>
                </a:lnTo>
                <a:lnTo>
                  <a:pt x="32130" y="240030"/>
                </a:lnTo>
                <a:lnTo>
                  <a:pt x="0" y="268477"/>
                </a:lnTo>
                <a:lnTo>
                  <a:pt x="25907" y="292100"/>
                </a:lnTo>
                <a:lnTo>
                  <a:pt x="58165" y="306958"/>
                </a:lnTo>
                <a:lnTo>
                  <a:pt x="95250" y="309371"/>
                </a:lnTo>
                <a:lnTo>
                  <a:pt x="127380" y="306958"/>
                </a:lnTo>
                <a:lnTo>
                  <a:pt x="155828" y="294513"/>
                </a:lnTo>
                <a:lnTo>
                  <a:pt x="179323" y="274700"/>
                </a:lnTo>
                <a:lnTo>
                  <a:pt x="192912" y="251206"/>
                </a:lnTo>
                <a:lnTo>
                  <a:pt x="196595" y="220218"/>
                </a:lnTo>
                <a:lnTo>
                  <a:pt x="192912" y="188087"/>
                </a:lnTo>
                <a:lnTo>
                  <a:pt x="179323" y="168275"/>
                </a:lnTo>
                <a:lnTo>
                  <a:pt x="158241" y="153415"/>
                </a:lnTo>
                <a:lnTo>
                  <a:pt x="136016" y="142367"/>
                </a:lnTo>
                <a:lnTo>
                  <a:pt x="112521" y="136144"/>
                </a:lnTo>
                <a:lnTo>
                  <a:pt x="90296" y="127507"/>
                </a:lnTo>
                <a:lnTo>
                  <a:pt x="69214" y="116331"/>
                </a:lnTo>
                <a:lnTo>
                  <a:pt x="58165" y="103886"/>
                </a:lnTo>
                <a:lnTo>
                  <a:pt x="51942" y="81661"/>
                </a:lnTo>
                <a:lnTo>
                  <a:pt x="55625" y="66801"/>
                </a:lnTo>
                <a:lnTo>
                  <a:pt x="64261" y="51943"/>
                </a:lnTo>
                <a:lnTo>
                  <a:pt x="81660" y="40893"/>
                </a:lnTo>
                <a:lnTo>
                  <a:pt x="109981" y="38354"/>
                </a:lnTo>
                <a:lnTo>
                  <a:pt x="140969" y="43306"/>
                </a:lnTo>
                <a:lnTo>
                  <a:pt x="161925" y="64388"/>
                </a:lnTo>
                <a:lnTo>
                  <a:pt x="192912" y="32131"/>
                </a:lnTo>
                <a:lnTo>
                  <a:pt x="170687" y="12318"/>
                </a:lnTo>
                <a:lnTo>
                  <a:pt x="140969" y="3682"/>
                </a:lnTo>
                <a:lnTo>
                  <a:pt x="1099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3745992" y="4450079"/>
            <a:ext cx="521334" cy="309880"/>
          </a:xfrm>
          <a:custGeom>
            <a:avLst/>
            <a:gdLst/>
            <a:ahLst/>
            <a:cxnLst/>
            <a:rect l="l" t="t" r="r" b="b"/>
            <a:pathLst>
              <a:path w="521335" h="309879">
                <a:moveTo>
                  <a:pt x="185928" y="7620"/>
                </a:moveTo>
                <a:lnTo>
                  <a:pt x="0" y="7620"/>
                </a:lnTo>
                <a:lnTo>
                  <a:pt x="0" y="45720"/>
                </a:lnTo>
                <a:lnTo>
                  <a:pt x="0" y="137160"/>
                </a:lnTo>
                <a:lnTo>
                  <a:pt x="0" y="175260"/>
                </a:lnTo>
                <a:lnTo>
                  <a:pt x="0" y="304800"/>
                </a:lnTo>
                <a:lnTo>
                  <a:pt x="40640" y="304800"/>
                </a:lnTo>
                <a:lnTo>
                  <a:pt x="40640" y="175260"/>
                </a:lnTo>
                <a:lnTo>
                  <a:pt x="174879" y="175260"/>
                </a:lnTo>
                <a:lnTo>
                  <a:pt x="174879" y="137160"/>
                </a:lnTo>
                <a:lnTo>
                  <a:pt x="40640" y="137160"/>
                </a:lnTo>
                <a:lnTo>
                  <a:pt x="40640" y="45720"/>
                </a:lnTo>
                <a:lnTo>
                  <a:pt x="185928" y="45720"/>
                </a:lnTo>
                <a:lnTo>
                  <a:pt x="185928" y="7620"/>
                </a:lnTo>
                <a:close/>
              </a:path>
              <a:path w="521335" h="309879">
                <a:moveTo>
                  <a:pt x="521208" y="154686"/>
                </a:moveTo>
                <a:lnTo>
                  <a:pt x="515112" y="106807"/>
                </a:lnTo>
                <a:lnTo>
                  <a:pt x="492887" y="63881"/>
                </a:lnTo>
                <a:lnTo>
                  <a:pt x="478155" y="49149"/>
                </a:lnTo>
                <a:lnTo>
                  <a:pt x="478155" y="154686"/>
                </a:lnTo>
                <a:lnTo>
                  <a:pt x="475742" y="192786"/>
                </a:lnTo>
                <a:lnTo>
                  <a:pt x="460883" y="223393"/>
                </a:lnTo>
                <a:lnTo>
                  <a:pt x="435102" y="249174"/>
                </a:lnTo>
                <a:lnTo>
                  <a:pt x="406781" y="266446"/>
                </a:lnTo>
                <a:lnTo>
                  <a:pt x="368681" y="272542"/>
                </a:lnTo>
                <a:lnTo>
                  <a:pt x="331724" y="266446"/>
                </a:lnTo>
                <a:lnTo>
                  <a:pt x="300990" y="249174"/>
                </a:lnTo>
                <a:lnTo>
                  <a:pt x="277622" y="223393"/>
                </a:lnTo>
                <a:lnTo>
                  <a:pt x="262890" y="192786"/>
                </a:lnTo>
                <a:lnTo>
                  <a:pt x="257937" y="154686"/>
                </a:lnTo>
                <a:lnTo>
                  <a:pt x="262890" y="120269"/>
                </a:lnTo>
                <a:lnTo>
                  <a:pt x="277622" y="85979"/>
                </a:lnTo>
                <a:lnTo>
                  <a:pt x="300990" y="60198"/>
                </a:lnTo>
                <a:lnTo>
                  <a:pt x="331724" y="46609"/>
                </a:lnTo>
                <a:lnTo>
                  <a:pt x="368681" y="40513"/>
                </a:lnTo>
                <a:lnTo>
                  <a:pt x="406781" y="46609"/>
                </a:lnTo>
                <a:lnTo>
                  <a:pt x="435102" y="60198"/>
                </a:lnTo>
                <a:lnTo>
                  <a:pt x="460883" y="85979"/>
                </a:lnTo>
                <a:lnTo>
                  <a:pt x="475742" y="120269"/>
                </a:lnTo>
                <a:lnTo>
                  <a:pt x="478155" y="154686"/>
                </a:lnTo>
                <a:lnTo>
                  <a:pt x="478155" y="49149"/>
                </a:lnTo>
                <a:lnTo>
                  <a:pt x="469519" y="40513"/>
                </a:lnTo>
                <a:lnTo>
                  <a:pt x="460883" y="31877"/>
                </a:lnTo>
                <a:lnTo>
                  <a:pt x="417830" y="8636"/>
                </a:lnTo>
                <a:lnTo>
                  <a:pt x="368681" y="0"/>
                </a:lnTo>
                <a:lnTo>
                  <a:pt x="318262" y="8636"/>
                </a:lnTo>
                <a:lnTo>
                  <a:pt x="275209" y="31877"/>
                </a:lnTo>
                <a:lnTo>
                  <a:pt x="243205" y="63881"/>
                </a:lnTo>
                <a:lnTo>
                  <a:pt x="223520" y="106807"/>
                </a:lnTo>
                <a:lnTo>
                  <a:pt x="214884" y="154686"/>
                </a:lnTo>
                <a:lnTo>
                  <a:pt x="223520" y="206248"/>
                </a:lnTo>
                <a:lnTo>
                  <a:pt x="243205" y="249174"/>
                </a:lnTo>
                <a:lnTo>
                  <a:pt x="275209" y="281178"/>
                </a:lnTo>
                <a:lnTo>
                  <a:pt x="318262" y="304419"/>
                </a:lnTo>
                <a:lnTo>
                  <a:pt x="368681" y="309372"/>
                </a:lnTo>
                <a:lnTo>
                  <a:pt x="417830" y="304419"/>
                </a:lnTo>
                <a:lnTo>
                  <a:pt x="460883" y="281178"/>
                </a:lnTo>
                <a:lnTo>
                  <a:pt x="469506" y="272542"/>
                </a:lnTo>
                <a:lnTo>
                  <a:pt x="492887" y="249174"/>
                </a:lnTo>
                <a:lnTo>
                  <a:pt x="515112" y="206248"/>
                </a:lnTo>
                <a:lnTo>
                  <a:pt x="521208" y="154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4319015" y="4457700"/>
            <a:ext cx="210820" cy="297180"/>
          </a:xfrm>
          <a:custGeom>
            <a:avLst/>
            <a:gdLst/>
            <a:ahLst/>
            <a:cxnLst/>
            <a:rect l="l" t="t" r="r" b="b"/>
            <a:pathLst>
              <a:path w="210820" h="297179">
                <a:moveTo>
                  <a:pt x="102743" y="0"/>
                </a:moveTo>
                <a:lnTo>
                  <a:pt x="0" y="0"/>
                </a:lnTo>
                <a:lnTo>
                  <a:pt x="0" y="297180"/>
                </a:lnTo>
                <a:lnTo>
                  <a:pt x="39624" y="297180"/>
                </a:lnTo>
                <a:lnTo>
                  <a:pt x="39624" y="163956"/>
                </a:lnTo>
                <a:lnTo>
                  <a:pt x="127733" y="163956"/>
                </a:lnTo>
                <a:lnTo>
                  <a:pt x="126237" y="161544"/>
                </a:lnTo>
                <a:lnTo>
                  <a:pt x="154686" y="152907"/>
                </a:lnTo>
                <a:lnTo>
                  <a:pt x="178181" y="135636"/>
                </a:lnTo>
                <a:lnTo>
                  <a:pt x="181750" y="129412"/>
                </a:lnTo>
                <a:lnTo>
                  <a:pt x="39624" y="129412"/>
                </a:lnTo>
                <a:lnTo>
                  <a:pt x="39624" y="34543"/>
                </a:lnTo>
                <a:lnTo>
                  <a:pt x="181349" y="34543"/>
                </a:lnTo>
                <a:lnTo>
                  <a:pt x="178181" y="29591"/>
                </a:lnTo>
                <a:lnTo>
                  <a:pt x="160782" y="14858"/>
                </a:lnTo>
                <a:lnTo>
                  <a:pt x="137287" y="3682"/>
                </a:lnTo>
                <a:lnTo>
                  <a:pt x="102743" y="0"/>
                </a:lnTo>
                <a:close/>
              </a:path>
              <a:path w="210820" h="297179">
                <a:moveTo>
                  <a:pt x="127733" y="163956"/>
                </a:moveTo>
                <a:lnTo>
                  <a:pt x="85344" y="163956"/>
                </a:lnTo>
                <a:lnTo>
                  <a:pt x="160782" y="297180"/>
                </a:lnTo>
                <a:lnTo>
                  <a:pt x="210312" y="297180"/>
                </a:lnTo>
                <a:lnTo>
                  <a:pt x="127733" y="163956"/>
                </a:lnTo>
                <a:close/>
              </a:path>
              <a:path w="210820" h="297179">
                <a:moveTo>
                  <a:pt x="181349" y="34543"/>
                </a:moveTo>
                <a:lnTo>
                  <a:pt x="91567" y="34543"/>
                </a:lnTo>
                <a:lnTo>
                  <a:pt x="111379" y="38226"/>
                </a:lnTo>
                <a:lnTo>
                  <a:pt x="128650" y="40639"/>
                </a:lnTo>
                <a:lnTo>
                  <a:pt x="143510" y="49275"/>
                </a:lnTo>
                <a:lnTo>
                  <a:pt x="152146" y="64135"/>
                </a:lnTo>
                <a:lnTo>
                  <a:pt x="154686" y="83819"/>
                </a:lnTo>
                <a:lnTo>
                  <a:pt x="152146" y="103631"/>
                </a:lnTo>
                <a:lnTo>
                  <a:pt x="143510" y="118363"/>
                </a:lnTo>
                <a:lnTo>
                  <a:pt x="128650" y="124587"/>
                </a:lnTo>
                <a:lnTo>
                  <a:pt x="111379" y="129412"/>
                </a:lnTo>
                <a:lnTo>
                  <a:pt x="181750" y="129412"/>
                </a:lnTo>
                <a:lnTo>
                  <a:pt x="193039" y="109727"/>
                </a:lnTo>
                <a:lnTo>
                  <a:pt x="197993" y="83819"/>
                </a:lnTo>
                <a:lnTo>
                  <a:pt x="195453" y="64135"/>
                </a:lnTo>
                <a:lnTo>
                  <a:pt x="189230" y="46862"/>
                </a:lnTo>
                <a:lnTo>
                  <a:pt x="181349" y="345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639055" y="4457700"/>
            <a:ext cx="289560" cy="297180"/>
          </a:xfrm>
          <a:custGeom>
            <a:avLst/>
            <a:gdLst/>
            <a:ahLst/>
            <a:cxnLst/>
            <a:rect l="l" t="t" r="r" b="b"/>
            <a:pathLst>
              <a:path w="289560" h="297179">
                <a:moveTo>
                  <a:pt x="166370" y="0"/>
                </a:moveTo>
                <a:lnTo>
                  <a:pt x="129413" y="0"/>
                </a:lnTo>
                <a:lnTo>
                  <a:pt x="0" y="297180"/>
                </a:lnTo>
                <a:lnTo>
                  <a:pt x="46863" y="297180"/>
                </a:lnTo>
                <a:lnTo>
                  <a:pt x="75184" y="221995"/>
                </a:lnTo>
                <a:lnTo>
                  <a:pt x="258393" y="221995"/>
                </a:lnTo>
                <a:lnTo>
                  <a:pt x="244074" y="187451"/>
                </a:lnTo>
                <a:lnTo>
                  <a:pt x="88773" y="187451"/>
                </a:lnTo>
                <a:lnTo>
                  <a:pt x="144145" y="51816"/>
                </a:lnTo>
                <a:lnTo>
                  <a:pt x="187849" y="51816"/>
                </a:lnTo>
                <a:lnTo>
                  <a:pt x="166370" y="0"/>
                </a:lnTo>
                <a:close/>
              </a:path>
              <a:path w="289560" h="297179">
                <a:moveTo>
                  <a:pt x="258393" y="221995"/>
                </a:moveTo>
                <a:lnTo>
                  <a:pt x="215646" y="221995"/>
                </a:lnTo>
                <a:lnTo>
                  <a:pt x="243967" y="297180"/>
                </a:lnTo>
                <a:lnTo>
                  <a:pt x="289560" y="297180"/>
                </a:lnTo>
                <a:lnTo>
                  <a:pt x="258393" y="221995"/>
                </a:lnTo>
                <a:close/>
              </a:path>
              <a:path w="289560" h="297179">
                <a:moveTo>
                  <a:pt x="187849" y="51816"/>
                </a:moveTo>
                <a:lnTo>
                  <a:pt x="146685" y="51816"/>
                </a:lnTo>
                <a:lnTo>
                  <a:pt x="200787" y="187451"/>
                </a:lnTo>
                <a:lnTo>
                  <a:pt x="244074" y="187451"/>
                </a:lnTo>
                <a:lnTo>
                  <a:pt x="187849" y="518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5047488" y="4450079"/>
            <a:ext cx="196850" cy="309880"/>
          </a:xfrm>
          <a:custGeom>
            <a:avLst/>
            <a:gdLst/>
            <a:ahLst/>
            <a:cxnLst/>
            <a:rect l="l" t="t" r="r" b="b"/>
            <a:pathLst>
              <a:path w="196850" h="309879">
                <a:moveTo>
                  <a:pt x="108076" y="0"/>
                </a:moveTo>
                <a:lnTo>
                  <a:pt x="43052" y="20828"/>
                </a:lnTo>
                <a:lnTo>
                  <a:pt x="13462" y="63881"/>
                </a:lnTo>
                <a:lnTo>
                  <a:pt x="8636" y="83439"/>
                </a:lnTo>
                <a:lnTo>
                  <a:pt x="13462" y="117856"/>
                </a:lnTo>
                <a:lnTo>
                  <a:pt x="28321" y="141224"/>
                </a:lnTo>
                <a:lnTo>
                  <a:pt x="45465" y="154686"/>
                </a:lnTo>
                <a:lnTo>
                  <a:pt x="68834" y="167005"/>
                </a:lnTo>
                <a:lnTo>
                  <a:pt x="94614" y="175514"/>
                </a:lnTo>
                <a:lnTo>
                  <a:pt x="116712" y="184150"/>
                </a:lnTo>
                <a:lnTo>
                  <a:pt x="133985" y="192786"/>
                </a:lnTo>
                <a:lnTo>
                  <a:pt x="148716" y="206248"/>
                </a:lnTo>
                <a:lnTo>
                  <a:pt x="153542" y="223393"/>
                </a:lnTo>
                <a:lnTo>
                  <a:pt x="148716" y="246761"/>
                </a:lnTo>
                <a:lnTo>
                  <a:pt x="133985" y="261493"/>
                </a:lnTo>
                <a:lnTo>
                  <a:pt x="114300" y="270129"/>
                </a:lnTo>
                <a:lnTo>
                  <a:pt x="94614" y="272542"/>
                </a:lnTo>
                <a:lnTo>
                  <a:pt x="71247" y="270129"/>
                </a:lnTo>
                <a:lnTo>
                  <a:pt x="51562" y="257810"/>
                </a:lnTo>
                <a:lnTo>
                  <a:pt x="34416" y="240665"/>
                </a:lnTo>
                <a:lnTo>
                  <a:pt x="0" y="270129"/>
                </a:lnTo>
                <a:lnTo>
                  <a:pt x="25781" y="292227"/>
                </a:lnTo>
                <a:lnTo>
                  <a:pt x="56514" y="306959"/>
                </a:lnTo>
                <a:lnTo>
                  <a:pt x="94614" y="309372"/>
                </a:lnTo>
                <a:lnTo>
                  <a:pt x="125349" y="306959"/>
                </a:lnTo>
                <a:lnTo>
                  <a:pt x="153542" y="295910"/>
                </a:lnTo>
                <a:lnTo>
                  <a:pt x="176911" y="274955"/>
                </a:lnTo>
                <a:lnTo>
                  <a:pt x="191642" y="249174"/>
                </a:lnTo>
                <a:lnTo>
                  <a:pt x="196596" y="220980"/>
                </a:lnTo>
                <a:lnTo>
                  <a:pt x="191642" y="189103"/>
                </a:lnTo>
                <a:lnTo>
                  <a:pt x="159765" y="154686"/>
                </a:lnTo>
                <a:lnTo>
                  <a:pt x="111760" y="135001"/>
                </a:lnTo>
                <a:lnTo>
                  <a:pt x="88519" y="128905"/>
                </a:lnTo>
                <a:lnTo>
                  <a:pt x="68834" y="117856"/>
                </a:lnTo>
                <a:lnTo>
                  <a:pt x="56514" y="103124"/>
                </a:lnTo>
                <a:lnTo>
                  <a:pt x="51562" y="83439"/>
                </a:lnTo>
                <a:lnTo>
                  <a:pt x="54101" y="68707"/>
                </a:lnTo>
                <a:lnTo>
                  <a:pt x="62611" y="55245"/>
                </a:lnTo>
                <a:lnTo>
                  <a:pt x="79883" y="42926"/>
                </a:lnTo>
                <a:lnTo>
                  <a:pt x="108076" y="40513"/>
                </a:lnTo>
                <a:lnTo>
                  <a:pt x="140081" y="46609"/>
                </a:lnTo>
                <a:lnTo>
                  <a:pt x="159765" y="66294"/>
                </a:lnTo>
                <a:lnTo>
                  <a:pt x="194183" y="34417"/>
                </a:lnTo>
                <a:lnTo>
                  <a:pt x="168275" y="14732"/>
                </a:lnTo>
                <a:lnTo>
                  <a:pt x="140081" y="3683"/>
                </a:lnTo>
                <a:lnTo>
                  <a:pt x="1080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5292852" y="4457700"/>
            <a:ext cx="868680" cy="297180"/>
          </a:xfrm>
          <a:custGeom>
            <a:avLst/>
            <a:gdLst/>
            <a:ahLst/>
            <a:cxnLst/>
            <a:rect l="l" t="t" r="r" b="b"/>
            <a:pathLst>
              <a:path w="868679" h="297179">
                <a:moveTo>
                  <a:pt x="307848" y="0"/>
                </a:moveTo>
                <a:lnTo>
                  <a:pt x="247269" y="0"/>
                </a:lnTo>
                <a:lnTo>
                  <a:pt x="155829" y="224409"/>
                </a:lnTo>
                <a:lnTo>
                  <a:pt x="152019" y="224409"/>
                </a:lnTo>
                <a:lnTo>
                  <a:pt x="81686" y="51816"/>
                </a:lnTo>
                <a:lnTo>
                  <a:pt x="60579" y="0"/>
                </a:lnTo>
                <a:lnTo>
                  <a:pt x="0" y="0"/>
                </a:lnTo>
                <a:lnTo>
                  <a:pt x="0" y="297180"/>
                </a:lnTo>
                <a:lnTo>
                  <a:pt x="40767" y="297180"/>
                </a:lnTo>
                <a:lnTo>
                  <a:pt x="40767" y="51816"/>
                </a:lnTo>
                <a:lnTo>
                  <a:pt x="140970" y="297180"/>
                </a:lnTo>
                <a:lnTo>
                  <a:pt x="166878" y="297180"/>
                </a:lnTo>
                <a:lnTo>
                  <a:pt x="196596" y="224409"/>
                </a:lnTo>
                <a:lnTo>
                  <a:pt x="267081" y="51816"/>
                </a:lnTo>
                <a:lnTo>
                  <a:pt x="267081" y="297180"/>
                </a:lnTo>
                <a:lnTo>
                  <a:pt x="307848" y="297180"/>
                </a:lnTo>
                <a:lnTo>
                  <a:pt x="307848" y="51816"/>
                </a:lnTo>
                <a:lnTo>
                  <a:pt x="307848" y="0"/>
                </a:lnTo>
                <a:close/>
              </a:path>
              <a:path w="868679" h="297179">
                <a:moveTo>
                  <a:pt x="629412" y="297180"/>
                </a:moveTo>
                <a:lnTo>
                  <a:pt x="597217" y="221996"/>
                </a:lnTo>
                <a:lnTo>
                  <a:pt x="582422" y="187452"/>
                </a:lnTo>
                <a:lnTo>
                  <a:pt x="536702" y="80683"/>
                </a:lnTo>
                <a:lnTo>
                  <a:pt x="536702" y="187452"/>
                </a:lnTo>
                <a:lnTo>
                  <a:pt x="424307" y="187452"/>
                </a:lnTo>
                <a:lnTo>
                  <a:pt x="482346" y="51816"/>
                </a:lnTo>
                <a:lnTo>
                  <a:pt x="536702" y="187452"/>
                </a:lnTo>
                <a:lnTo>
                  <a:pt x="536702" y="80683"/>
                </a:lnTo>
                <a:lnTo>
                  <a:pt x="524344" y="51816"/>
                </a:lnTo>
                <a:lnTo>
                  <a:pt x="502158" y="0"/>
                </a:lnTo>
                <a:lnTo>
                  <a:pt x="465074" y="0"/>
                </a:lnTo>
                <a:lnTo>
                  <a:pt x="335280" y="297180"/>
                </a:lnTo>
                <a:lnTo>
                  <a:pt x="381000" y="297180"/>
                </a:lnTo>
                <a:lnTo>
                  <a:pt x="410718" y="221996"/>
                </a:lnTo>
                <a:lnTo>
                  <a:pt x="551561" y="221996"/>
                </a:lnTo>
                <a:lnTo>
                  <a:pt x="582422" y="297180"/>
                </a:lnTo>
                <a:lnTo>
                  <a:pt x="629412" y="297180"/>
                </a:lnTo>
                <a:close/>
              </a:path>
              <a:path w="868679" h="297179">
                <a:moveTo>
                  <a:pt x="868680" y="297180"/>
                </a:moveTo>
                <a:lnTo>
                  <a:pt x="787844" y="163957"/>
                </a:lnTo>
                <a:lnTo>
                  <a:pt x="786384" y="161544"/>
                </a:lnTo>
                <a:lnTo>
                  <a:pt x="814578" y="152908"/>
                </a:lnTo>
                <a:lnTo>
                  <a:pt x="837946" y="135636"/>
                </a:lnTo>
                <a:lnTo>
                  <a:pt x="841209" y="129413"/>
                </a:lnTo>
                <a:lnTo>
                  <a:pt x="851535" y="109728"/>
                </a:lnTo>
                <a:lnTo>
                  <a:pt x="857631" y="83820"/>
                </a:lnTo>
                <a:lnTo>
                  <a:pt x="853948" y="64135"/>
                </a:lnTo>
                <a:lnTo>
                  <a:pt x="848995" y="46863"/>
                </a:lnTo>
                <a:lnTo>
                  <a:pt x="841108" y="34544"/>
                </a:lnTo>
                <a:lnTo>
                  <a:pt x="837946" y="29591"/>
                </a:lnTo>
                <a:lnTo>
                  <a:pt x="820801" y="14859"/>
                </a:lnTo>
                <a:lnTo>
                  <a:pt x="814578" y="11887"/>
                </a:lnTo>
                <a:lnTo>
                  <a:pt x="814578" y="83820"/>
                </a:lnTo>
                <a:lnTo>
                  <a:pt x="812165" y="103632"/>
                </a:lnTo>
                <a:lnTo>
                  <a:pt x="803529" y="118364"/>
                </a:lnTo>
                <a:lnTo>
                  <a:pt x="788797" y="124587"/>
                </a:lnTo>
                <a:lnTo>
                  <a:pt x="771652" y="129413"/>
                </a:lnTo>
                <a:lnTo>
                  <a:pt x="700405" y="129413"/>
                </a:lnTo>
                <a:lnTo>
                  <a:pt x="700405" y="34544"/>
                </a:lnTo>
                <a:lnTo>
                  <a:pt x="751967" y="34544"/>
                </a:lnTo>
                <a:lnTo>
                  <a:pt x="771652" y="38227"/>
                </a:lnTo>
                <a:lnTo>
                  <a:pt x="788797" y="40640"/>
                </a:lnTo>
                <a:lnTo>
                  <a:pt x="803529" y="49276"/>
                </a:lnTo>
                <a:lnTo>
                  <a:pt x="812165" y="64135"/>
                </a:lnTo>
                <a:lnTo>
                  <a:pt x="814578" y="83820"/>
                </a:lnTo>
                <a:lnTo>
                  <a:pt x="814578" y="11887"/>
                </a:lnTo>
                <a:lnTo>
                  <a:pt x="797433" y="3683"/>
                </a:lnTo>
                <a:lnTo>
                  <a:pt x="763016" y="0"/>
                </a:lnTo>
                <a:lnTo>
                  <a:pt x="659892" y="0"/>
                </a:lnTo>
                <a:lnTo>
                  <a:pt x="659892" y="297180"/>
                </a:lnTo>
                <a:lnTo>
                  <a:pt x="700405" y="297180"/>
                </a:lnTo>
                <a:lnTo>
                  <a:pt x="700405" y="163957"/>
                </a:lnTo>
                <a:lnTo>
                  <a:pt x="743458" y="163957"/>
                </a:lnTo>
                <a:lnTo>
                  <a:pt x="817118" y="297180"/>
                </a:lnTo>
                <a:lnTo>
                  <a:pt x="868680" y="297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6167628" y="4457700"/>
            <a:ext cx="462280" cy="297180"/>
          </a:xfrm>
          <a:custGeom>
            <a:avLst/>
            <a:gdLst/>
            <a:ahLst/>
            <a:cxnLst/>
            <a:rect l="l" t="t" r="r" b="b"/>
            <a:pathLst>
              <a:path w="462279" h="297179">
                <a:moveTo>
                  <a:pt x="230124" y="0"/>
                </a:moveTo>
                <a:lnTo>
                  <a:pt x="0" y="0"/>
                </a:lnTo>
                <a:lnTo>
                  <a:pt x="0" y="38100"/>
                </a:lnTo>
                <a:lnTo>
                  <a:pt x="95250" y="38100"/>
                </a:lnTo>
                <a:lnTo>
                  <a:pt x="95250" y="297180"/>
                </a:lnTo>
                <a:lnTo>
                  <a:pt x="134874" y="297180"/>
                </a:lnTo>
                <a:lnTo>
                  <a:pt x="134874" y="38100"/>
                </a:lnTo>
                <a:lnTo>
                  <a:pt x="230124" y="38100"/>
                </a:lnTo>
                <a:lnTo>
                  <a:pt x="230124" y="0"/>
                </a:lnTo>
                <a:close/>
              </a:path>
              <a:path w="462279" h="297179">
                <a:moveTo>
                  <a:pt x="461772" y="259080"/>
                </a:moveTo>
                <a:lnTo>
                  <a:pt x="303276" y="259080"/>
                </a:lnTo>
                <a:lnTo>
                  <a:pt x="303276" y="163830"/>
                </a:lnTo>
                <a:lnTo>
                  <a:pt x="444373" y="163830"/>
                </a:lnTo>
                <a:lnTo>
                  <a:pt x="444373" y="127000"/>
                </a:lnTo>
                <a:lnTo>
                  <a:pt x="303276" y="127000"/>
                </a:lnTo>
                <a:lnTo>
                  <a:pt x="303276" y="38100"/>
                </a:lnTo>
                <a:lnTo>
                  <a:pt x="456819" y="38100"/>
                </a:lnTo>
                <a:lnTo>
                  <a:pt x="456819" y="0"/>
                </a:lnTo>
                <a:lnTo>
                  <a:pt x="263652" y="0"/>
                </a:lnTo>
                <a:lnTo>
                  <a:pt x="263652" y="38100"/>
                </a:lnTo>
                <a:lnTo>
                  <a:pt x="263652" y="127000"/>
                </a:lnTo>
                <a:lnTo>
                  <a:pt x="263652" y="163830"/>
                </a:lnTo>
                <a:lnTo>
                  <a:pt x="263652" y="259080"/>
                </a:lnTo>
                <a:lnTo>
                  <a:pt x="263652" y="297180"/>
                </a:lnTo>
                <a:lnTo>
                  <a:pt x="461772" y="297180"/>
                </a:lnTo>
                <a:lnTo>
                  <a:pt x="461772" y="259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6679692" y="4457700"/>
            <a:ext cx="210820" cy="297180"/>
          </a:xfrm>
          <a:custGeom>
            <a:avLst/>
            <a:gdLst/>
            <a:ahLst/>
            <a:cxnLst/>
            <a:rect l="l" t="t" r="r" b="b"/>
            <a:pathLst>
              <a:path w="210820" h="297179">
                <a:moveTo>
                  <a:pt x="103885" y="0"/>
                </a:moveTo>
                <a:lnTo>
                  <a:pt x="0" y="0"/>
                </a:lnTo>
                <a:lnTo>
                  <a:pt x="0" y="297180"/>
                </a:lnTo>
                <a:lnTo>
                  <a:pt x="40766" y="297180"/>
                </a:lnTo>
                <a:lnTo>
                  <a:pt x="40766" y="163956"/>
                </a:lnTo>
                <a:lnTo>
                  <a:pt x="125238" y="163956"/>
                </a:lnTo>
                <a:lnTo>
                  <a:pt x="123698" y="161544"/>
                </a:lnTo>
                <a:lnTo>
                  <a:pt x="155828" y="152907"/>
                </a:lnTo>
                <a:lnTo>
                  <a:pt x="179324" y="135636"/>
                </a:lnTo>
                <a:lnTo>
                  <a:pt x="182618" y="129412"/>
                </a:lnTo>
                <a:lnTo>
                  <a:pt x="40766" y="129412"/>
                </a:lnTo>
                <a:lnTo>
                  <a:pt x="40766" y="34543"/>
                </a:lnTo>
                <a:lnTo>
                  <a:pt x="182528" y="34543"/>
                </a:lnTo>
                <a:lnTo>
                  <a:pt x="179324" y="29591"/>
                </a:lnTo>
                <a:lnTo>
                  <a:pt x="162051" y="14858"/>
                </a:lnTo>
                <a:lnTo>
                  <a:pt x="136143" y="3682"/>
                </a:lnTo>
                <a:lnTo>
                  <a:pt x="103885" y="0"/>
                </a:lnTo>
                <a:close/>
              </a:path>
              <a:path w="210820" h="297179">
                <a:moveTo>
                  <a:pt x="125238" y="163956"/>
                </a:moveTo>
                <a:lnTo>
                  <a:pt x="84074" y="163956"/>
                </a:lnTo>
                <a:lnTo>
                  <a:pt x="158368" y="297180"/>
                </a:lnTo>
                <a:lnTo>
                  <a:pt x="210311" y="297180"/>
                </a:lnTo>
                <a:lnTo>
                  <a:pt x="125238" y="163956"/>
                </a:lnTo>
                <a:close/>
              </a:path>
              <a:path w="210820" h="297179">
                <a:moveTo>
                  <a:pt x="182528" y="34543"/>
                </a:moveTo>
                <a:lnTo>
                  <a:pt x="92836" y="34543"/>
                </a:lnTo>
                <a:lnTo>
                  <a:pt x="110108" y="38226"/>
                </a:lnTo>
                <a:lnTo>
                  <a:pt x="127380" y="40639"/>
                </a:lnTo>
                <a:lnTo>
                  <a:pt x="140969" y="49275"/>
                </a:lnTo>
                <a:lnTo>
                  <a:pt x="153415" y="64135"/>
                </a:lnTo>
                <a:lnTo>
                  <a:pt x="155828" y="83819"/>
                </a:lnTo>
                <a:lnTo>
                  <a:pt x="153415" y="103631"/>
                </a:lnTo>
                <a:lnTo>
                  <a:pt x="140969" y="118363"/>
                </a:lnTo>
                <a:lnTo>
                  <a:pt x="127380" y="124587"/>
                </a:lnTo>
                <a:lnTo>
                  <a:pt x="110108" y="129412"/>
                </a:lnTo>
                <a:lnTo>
                  <a:pt x="182618" y="129412"/>
                </a:lnTo>
                <a:lnTo>
                  <a:pt x="193039" y="109727"/>
                </a:lnTo>
                <a:lnTo>
                  <a:pt x="199135" y="83819"/>
                </a:lnTo>
                <a:lnTo>
                  <a:pt x="196723" y="64135"/>
                </a:lnTo>
                <a:lnTo>
                  <a:pt x="190500" y="46862"/>
                </a:lnTo>
                <a:lnTo>
                  <a:pt x="182528" y="345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6999732" y="4450079"/>
            <a:ext cx="719455" cy="309880"/>
          </a:xfrm>
          <a:custGeom>
            <a:avLst/>
            <a:gdLst/>
            <a:ahLst/>
            <a:cxnLst/>
            <a:rect l="l" t="t" r="r" b="b"/>
            <a:pathLst>
              <a:path w="719454" h="309879">
                <a:moveTo>
                  <a:pt x="397764" y="7620"/>
                </a:moveTo>
                <a:lnTo>
                  <a:pt x="358394" y="7620"/>
                </a:lnTo>
                <a:lnTo>
                  <a:pt x="291846" y="244348"/>
                </a:lnTo>
                <a:lnTo>
                  <a:pt x="239052" y="63119"/>
                </a:lnTo>
                <a:lnTo>
                  <a:pt x="222885" y="7620"/>
                </a:lnTo>
                <a:lnTo>
                  <a:pt x="177292" y="7620"/>
                </a:lnTo>
                <a:lnTo>
                  <a:pt x="105918" y="244348"/>
                </a:lnTo>
                <a:lnTo>
                  <a:pt x="43053" y="7620"/>
                </a:lnTo>
                <a:lnTo>
                  <a:pt x="0" y="7620"/>
                </a:lnTo>
                <a:lnTo>
                  <a:pt x="84963" y="304800"/>
                </a:lnTo>
                <a:lnTo>
                  <a:pt x="128016" y="304800"/>
                </a:lnTo>
                <a:lnTo>
                  <a:pt x="145262" y="244348"/>
                </a:lnTo>
                <a:lnTo>
                  <a:pt x="196977" y="63119"/>
                </a:lnTo>
                <a:lnTo>
                  <a:pt x="200787" y="63119"/>
                </a:lnTo>
                <a:lnTo>
                  <a:pt x="272161" y="304800"/>
                </a:lnTo>
                <a:lnTo>
                  <a:pt x="311531" y="304800"/>
                </a:lnTo>
                <a:lnTo>
                  <a:pt x="329069" y="244348"/>
                </a:lnTo>
                <a:lnTo>
                  <a:pt x="397764" y="7620"/>
                </a:lnTo>
                <a:close/>
              </a:path>
              <a:path w="719454" h="309879">
                <a:moveTo>
                  <a:pt x="719328" y="154686"/>
                </a:moveTo>
                <a:lnTo>
                  <a:pt x="710692" y="106807"/>
                </a:lnTo>
                <a:lnTo>
                  <a:pt x="691007" y="63881"/>
                </a:lnTo>
                <a:lnTo>
                  <a:pt x="676275" y="49149"/>
                </a:lnTo>
                <a:lnTo>
                  <a:pt x="676275" y="154686"/>
                </a:lnTo>
                <a:lnTo>
                  <a:pt x="670179" y="192786"/>
                </a:lnTo>
                <a:lnTo>
                  <a:pt x="656590" y="223393"/>
                </a:lnTo>
                <a:lnTo>
                  <a:pt x="633222" y="249174"/>
                </a:lnTo>
                <a:lnTo>
                  <a:pt x="601218" y="266446"/>
                </a:lnTo>
                <a:lnTo>
                  <a:pt x="564261" y="272542"/>
                </a:lnTo>
                <a:lnTo>
                  <a:pt x="527431" y="266446"/>
                </a:lnTo>
                <a:lnTo>
                  <a:pt x="499110" y="249174"/>
                </a:lnTo>
                <a:lnTo>
                  <a:pt x="475742" y="223393"/>
                </a:lnTo>
                <a:lnTo>
                  <a:pt x="458470" y="192786"/>
                </a:lnTo>
                <a:lnTo>
                  <a:pt x="456057" y="154686"/>
                </a:lnTo>
                <a:lnTo>
                  <a:pt x="458470" y="120269"/>
                </a:lnTo>
                <a:lnTo>
                  <a:pt x="475742" y="85979"/>
                </a:lnTo>
                <a:lnTo>
                  <a:pt x="499110" y="60198"/>
                </a:lnTo>
                <a:lnTo>
                  <a:pt x="527431" y="46609"/>
                </a:lnTo>
                <a:lnTo>
                  <a:pt x="564261" y="40513"/>
                </a:lnTo>
                <a:lnTo>
                  <a:pt x="601218" y="46609"/>
                </a:lnTo>
                <a:lnTo>
                  <a:pt x="633222" y="60198"/>
                </a:lnTo>
                <a:lnTo>
                  <a:pt x="656590" y="85979"/>
                </a:lnTo>
                <a:lnTo>
                  <a:pt x="670179" y="120269"/>
                </a:lnTo>
                <a:lnTo>
                  <a:pt x="676275" y="154686"/>
                </a:lnTo>
                <a:lnTo>
                  <a:pt x="676275" y="49149"/>
                </a:lnTo>
                <a:lnTo>
                  <a:pt x="667639" y="40513"/>
                </a:lnTo>
                <a:lnTo>
                  <a:pt x="659003" y="31877"/>
                </a:lnTo>
                <a:lnTo>
                  <a:pt x="615950" y="8636"/>
                </a:lnTo>
                <a:lnTo>
                  <a:pt x="564261" y="0"/>
                </a:lnTo>
                <a:lnTo>
                  <a:pt x="516382" y="8636"/>
                </a:lnTo>
                <a:lnTo>
                  <a:pt x="473329" y="31877"/>
                </a:lnTo>
                <a:lnTo>
                  <a:pt x="441325" y="63881"/>
                </a:lnTo>
                <a:lnTo>
                  <a:pt x="417957" y="106807"/>
                </a:lnTo>
                <a:lnTo>
                  <a:pt x="413004" y="154686"/>
                </a:lnTo>
                <a:lnTo>
                  <a:pt x="417957" y="206248"/>
                </a:lnTo>
                <a:lnTo>
                  <a:pt x="441325" y="249174"/>
                </a:lnTo>
                <a:lnTo>
                  <a:pt x="473329" y="281178"/>
                </a:lnTo>
                <a:lnTo>
                  <a:pt x="516382" y="304419"/>
                </a:lnTo>
                <a:lnTo>
                  <a:pt x="564261" y="309372"/>
                </a:lnTo>
                <a:lnTo>
                  <a:pt x="615950" y="304419"/>
                </a:lnTo>
                <a:lnTo>
                  <a:pt x="659003" y="281178"/>
                </a:lnTo>
                <a:lnTo>
                  <a:pt x="667639" y="272542"/>
                </a:lnTo>
                <a:lnTo>
                  <a:pt x="691007" y="249174"/>
                </a:lnTo>
                <a:lnTo>
                  <a:pt x="710692" y="206248"/>
                </a:lnTo>
                <a:lnTo>
                  <a:pt x="719328" y="154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7770876" y="4457700"/>
            <a:ext cx="704215" cy="297180"/>
          </a:xfrm>
          <a:custGeom>
            <a:avLst/>
            <a:gdLst/>
            <a:ahLst/>
            <a:cxnLst/>
            <a:rect l="l" t="t" r="r" b="b"/>
            <a:pathLst>
              <a:path w="704215" h="297179">
                <a:moveTo>
                  <a:pt x="208788" y="297180"/>
                </a:moveTo>
                <a:lnTo>
                  <a:pt x="124333" y="163957"/>
                </a:lnTo>
                <a:lnTo>
                  <a:pt x="122809" y="161544"/>
                </a:lnTo>
                <a:lnTo>
                  <a:pt x="153543" y="152908"/>
                </a:lnTo>
                <a:lnTo>
                  <a:pt x="176911" y="135636"/>
                </a:lnTo>
                <a:lnTo>
                  <a:pt x="180441" y="129413"/>
                </a:lnTo>
                <a:lnTo>
                  <a:pt x="191643" y="109728"/>
                </a:lnTo>
                <a:lnTo>
                  <a:pt x="196469" y="83820"/>
                </a:lnTo>
                <a:lnTo>
                  <a:pt x="194056" y="64135"/>
                </a:lnTo>
                <a:lnTo>
                  <a:pt x="187960" y="46863"/>
                </a:lnTo>
                <a:lnTo>
                  <a:pt x="180073" y="34544"/>
                </a:lnTo>
                <a:lnTo>
                  <a:pt x="176911" y="29591"/>
                </a:lnTo>
                <a:lnTo>
                  <a:pt x="159639" y="14859"/>
                </a:lnTo>
                <a:lnTo>
                  <a:pt x="153543" y="12217"/>
                </a:lnTo>
                <a:lnTo>
                  <a:pt x="153543" y="83820"/>
                </a:lnTo>
                <a:lnTo>
                  <a:pt x="151003" y="103632"/>
                </a:lnTo>
                <a:lnTo>
                  <a:pt x="139954" y="118364"/>
                </a:lnTo>
                <a:lnTo>
                  <a:pt x="125222" y="124587"/>
                </a:lnTo>
                <a:lnTo>
                  <a:pt x="108077" y="129413"/>
                </a:lnTo>
                <a:lnTo>
                  <a:pt x="39243" y="129413"/>
                </a:lnTo>
                <a:lnTo>
                  <a:pt x="39243" y="34544"/>
                </a:lnTo>
                <a:lnTo>
                  <a:pt x="90932" y="34544"/>
                </a:lnTo>
                <a:lnTo>
                  <a:pt x="108077" y="38227"/>
                </a:lnTo>
                <a:lnTo>
                  <a:pt x="125222" y="40640"/>
                </a:lnTo>
                <a:lnTo>
                  <a:pt x="139954" y="49276"/>
                </a:lnTo>
                <a:lnTo>
                  <a:pt x="151003" y="64135"/>
                </a:lnTo>
                <a:lnTo>
                  <a:pt x="153543" y="83820"/>
                </a:lnTo>
                <a:lnTo>
                  <a:pt x="153543" y="12217"/>
                </a:lnTo>
                <a:lnTo>
                  <a:pt x="133858" y="3683"/>
                </a:lnTo>
                <a:lnTo>
                  <a:pt x="101981" y="0"/>
                </a:lnTo>
                <a:lnTo>
                  <a:pt x="0" y="0"/>
                </a:lnTo>
                <a:lnTo>
                  <a:pt x="0" y="297180"/>
                </a:lnTo>
                <a:lnTo>
                  <a:pt x="39243" y="297180"/>
                </a:lnTo>
                <a:lnTo>
                  <a:pt x="39243" y="163957"/>
                </a:lnTo>
                <a:lnTo>
                  <a:pt x="82296" y="163957"/>
                </a:lnTo>
                <a:lnTo>
                  <a:pt x="157226" y="297180"/>
                </a:lnTo>
                <a:lnTo>
                  <a:pt x="208788" y="297180"/>
                </a:lnTo>
                <a:close/>
              </a:path>
              <a:path w="704215" h="297179">
                <a:moveTo>
                  <a:pt x="420624" y="259080"/>
                </a:moveTo>
                <a:lnTo>
                  <a:pt x="284861" y="259080"/>
                </a:lnTo>
                <a:lnTo>
                  <a:pt x="284861" y="0"/>
                </a:lnTo>
                <a:lnTo>
                  <a:pt x="245364" y="0"/>
                </a:lnTo>
                <a:lnTo>
                  <a:pt x="245364" y="259080"/>
                </a:lnTo>
                <a:lnTo>
                  <a:pt x="245364" y="297180"/>
                </a:lnTo>
                <a:lnTo>
                  <a:pt x="420624" y="297180"/>
                </a:lnTo>
                <a:lnTo>
                  <a:pt x="420624" y="259080"/>
                </a:lnTo>
                <a:close/>
              </a:path>
              <a:path w="704215" h="297179">
                <a:moveTo>
                  <a:pt x="704088" y="124587"/>
                </a:moveTo>
                <a:lnTo>
                  <a:pt x="695452" y="94996"/>
                </a:lnTo>
                <a:lnTo>
                  <a:pt x="684403" y="66548"/>
                </a:lnTo>
                <a:lnTo>
                  <a:pt x="664718" y="40640"/>
                </a:lnTo>
                <a:lnTo>
                  <a:pt x="664718" y="146685"/>
                </a:lnTo>
                <a:lnTo>
                  <a:pt x="656082" y="187452"/>
                </a:lnTo>
                <a:lnTo>
                  <a:pt x="638937" y="219456"/>
                </a:lnTo>
                <a:lnTo>
                  <a:pt x="613156" y="239268"/>
                </a:lnTo>
                <a:lnTo>
                  <a:pt x="578739" y="254000"/>
                </a:lnTo>
                <a:lnTo>
                  <a:pt x="538099" y="258953"/>
                </a:lnTo>
                <a:lnTo>
                  <a:pt x="490093" y="258953"/>
                </a:lnTo>
                <a:lnTo>
                  <a:pt x="490093" y="38227"/>
                </a:lnTo>
                <a:lnTo>
                  <a:pt x="550418" y="38227"/>
                </a:lnTo>
                <a:lnTo>
                  <a:pt x="613156" y="51816"/>
                </a:lnTo>
                <a:lnTo>
                  <a:pt x="647573" y="90043"/>
                </a:lnTo>
                <a:lnTo>
                  <a:pt x="661035" y="129413"/>
                </a:lnTo>
                <a:lnTo>
                  <a:pt x="664718" y="146685"/>
                </a:lnTo>
                <a:lnTo>
                  <a:pt x="664718" y="40640"/>
                </a:lnTo>
                <a:lnTo>
                  <a:pt x="661098" y="38227"/>
                </a:lnTo>
                <a:lnTo>
                  <a:pt x="635254" y="20955"/>
                </a:lnTo>
                <a:lnTo>
                  <a:pt x="598297" y="6223"/>
                </a:lnTo>
                <a:lnTo>
                  <a:pt x="552831" y="0"/>
                </a:lnTo>
                <a:lnTo>
                  <a:pt x="449580" y="0"/>
                </a:lnTo>
                <a:lnTo>
                  <a:pt x="449580" y="297180"/>
                </a:lnTo>
                <a:lnTo>
                  <a:pt x="544195" y="297180"/>
                </a:lnTo>
                <a:lnTo>
                  <a:pt x="592201" y="290957"/>
                </a:lnTo>
                <a:lnTo>
                  <a:pt x="632714" y="273812"/>
                </a:lnTo>
                <a:lnTo>
                  <a:pt x="652945" y="258953"/>
                </a:lnTo>
                <a:lnTo>
                  <a:pt x="664718" y="250317"/>
                </a:lnTo>
                <a:lnTo>
                  <a:pt x="686816" y="219456"/>
                </a:lnTo>
                <a:lnTo>
                  <a:pt x="701675" y="184912"/>
                </a:lnTo>
                <a:lnTo>
                  <a:pt x="704088" y="146685"/>
                </a:lnTo>
                <a:lnTo>
                  <a:pt x="704088" y="1245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358" y="562482"/>
            <a:ext cx="2791460" cy="2851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0" b="0">
                <a:latin typeface="Arial"/>
                <a:cs typeface="Arial"/>
              </a:rPr>
              <a:t>ATTRIBUTION</a:t>
            </a:r>
            <a:r>
              <a:rPr dirty="0" sz="1700" spc="-70" b="0">
                <a:latin typeface="Arial"/>
                <a:cs typeface="Arial"/>
              </a:rPr>
              <a:t> </a:t>
            </a:r>
            <a:r>
              <a:rPr dirty="0" sz="1700" spc="-20" b="0">
                <a:latin typeface="Arial"/>
                <a:cs typeface="Arial"/>
              </a:rPr>
              <a:t>STATEMENT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pc="-10"/>
              <a:t>#NXPFTF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56108" y="6329015"/>
            <a:ext cx="208279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z="1300" spc="-25">
                <a:solidFill>
                  <a:srgbClr val="7E7E7E"/>
                </a:solidFill>
                <a:latin typeface="Arial"/>
                <a:cs typeface="Arial"/>
              </a:rPr>
              <a:t>28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 spc="-25"/>
              <a:t>USE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78358" y="1089152"/>
            <a:ext cx="11480800" cy="1397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04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NXP,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NXP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logo,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NXP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SECURE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CONNECTIONS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FOR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SMARTER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WORLD,</a:t>
            </a:r>
            <a:r>
              <a:rPr dirty="0" sz="1000" spc="-5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CoolFlux,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EMBRACE,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GREENCHIP,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HITAG,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I2C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BUS,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ICODE,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JCOP,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LIFE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VIBES,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MIFARE,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MIFARE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Classic,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MIFARE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DESFire,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MIFARE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Plus,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MIFARE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FleX,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MANTIS,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MIFARE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ULTRALIGHT,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MIFARE4MOBILE,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MIGLO,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NTAG,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ROADLINK,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SMARTLX,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SMARTMX,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STARPLUG,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TOPFET,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TrenchMOS,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UCODE,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Freescale,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Freescale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logo,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AltiVec,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C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5,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CodeTEST,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CodeWarrior,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ColdFire,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ColdFire+,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C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Ware,</a:t>
            </a:r>
            <a:r>
              <a:rPr dirty="0" sz="1000" spc="-6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Energy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Efficient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Solutions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logo,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Kinetis,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Layerscape,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MagniV,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mobileGT,</a:t>
            </a:r>
            <a:r>
              <a:rPr dirty="0" sz="1000" spc="-5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PEG,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PowerQUICC,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Processor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Expert,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QorIQ,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QorIQ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Qonverge,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Ready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Play,</a:t>
            </a:r>
            <a:r>
              <a:rPr dirty="0" sz="1000" spc="-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SafeAssure,</a:t>
            </a:r>
            <a:r>
              <a:rPr dirty="0" sz="1000" spc="-5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SafeAssure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logo,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StarCore,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Symphony,</a:t>
            </a:r>
            <a:r>
              <a:rPr dirty="0" sz="1000" spc="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VortiQa,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Vybrid,</a:t>
            </a:r>
            <a:r>
              <a:rPr dirty="0" sz="1000" spc="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Airfast,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BeeKit,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BeeStack,</a:t>
            </a:r>
            <a:r>
              <a:rPr dirty="0" sz="1000" spc="-5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CoreNet,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Flexis,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MXC,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Platform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in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Package,</a:t>
            </a:r>
            <a:r>
              <a:rPr dirty="0" sz="1000" spc="-6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QUICC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Engine,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SMARTMOS,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Tower,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TurboLink,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UMEMS are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trademarks</a:t>
            </a:r>
            <a:r>
              <a:rPr dirty="0" sz="1000" spc="-5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NXP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B.V.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All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other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product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or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service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names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are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property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their</a:t>
            </a:r>
            <a:r>
              <a:rPr dirty="0" sz="1000" spc="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respective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owners.</a:t>
            </a:r>
            <a:r>
              <a:rPr dirty="0" sz="1000" spc="2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ARM,</a:t>
            </a:r>
            <a:r>
              <a:rPr dirty="0" sz="1000" spc="-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AMBA,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ARM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Powered,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Artisan,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Cortex,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Jazelle,</a:t>
            </a:r>
            <a:r>
              <a:rPr dirty="0" sz="1000" spc="-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Keil,</a:t>
            </a:r>
            <a:r>
              <a:rPr dirty="0" sz="1000" spc="-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SecurCore,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Thumb,</a:t>
            </a:r>
            <a:r>
              <a:rPr dirty="0" sz="1000" spc="-6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TrustZone,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μVision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are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registered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trademarks</a:t>
            </a:r>
            <a:r>
              <a:rPr dirty="0" sz="1000" spc="-5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ARM</a:t>
            </a:r>
            <a:r>
              <a:rPr dirty="0" sz="1000" spc="-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Limited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(or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its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subsidiaries)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in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EU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and/or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elsewhere.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ARM7,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ARM9,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ARM11,</a:t>
            </a:r>
            <a:r>
              <a:rPr dirty="0" sz="1000" spc="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big.LITTLE,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CoreLink,</a:t>
            </a:r>
            <a:r>
              <a:rPr dirty="0" sz="1000" spc="500">
                <a:solidFill>
                  <a:srgbClr val="7E7E7E"/>
                </a:solidFill>
                <a:latin typeface="Arial"/>
                <a:cs typeface="Arial"/>
              </a:rPr>
              <a:t> 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CoreSight,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DesignStart,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Mali,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mbed,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NEON,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POP,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Sensinode,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Socrates,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ULINK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Versatile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are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trademarks</a:t>
            </a:r>
            <a:r>
              <a:rPr dirty="0" sz="1000" spc="-5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ARM</a:t>
            </a:r>
            <a:r>
              <a:rPr dirty="0" sz="1000" spc="-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Limited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(or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its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subsidiaries)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in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dirty="0" sz="1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EU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and/or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elsewhere.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All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rights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reserved.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Oracle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and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Java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are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registered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trademarks</a:t>
            </a:r>
            <a:r>
              <a:rPr dirty="0" sz="1000" spc="-5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Oracle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and/or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its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affiliates.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Power</a:t>
            </a:r>
            <a:r>
              <a:rPr dirty="0" sz="1000" spc="-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Architecture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Power.org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word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marks</a:t>
            </a:r>
            <a:r>
              <a:rPr dirty="0" sz="1000" spc="-5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10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Power</a:t>
            </a:r>
            <a:r>
              <a:rPr dirty="0" sz="1000" spc="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Power.org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logos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related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marks</a:t>
            </a:r>
            <a:r>
              <a:rPr dirty="0" sz="1000" spc="-5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are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trademarks</a:t>
            </a:r>
            <a:r>
              <a:rPr dirty="0" sz="1000" spc="-6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service</a:t>
            </a:r>
            <a:r>
              <a:rPr dirty="0" sz="1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marks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licensed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by</a:t>
            </a:r>
            <a:r>
              <a:rPr dirty="0" sz="1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Power.org.</a:t>
            </a:r>
            <a:r>
              <a:rPr dirty="0" sz="1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©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2015–2016</a:t>
            </a:r>
            <a:r>
              <a:rPr dirty="0" sz="1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NXP</a:t>
            </a:r>
            <a:r>
              <a:rPr dirty="0" sz="1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7E7E7E"/>
                </a:solidFill>
                <a:latin typeface="Arial"/>
                <a:cs typeface="Arial"/>
              </a:rPr>
              <a:t>B.V.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8B5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rls02c</dc:creator>
  <dc:title>NXP Powerpoint template confidential 16:9 Widescreen</dc:title>
  <dcterms:created xsi:type="dcterms:W3CDTF">2026-09-24T20:30:17Z</dcterms:created>
  <dcterms:modified xsi:type="dcterms:W3CDTF">2026-09-24T20:30:17Z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2016-05-25T00:00:00Z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2026-09-24T00:00:00Z</vt:filetime>
  </property>
  <property fmtid="{D5CDD505-2E9C-101B-9397-08002B2CF9AE}" pid="5" name="Producer">
    <vt:lpwstr>Microsoft® PowerPoint® 2013</vt:lpwstr>
  </property>
</Properties>
</file>