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39"/>
  </p:notesMasterIdLst>
  <p:sldIdLst>
    <p:sldId id="256" r:id="rId3"/>
    <p:sldId id="529" r:id="rId4"/>
    <p:sldId id="568" r:id="rId5"/>
    <p:sldId id="516" r:id="rId6"/>
    <p:sldId id="569" r:id="rId7"/>
    <p:sldId id="570" r:id="rId8"/>
    <p:sldId id="521" r:id="rId9"/>
    <p:sldId id="572" r:id="rId10"/>
    <p:sldId id="571" r:id="rId11"/>
    <p:sldId id="573" r:id="rId12"/>
    <p:sldId id="532" r:id="rId13"/>
    <p:sldId id="575" r:id="rId14"/>
    <p:sldId id="574" r:id="rId15"/>
    <p:sldId id="576" r:id="rId16"/>
    <p:sldId id="577" r:id="rId17"/>
    <p:sldId id="578" r:id="rId18"/>
    <p:sldId id="579" r:id="rId19"/>
    <p:sldId id="580" r:id="rId20"/>
    <p:sldId id="584" r:id="rId21"/>
    <p:sldId id="581" r:id="rId22"/>
    <p:sldId id="582" r:id="rId23"/>
    <p:sldId id="583" r:id="rId24"/>
    <p:sldId id="586" r:id="rId25"/>
    <p:sldId id="585" r:id="rId26"/>
    <p:sldId id="587" r:id="rId27"/>
    <p:sldId id="600" r:id="rId28"/>
    <p:sldId id="590" r:id="rId29"/>
    <p:sldId id="591" r:id="rId30"/>
    <p:sldId id="592" r:id="rId31"/>
    <p:sldId id="593" r:id="rId32"/>
    <p:sldId id="594" r:id="rId33"/>
    <p:sldId id="602" r:id="rId34"/>
    <p:sldId id="596" r:id="rId35"/>
    <p:sldId id="597" r:id="rId36"/>
    <p:sldId id="564" r:id="rId37"/>
    <p:sldId id="598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7EC03-9693-5841-8777-448DDBD84D20}" v="2245" dt="2026-03-04T09:33:33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35" autoAdjust="0"/>
    <p:restoredTop sz="94737"/>
  </p:normalViewPr>
  <p:slideViewPr>
    <p:cSldViewPr snapToGrid="0">
      <p:cViewPr>
        <p:scale>
          <a:sx n="78" d="100"/>
          <a:sy n="78" d="100"/>
        </p:scale>
        <p:origin x="1552" y="127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 Mao (SDS,118010224)" userId="1bbae264-552e-41b8-9f18-7e823f2686ac" providerId="ADAL" clId="{42D7EC03-9693-5841-8777-448DDBD84D20}"/>
    <pc:docChg chg="undo redo custSel addSld delSld modSld sldOrd">
      <pc:chgData name="Yu Mao (SDS,118010224)" userId="1bbae264-552e-41b8-9f18-7e823f2686ac" providerId="ADAL" clId="{42D7EC03-9693-5841-8777-448DDBD84D20}" dt="2026-03-04T09:36:02.417" v="16552" actId="20577"/>
      <pc:docMkLst>
        <pc:docMk/>
      </pc:docMkLst>
      <pc:sldChg chg="modSp mod">
        <pc:chgData name="Yu Mao (SDS,118010224)" userId="1bbae264-552e-41b8-9f18-7e823f2686ac" providerId="ADAL" clId="{42D7EC03-9693-5841-8777-448DDBD84D20}" dt="2026-03-04T06:57:32.788" v="13842" actId="1076"/>
        <pc:sldMkLst>
          <pc:docMk/>
          <pc:sldMk cId="406468066" sldId="256"/>
        </pc:sldMkLst>
        <pc:spChg chg="mod">
          <ac:chgData name="Yu Mao (SDS,118010224)" userId="1bbae264-552e-41b8-9f18-7e823f2686ac" providerId="ADAL" clId="{42D7EC03-9693-5841-8777-448DDBD84D20}" dt="2026-03-04T06:57:32.788" v="13842" actId="1076"/>
          <ac:spMkLst>
            <pc:docMk/>
            <pc:sldMk cId="406468066" sldId="256"/>
            <ac:spMk id="2" creationId="{00000000-0000-0000-0000-000000000000}"/>
          </ac:spMkLst>
        </pc:spChg>
        <pc:spChg chg="mod">
          <ac:chgData name="Yu Mao (SDS,118010224)" userId="1bbae264-552e-41b8-9f18-7e823f2686ac" providerId="ADAL" clId="{42D7EC03-9693-5841-8777-448DDBD84D20}" dt="2026-03-02T12:27:13.717" v="76" actId="113"/>
          <ac:spMkLst>
            <pc:docMk/>
            <pc:sldMk cId="406468066" sldId="256"/>
            <ac:spMk id="3" creationId="{00000000-0000-0000-0000-000000000000}"/>
          </ac:spMkLst>
        </pc:spChg>
      </pc:sldChg>
      <pc:sldChg chg="addSp delSp modSp mod">
        <pc:chgData name="Yu Mao (SDS,118010224)" userId="1bbae264-552e-41b8-9f18-7e823f2686ac" providerId="ADAL" clId="{42D7EC03-9693-5841-8777-448DDBD84D20}" dt="2026-03-04T08:32:48.906" v="16250" actId="113"/>
        <pc:sldMkLst>
          <pc:docMk/>
          <pc:sldMk cId="255285262" sldId="516"/>
        </pc:sldMkLst>
        <pc:spChg chg="mod">
          <ac:chgData name="Yu Mao (SDS,118010224)" userId="1bbae264-552e-41b8-9f18-7e823f2686ac" providerId="ADAL" clId="{42D7EC03-9693-5841-8777-448DDBD84D20}" dt="2026-03-04T08:32:26.778" v="16245" actId="20577"/>
          <ac:spMkLst>
            <pc:docMk/>
            <pc:sldMk cId="255285262" sldId="516"/>
            <ac:spMk id="2" creationId="{00000000-0000-0000-0000-000000000000}"/>
          </ac:spMkLst>
        </pc:spChg>
        <pc:spChg chg="mod">
          <ac:chgData name="Yu Mao (SDS,118010224)" userId="1bbae264-552e-41b8-9f18-7e823f2686ac" providerId="ADAL" clId="{42D7EC03-9693-5841-8777-448DDBD84D20}" dt="2026-03-04T08:32:48.906" v="16250" actId="113"/>
          <ac:spMkLst>
            <pc:docMk/>
            <pc:sldMk cId="255285262" sldId="516"/>
            <ac:spMk id="3" creationId="{00000000-0000-0000-0000-000000000000}"/>
          </ac:spMkLst>
        </pc:spChg>
        <pc:spChg chg="del mod">
          <ac:chgData name="Yu Mao (SDS,118010224)" userId="1bbae264-552e-41b8-9f18-7e823f2686ac" providerId="ADAL" clId="{42D7EC03-9693-5841-8777-448DDBD84D20}" dt="2026-03-03T09:48:11.472" v="1029" actId="478"/>
          <ac:spMkLst>
            <pc:docMk/>
            <pc:sldMk cId="255285262" sldId="516"/>
            <ac:spMk id="4" creationId="{A4D8AE41-E9DB-DC4B-0813-8BAB041C6816}"/>
          </ac:spMkLst>
        </pc:spChg>
        <pc:spChg chg="add mod">
          <ac:chgData name="Yu Mao (SDS,118010224)" userId="1bbae264-552e-41b8-9f18-7e823f2686ac" providerId="ADAL" clId="{42D7EC03-9693-5841-8777-448DDBD84D20}" dt="2026-03-03T10:18:52.151" v="1961" actId="14100"/>
          <ac:spMkLst>
            <pc:docMk/>
            <pc:sldMk cId="255285262" sldId="516"/>
            <ac:spMk id="5" creationId="{BF3760E3-A7FD-2CF2-C56D-A1C76F3AECAE}"/>
          </ac:spMkLst>
        </pc:spChg>
        <pc:spChg chg="add del mod">
          <ac:chgData name="Yu Mao (SDS,118010224)" userId="1bbae264-552e-41b8-9f18-7e823f2686ac" providerId="ADAL" clId="{42D7EC03-9693-5841-8777-448DDBD84D20}" dt="2026-03-03T09:27:08.295" v="794" actId="478"/>
          <ac:spMkLst>
            <pc:docMk/>
            <pc:sldMk cId="255285262" sldId="516"/>
            <ac:spMk id="6" creationId="{0E9D9B90-BC73-A2CC-0B49-2B27B3EA5548}"/>
          </ac:spMkLst>
        </pc:spChg>
        <pc:spChg chg="add del mod">
          <ac:chgData name="Yu Mao (SDS,118010224)" userId="1bbae264-552e-41b8-9f18-7e823f2686ac" providerId="ADAL" clId="{42D7EC03-9693-5841-8777-448DDBD84D20}" dt="2026-03-03T09:27:50.337" v="802" actId="478"/>
          <ac:spMkLst>
            <pc:docMk/>
            <pc:sldMk cId="255285262" sldId="516"/>
            <ac:spMk id="7" creationId="{78646724-BC25-FF36-4E44-AC29745BA83B}"/>
          </ac:spMkLst>
        </pc:spChg>
        <pc:spChg chg="add del mod">
          <ac:chgData name="Yu Mao (SDS,118010224)" userId="1bbae264-552e-41b8-9f18-7e823f2686ac" providerId="ADAL" clId="{42D7EC03-9693-5841-8777-448DDBD84D20}" dt="2026-03-03T09:27:49.629" v="801" actId="478"/>
          <ac:spMkLst>
            <pc:docMk/>
            <pc:sldMk cId="255285262" sldId="516"/>
            <ac:spMk id="8" creationId="{52AB1D8B-4A3A-5426-14F9-B0332796A2CC}"/>
          </ac:spMkLst>
        </pc:spChg>
        <pc:spChg chg="add del mod">
          <ac:chgData name="Yu Mao (SDS,118010224)" userId="1bbae264-552e-41b8-9f18-7e823f2686ac" providerId="ADAL" clId="{42D7EC03-9693-5841-8777-448DDBD84D20}" dt="2026-03-03T09:29:44.822" v="825" actId="478"/>
          <ac:spMkLst>
            <pc:docMk/>
            <pc:sldMk cId="255285262" sldId="516"/>
            <ac:spMk id="11" creationId="{AF33B1E3-A303-A24A-5C74-CB99A0A151B0}"/>
          </ac:spMkLst>
        </pc:spChg>
        <pc:spChg chg="add mod">
          <ac:chgData name="Yu Mao (SDS,118010224)" userId="1bbae264-552e-41b8-9f18-7e823f2686ac" providerId="ADAL" clId="{42D7EC03-9693-5841-8777-448DDBD84D20}" dt="2026-03-03T09:35:01.371" v="871"/>
          <ac:spMkLst>
            <pc:docMk/>
            <pc:sldMk cId="255285262" sldId="516"/>
            <ac:spMk id="14" creationId="{28DAEC9B-07B3-A14C-D26E-CEEFDAE1B2F5}"/>
          </ac:spMkLst>
        </pc:spChg>
        <pc:spChg chg="add mod">
          <ac:chgData name="Yu Mao (SDS,118010224)" userId="1bbae264-552e-41b8-9f18-7e823f2686ac" providerId="ADAL" clId="{42D7EC03-9693-5841-8777-448DDBD84D20}" dt="2026-03-04T05:35:49.282" v="11250" actId="20577"/>
          <ac:spMkLst>
            <pc:docMk/>
            <pc:sldMk cId="255285262" sldId="516"/>
            <ac:spMk id="15" creationId="{97F7FC92-C626-1F6A-6786-AEA70B651CC1}"/>
          </ac:spMkLst>
        </pc:spChg>
        <pc:spChg chg="add mod">
          <ac:chgData name="Yu Mao (SDS,118010224)" userId="1bbae264-552e-41b8-9f18-7e823f2686ac" providerId="ADAL" clId="{42D7EC03-9693-5841-8777-448DDBD84D20}" dt="2026-03-03T09:47:10.641" v="1013" actId="767"/>
          <ac:spMkLst>
            <pc:docMk/>
            <pc:sldMk cId="255285262" sldId="516"/>
            <ac:spMk id="17" creationId="{4339D41C-D654-E4E7-C3CD-2D3C8B64DF8F}"/>
          </ac:spMkLst>
        </pc:spChg>
        <pc:spChg chg="add mod">
          <ac:chgData name="Yu Mao (SDS,118010224)" userId="1bbae264-552e-41b8-9f18-7e823f2686ac" providerId="ADAL" clId="{42D7EC03-9693-5841-8777-448DDBD84D20}" dt="2026-03-03T12:52:47.273" v="3134"/>
          <ac:spMkLst>
            <pc:docMk/>
            <pc:sldMk cId="255285262" sldId="516"/>
            <ac:spMk id="18" creationId="{0F377D96-767E-726E-F5A8-6302D930A13F}"/>
          </ac:spMkLst>
        </pc:spChg>
        <pc:picChg chg="del">
          <ac:chgData name="Yu Mao (SDS,118010224)" userId="1bbae264-552e-41b8-9f18-7e823f2686ac" providerId="ADAL" clId="{42D7EC03-9693-5841-8777-448DDBD84D20}" dt="2026-03-03T09:19:41.392" v="700" actId="478"/>
          <ac:picMkLst>
            <pc:docMk/>
            <pc:sldMk cId="255285262" sldId="516"/>
            <ac:picMk id="9" creationId="{A89CE623-1DD3-787F-09D0-8C8117805EFF}"/>
          </ac:picMkLst>
        </pc:picChg>
        <pc:picChg chg="add mod">
          <ac:chgData name="Yu Mao (SDS,118010224)" userId="1bbae264-552e-41b8-9f18-7e823f2686ac" providerId="ADAL" clId="{42D7EC03-9693-5841-8777-448DDBD84D20}" dt="2026-03-03T10:18:41.101" v="1958" actId="1076"/>
          <ac:picMkLst>
            <pc:docMk/>
            <pc:sldMk cId="255285262" sldId="516"/>
            <ac:picMk id="10" creationId="{179B9C70-CD49-D0CC-3B7F-20D1E32DC985}"/>
          </ac:picMkLst>
        </pc:picChg>
        <pc:picChg chg="add del mod">
          <ac:chgData name="Yu Mao (SDS,118010224)" userId="1bbae264-552e-41b8-9f18-7e823f2686ac" providerId="ADAL" clId="{42D7EC03-9693-5841-8777-448DDBD84D20}" dt="2026-03-03T09:29:51.425" v="830" actId="478"/>
          <ac:picMkLst>
            <pc:docMk/>
            <pc:sldMk cId="255285262" sldId="516"/>
            <ac:picMk id="12" creationId="{B0AA1AC4-C6E4-2420-72B2-A18049E7C99C}"/>
          </ac:picMkLst>
        </pc:picChg>
        <pc:picChg chg="add del mod modCrop">
          <ac:chgData name="Yu Mao (SDS,118010224)" userId="1bbae264-552e-41b8-9f18-7e823f2686ac" providerId="ADAL" clId="{42D7EC03-9693-5841-8777-448DDBD84D20}" dt="2026-03-03T10:19:08.469" v="1964" actId="1076"/>
          <ac:picMkLst>
            <pc:docMk/>
            <pc:sldMk cId="255285262" sldId="516"/>
            <ac:picMk id="13" creationId="{1527617F-2E30-2077-DB9D-2744ED059484}"/>
          </ac:picMkLst>
        </pc:picChg>
        <pc:picChg chg="add del mod">
          <ac:chgData name="Yu Mao (SDS,118010224)" userId="1bbae264-552e-41b8-9f18-7e823f2686ac" providerId="ADAL" clId="{42D7EC03-9693-5841-8777-448DDBD84D20}" dt="2026-03-03T09:37:17.527" v="967" actId="478"/>
          <ac:picMkLst>
            <pc:docMk/>
            <pc:sldMk cId="255285262" sldId="516"/>
            <ac:picMk id="16" creationId="{7AEB1E03-5507-3700-BD74-7BD5AF94A5F9}"/>
          </ac:picMkLst>
        </pc:picChg>
      </pc:sldChg>
      <pc:sldChg chg="del">
        <pc:chgData name="Yu Mao (SDS,118010224)" userId="1bbae264-552e-41b8-9f18-7e823f2686ac" providerId="ADAL" clId="{42D7EC03-9693-5841-8777-448DDBD84D20}" dt="2026-03-03T10:13:36.233" v="1729" actId="2696"/>
        <pc:sldMkLst>
          <pc:docMk/>
          <pc:sldMk cId="403208159" sldId="517"/>
        </pc:sldMkLst>
      </pc:sldChg>
      <pc:sldChg chg="del">
        <pc:chgData name="Yu Mao (SDS,118010224)" userId="1bbae264-552e-41b8-9f18-7e823f2686ac" providerId="ADAL" clId="{42D7EC03-9693-5841-8777-448DDBD84D20}" dt="2026-03-03T10:13:36.239" v="1730" actId="2696"/>
        <pc:sldMkLst>
          <pc:docMk/>
          <pc:sldMk cId="3854283588" sldId="520"/>
        </pc:sldMkLst>
      </pc:sldChg>
      <pc:sldChg chg="modSp mod">
        <pc:chgData name="Yu Mao (SDS,118010224)" userId="1bbae264-552e-41b8-9f18-7e823f2686ac" providerId="ADAL" clId="{42D7EC03-9693-5841-8777-448DDBD84D20}" dt="2026-03-03T14:53:14.300" v="4964" actId="20577"/>
        <pc:sldMkLst>
          <pc:docMk/>
          <pc:sldMk cId="555238349" sldId="521"/>
        </pc:sldMkLst>
        <pc:spChg chg="mod">
          <ac:chgData name="Yu Mao (SDS,118010224)" userId="1bbae264-552e-41b8-9f18-7e823f2686ac" providerId="ADAL" clId="{42D7EC03-9693-5841-8777-448DDBD84D20}" dt="2026-03-03T14:53:14.300" v="4964" actId="20577"/>
          <ac:spMkLst>
            <pc:docMk/>
            <pc:sldMk cId="555238349" sldId="521"/>
            <ac:spMk id="2" creationId="{E68AB607-D6AC-79C6-B8C1-241BAD7DF7EF}"/>
          </ac:spMkLst>
        </pc:spChg>
        <pc:spChg chg="mod">
          <ac:chgData name="Yu Mao (SDS,118010224)" userId="1bbae264-552e-41b8-9f18-7e823f2686ac" providerId="ADAL" clId="{42D7EC03-9693-5841-8777-448DDBD84D20}" dt="2026-03-03T13:00:51.871" v="3165" actId="113"/>
          <ac:spMkLst>
            <pc:docMk/>
            <pc:sldMk cId="555238349" sldId="521"/>
            <ac:spMk id="3" creationId="{1F167971-78C9-2C18-1981-165940526981}"/>
          </ac:spMkLst>
        </pc:spChg>
      </pc:sldChg>
      <pc:sldChg chg="modSp del mod">
        <pc:chgData name="Yu Mao (SDS,118010224)" userId="1bbae264-552e-41b8-9f18-7e823f2686ac" providerId="ADAL" clId="{42D7EC03-9693-5841-8777-448DDBD84D20}" dt="2026-03-03T13:14:37.186" v="3199" actId="2696"/>
        <pc:sldMkLst>
          <pc:docMk/>
          <pc:sldMk cId="3818148330" sldId="524"/>
        </pc:sldMkLst>
        <pc:spChg chg="mod">
          <ac:chgData name="Yu Mao (SDS,118010224)" userId="1bbae264-552e-41b8-9f18-7e823f2686ac" providerId="ADAL" clId="{42D7EC03-9693-5841-8777-448DDBD84D20}" dt="2026-03-03T13:14:22.321" v="3195" actId="20577"/>
          <ac:spMkLst>
            <pc:docMk/>
            <pc:sldMk cId="3818148330" sldId="524"/>
            <ac:spMk id="3" creationId="{6344EABD-2CF8-5B62-DBCE-5CB6886FCDA7}"/>
          </ac:spMkLst>
        </pc:spChg>
      </pc:sldChg>
      <pc:sldChg chg="modSp del mod">
        <pc:chgData name="Yu Mao (SDS,118010224)" userId="1bbae264-552e-41b8-9f18-7e823f2686ac" providerId="ADAL" clId="{42D7EC03-9693-5841-8777-448DDBD84D20}" dt="2026-03-03T14:53:07.690" v="4961" actId="2696"/>
        <pc:sldMkLst>
          <pc:docMk/>
          <pc:sldMk cId="906385589" sldId="525"/>
        </pc:sldMkLst>
        <pc:spChg chg="mod">
          <ac:chgData name="Yu Mao (SDS,118010224)" userId="1bbae264-552e-41b8-9f18-7e823f2686ac" providerId="ADAL" clId="{42D7EC03-9693-5841-8777-448DDBD84D20}" dt="2026-03-03T14:02:44.260" v="4192" actId="1076"/>
          <ac:spMkLst>
            <pc:docMk/>
            <pc:sldMk cId="906385589" sldId="525"/>
            <ac:spMk id="3" creationId="{5243712C-2C33-90AC-77EB-373B201BD294}"/>
          </ac:spMkLst>
        </pc:spChg>
      </pc:sldChg>
      <pc:sldChg chg="addSp delSp modSp del mod">
        <pc:chgData name="Yu Mao (SDS,118010224)" userId="1bbae264-552e-41b8-9f18-7e823f2686ac" providerId="ADAL" clId="{42D7EC03-9693-5841-8777-448DDBD84D20}" dt="2026-03-03T14:53:08.556" v="4962" actId="2696"/>
        <pc:sldMkLst>
          <pc:docMk/>
          <pc:sldMk cId="3104565738" sldId="526"/>
        </pc:sldMkLst>
        <pc:spChg chg="add del mod">
          <ac:chgData name="Yu Mao (SDS,118010224)" userId="1bbae264-552e-41b8-9f18-7e823f2686ac" providerId="ADAL" clId="{42D7EC03-9693-5841-8777-448DDBD84D20}" dt="2026-03-03T09:35:20.950" v="878" actId="21"/>
          <ac:spMkLst>
            <pc:docMk/>
            <pc:sldMk cId="3104565738" sldId="526"/>
            <ac:spMk id="5" creationId="{BBF59311-A0FA-16EB-345E-AEC2779A6155}"/>
          </ac:spMkLst>
        </pc:spChg>
      </pc:sldChg>
      <pc:sldChg chg="del">
        <pc:chgData name="Yu Mao (SDS,118010224)" userId="1bbae264-552e-41b8-9f18-7e823f2686ac" providerId="ADAL" clId="{42D7EC03-9693-5841-8777-448DDBD84D20}" dt="2026-03-04T00:43:56.023" v="4983" actId="2696"/>
        <pc:sldMkLst>
          <pc:docMk/>
          <pc:sldMk cId="2389247276" sldId="527"/>
        </pc:sldMkLst>
      </pc:sldChg>
      <pc:sldChg chg="add del">
        <pc:chgData name="Yu Mao (SDS,118010224)" userId="1bbae264-552e-41b8-9f18-7e823f2686ac" providerId="ADAL" clId="{42D7EC03-9693-5841-8777-448DDBD84D20}" dt="2026-03-04T00:43:54.472" v="4982" actId="2696"/>
        <pc:sldMkLst>
          <pc:docMk/>
          <pc:sldMk cId="659027300" sldId="528"/>
        </pc:sldMkLst>
      </pc:sldChg>
      <pc:sldChg chg="modSp mod">
        <pc:chgData name="Yu Mao (SDS,118010224)" userId="1bbae264-552e-41b8-9f18-7e823f2686ac" providerId="ADAL" clId="{42D7EC03-9693-5841-8777-448DDBD84D20}" dt="2026-03-04T08:56:20.949" v="16470" actId="20577"/>
        <pc:sldMkLst>
          <pc:docMk/>
          <pc:sldMk cId="3163033413" sldId="529"/>
        </pc:sldMkLst>
        <pc:spChg chg="mod">
          <ac:chgData name="Yu Mao (SDS,118010224)" userId="1bbae264-552e-41b8-9f18-7e823f2686ac" providerId="ADAL" clId="{42D7EC03-9693-5841-8777-448DDBD84D20}" dt="2026-03-04T08:56:20.949" v="16470" actId="20577"/>
          <ac:spMkLst>
            <pc:docMk/>
            <pc:sldMk cId="3163033413" sldId="529"/>
            <ac:spMk id="3" creationId="{2A80A5A7-93F7-336A-9D94-7FA992438288}"/>
          </ac:spMkLst>
        </pc:spChg>
      </pc:sldChg>
      <pc:sldChg chg="del">
        <pc:chgData name="Yu Mao (SDS,118010224)" userId="1bbae264-552e-41b8-9f18-7e823f2686ac" providerId="ADAL" clId="{42D7EC03-9693-5841-8777-448DDBD84D20}" dt="2026-03-03T12:53:24.438" v="3137" actId="2696"/>
        <pc:sldMkLst>
          <pc:docMk/>
          <pc:sldMk cId="2171825644" sldId="530"/>
        </pc:sldMkLst>
      </pc:sldChg>
      <pc:sldChg chg="modSp add del mod">
        <pc:chgData name="Yu Mao (SDS,118010224)" userId="1bbae264-552e-41b8-9f18-7e823f2686ac" providerId="ADAL" clId="{42D7EC03-9693-5841-8777-448DDBD84D20}" dt="2026-03-03T08:57:39.470" v="122" actId="2696"/>
        <pc:sldMkLst>
          <pc:docMk/>
          <pc:sldMk cId="117779136" sldId="531"/>
        </pc:sldMkLst>
      </pc:sldChg>
      <pc:sldChg chg="addSp delSp modSp mod">
        <pc:chgData name="Yu Mao (SDS,118010224)" userId="1bbae264-552e-41b8-9f18-7e823f2686ac" providerId="ADAL" clId="{42D7EC03-9693-5841-8777-448DDBD84D20}" dt="2026-03-04T05:36:01.758" v="11253" actId="20577"/>
        <pc:sldMkLst>
          <pc:docMk/>
          <pc:sldMk cId="157511617" sldId="532"/>
        </pc:sldMkLst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2" creationId="{808CE8DD-ECD4-0F10-1E0E-DC27EA64D426}"/>
          </ac:spMkLst>
        </pc:spChg>
        <pc:spChg chg="add del mod">
          <ac:chgData name="Yu Mao (SDS,118010224)" userId="1bbae264-552e-41b8-9f18-7e823f2686ac" providerId="ADAL" clId="{42D7EC03-9693-5841-8777-448DDBD84D20}" dt="2026-03-04T01:19:17.614" v="5455"/>
          <ac:spMkLst>
            <pc:docMk/>
            <pc:sldMk cId="157511617" sldId="532"/>
            <ac:spMk id="3" creationId="{4AF06E4A-F635-518E-0303-A66206E9554D}"/>
          </ac:spMkLst>
        </pc:spChg>
        <pc:spChg chg="mod">
          <ac:chgData name="Yu Mao (SDS,118010224)" userId="1bbae264-552e-41b8-9f18-7e823f2686ac" providerId="ADAL" clId="{42D7EC03-9693-5841-8777-448DDBD84D20}" dt="2026-03-04T01:20:05.547" v="5515" actId="1076"/>
          <ac:spMkLst>
            <pc:docMk/>
            <pc:sldMk cId="157511617" sldId="532"/>
            <ac:spMk id="5" creationId="{D337A3A8-A18E-BA84-C43F-B25DFE84EE7B}"/>
          </ac:spMkLst>
        </pc:spChg>
        <pc:spChg chg="add del mod">
          <ac:chgData name="Yu Mao (SDS,118010224)" userId="1bbae264-552e-41b8-9f18-7e823f2686ac" providerId="ADAL" clId="{42D7EC03-9693-5841-8777-448DDBD84D20}" dt="2026-03-04T01:19:20.043" v="5460"/>
          <ac:spMkLst>
            <pc:docMk/>
            <pc:sldMk cId="157511617" sldId="532"/>
            <ac:spMk id="6" creationId="{7DEC70CD-4656-48BD-0074-B868E15339DF}"/>
          </ac:spMkLst>
        </pc:spChg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7" creationId="{337A21B3-DEF0-43A4-0E8F-14B094182939}"/>
          </ac:spMkLst>
        </pc:spChg>
        <pc:spChg chg="mod">
          <ac:chgData name="Yu Mao (SDS,118010224)" userId="1bbae264-552e-41b8-9f18-7e823f2686ac" providerId="ADAL" clId="{42D7EC03-9693-5841-8777-448DDBD84D20}" dt="2026-03-04T04:46:51.246" v="10289" actId="20577"/>
          <ac:spMkLst>
            <pc:docMk/>
            <pc:sldMk cId="157511617" sldId="532"/>
            <ac:spMk id="9" creationId="{DFC22260-1939-BED1-CE2F-50645A3E627F}"/>
          </ac:spMkLst>
        </pc:spChg>
        <pc:spChg chg="add del mod">
          <ac:chgData name="Yu Mao (SDS,118010224)" userId="1bbae264-552e-41b8-9f18-7e823f2686ac" providerId="ADAL" clId="{42D7EC03-9693-5841-8777-448DDBD84D20}" dt="2026-03-04T01:19:19.821" v="5458"/>
          <ac:spMkLst>
            <pc:docMk/>
            <pc:sldMk cId="157511617" sldId="532"/>
            <ac:spMk id="10" creationId="{08E4820F-FCEB-5B0D-9825-3B6C0EBDBCF1}"/>
          </ac:spMkLst>
        </pc:spChg>
        <pc:spChg chg="add del mod">
          <ac:chgData name="Yu Mao (SDS,118010224)" userId="1bbae264-552e-41b8-9f18-7e823f2686ac" providerId="ADAL" clId="{42D7EC03-9693-5841-8777-448DDBD84D20}" dt="2026-03-04T01:20:03.935" v="5513"/>
          <ac:spMkLst>
            <pc:docMk/>
            <pc:sldMk cId="157511617" sldId="532"/>
            <ac:spMk id="11" creationId="{8AB393C2-864A-ED98-BFC4-C9878646450E}"/>
          </ac:spMkLst>
        </pc:spChg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12" creationId="{704BBA38-332B-A82C-3A87-9F368B6DD3AB}"/>
          </ac:spMkLst>
        </pc:spChg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13" creationId="{C62B0A7F-C7E9-7D0B-4830-76E14EE4F774}"/>
          </ac:spMkLst>
        </pc:spChg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20" creationId="{3B9F18EA-D8C3-D079-2F11-9777F801CBD9}"/>
          </ac:spMkLst>
        </pc:spChg>
        <pc:spChg chg="add mod">
          <ac:chgData name="Yu Mao (SDS,118010224)" userId="1bbae264-552e-41b8-9f18-7e823f2686ac" providerId="ADAL" clId="{42D7EC03-9693-5841-8777-448DDBD84D20}" dt="2026-03-04T01:30:21.158" v="5886" actId="1076"/>
          <ac:spMkLst>
            <pc:docMk/>
            <pc:sldMk cId="157511617" sldId="532"/>
            <ac:spMk id="21" creationId="{A5C93215-E48C-DC45-8D51-59DFE6624037}"/>
          </ac:spMkLst>
        </pc:spChg>
        <pc:spChg chg="add del mod">
          <ac:chgData name="Yu Mao (SDS,118010224)" userId="1bbae264-552e-41b8-9f18-7e823f2686ac" providerId="ADAL" clId="{42D7EC03-9693-5841-8777-448DDBD84D20}" dt="2026-03-04T01:25:35.637" v="5632"/>
          <ac:spMkLst>
            <pc:docMk/>
            <pc:sldMk cId="157511617" sldId="532"/>
            <ac:spMk id="22" creationId="{9578C608-3FF9-A75D-F2C4-52F6DC790898}"/>
          </ac:spMkLst>
        </pc:spChg>
        <pc:spChg chg="add mod">
          <ac:chgData name="Yu Mao (SDS,118010224)" userId="1bbae264-552e-41b8-9f18-7e823f2686ac" providerId="ADAL" clId="{42D7EC03-9693-5841-8777-448DDBD84D20}" dt="2026-03-04T05:36:01.758" v="11253" actId="20577"/>
          <ac:spMkLst>
            <pc:docMk/>
            <pc:sldMk cId="157511617" sldId="532"/>
            <ac:spMk id="23" creationId="{19D1A923-B48E-F891-0D2D-1975E9546504}"/>
          </ac:spMkLst>
        </pc:spChg>
        <pc:picChg chg="del">
          <ac:chgData name="Yu Mao (SDS,118010224)" userId="1bbae264-552e-41b8-9f18-7e823f2686ac" providerId="ADAL" clId="{42D7EC03-9693-5841-8777-448DDBD84D20}" dt="2026-03-04T01:04:41.412" v="5095" actId="478"/>
          <ac:picMkLst>
            <pc:docMk/>
            <pc:sldMk cId="157511617" sldId="532"/>
            <ac:picMk id="8" creationId="{85334230-E921-1953-6AAA-DDAD70017E65}"/>
          </ac:picMkLst>
        </pc:picChg>
        <pc:cxnChg chg="add mod">
          <ac:chgData name="Yu Mao (SDS,118010224)" userId="1bbae264-552e-41b8-9f18-7e823f2686ac" providerId="ADAL" clId="{42D7EC03-9693-5841-8777-448DDBD84D20}" dt="2026-03-04T01:30:21.158" v="5886" actId="1076"/>
          <ac:cxnSpMkLst>
            <pc:docMk/>
            <pc:sldMk cId="157511617" sldId="532"/>
            <ac:cxnSpMk id="15" creationId="{77B625A7-2F96-90DF-6439-2F244FD017C7}"/>
          </ac:cxnSpMkLst>
        </pc:cxnChg>
        <pc:cxnChg chg="add mod">
          <ac:chgData name="Yu Mao (SDS,118010224)" userId="1bbae264-552e-41b8-9f18-7e823f2686ac" providerId="ADAL" clId="{42D7EC03-9693-5841-8777-448DDBD84D20}" dt="2026-03-04T01:30:21.158" v="5886" actId="1076"/>
          <ac:cxnSpMkLst>
            <pc:docMk/>
            <pc:sldMk cId="157511617" sldId="532"/>
            <ac:cxnSpMk id="17" creationId="{C8873BB8-2626-2B69-D852-9B0D8BFD2F85}"/>
          </ac:cxnSpMkLst>
        </pc:cxnChg>
      </pc:sldChg>
      <pc:sldChg chg="addSp delSp modSp add del mod">
        <pc:chgData name="Yu Mao (SDS,118010224)" userId="1bbae264-552e-41b8-9f18-7e823f2686ac" providerId="ADAL" clId="{42D7EC03-9693-5841-8777-448DDBD84D20}" dt="2026-03-04T03:55:23.936" v="8919" actId="2696"/>
        <pc:sldMkLst>
          <pc:docMk/>
          <pc:sldMk cId="1608133832" sldId="533"/>
        </pc:sldMkLst>
        <pc:spChg chg="mod">
          <ac:chgData name="Yu Mao (SDS,118010224)" userId="1bbae264-552e-41b8-9f18-7e823f2686ac" providerId="ADAL" clId="{42D7EC03-9693-5841-8777-448DDBD84D20}" dt="2026-03-04T03:36:26.850" v="8688" actId="20577"/>
          <ac:spMkLst>
            <pc:docMk/>
            <pc:sldMk cId="1608133832" sldId="533"/>
            <ac:spMk id="5" creationId="{8EB26800-C45D-81AD-315E-90493428576B}"/>
          </ac:spMkLst>
        </pc:spChg>
        <pc:spChg chg="mod">
          <ac:chgData name="Yu Mao (SDS,118010224)" userId="1bbae264-552e-41b8-9f18-7e823f2686ac" providerId="ADAL" clId="{42D7EC03-9693-5841-8777-448DDBD84D20}" dt="2026-03-04T03:49:21.652" v="8724" actId="20577"/>
          <ac:spMkLst>
            <pc:docMk/>
            <pc:sldMk cId="1608133832" sldId="533"/>
            <ac:spMk id="9" creationId="{8D336522-8842-DA03-582E-49911712F269}"/>
          </ac:spMkLst>
        </pc:spChg>
        <pc:picChg chg="add mod">
          <ac:chgData name="Yu Mao (SDS,118010224)" userId="1bbae264-552e-41b8-9f18-7e823f2686ac" providerId="ADAL" clId="{42D7EC03-9693-5841-8777-448DDBD84D20}" dt="2026-03-04T03:48:55.738" v="8721" actId="1076"/>
          <ac:picMkLst>
            <pc:docMk/>
            <pc:sldMk cId="1608133832" sldId="533"/>
            <ac:picMk id="2" creationId="{76EA798F-94FC-B07B-601F-EF142CF3D645}"/>
          </ac:picMkLst>
        </pc:picChg>
        <pc:picChg chg="del">
          <ac:chgData name="Yu Mao (SDS,118010224)" userId="1bbae264-552e-41b8-9f18-7e823f2686ac" providerId="ADAL" clId="{42D7EC03-9693-5841-8777-448DDBD84D20}" dt="2026-03-04T03:48:49.699" v="8718" actId="478"/>
          <ac:picMkLst>
            <pc:docMk/>
            <pc:sldMk cId="1608133832" sldId="533"/>
            <ac:picMk id="3" creationId="{B8466461-2A69-C4E5-14EA-4A0C859909B1}"/>
          </ac:picMkLst>
        </pc:picChg>
      </pc:sldChg>
      <pc:sldChg chg="del">
        <pc:chgData name="Yu Mao (SDS,118010224)" userId="1bbae264-552e-41b8-9f18-7e823f2686ac" providerId="ADAL" clId="{42D7EC03-9693-5841-8777-448DDBD84D20}" dt="2026-03-04T03:55:26.439" v="8920" actId="2696"/>
        <pc:sldMkLst>
          <pc:docMk/>
          <pc:sldMk cId="2633629310" sldId="534"/>
        </pc:sldMkLst>
      </pc:sldChg>
      <pc:sldChg chg="del">
        <pc:chgData name="Yu Mao (SDS,118010224)" userId="1bbae264-552e-41b8-9f18-7e823f2686ac" providerId="ADAL" clId="{42D7EC03-9693-5841-8777-448DDBD84D20}" dt="2026-03-04T03:55:27.256" v="8921" actId="2696"/>
        <pc:sldMkLst>
          <pc:docMk/>
          <pc:sldMk cId="2709614430" sldId="535"/>
        </pc:sldMkLst>
      </pc:sldChg>
      <pc:sldChg chg="addSp delSp modSp del mod">
        <pc:chgData name="Yu Mao (SDS,118010224)" userId="1bbae264-552e-41b8-9f18-7e823f2686ac" providerId="ADAL" clId="{42D7EC03-9693-5841-8777-448DDBD84D20}" dt="2026-03-04T03:55:27.890" v="8922" actId="2696"/>
        <pc:sldMkLst>
          <pc:docMk/>
          <pc:sldMk cId="582087049" sldId="536"/>
        </pc:sldMkLst>
        <pc:spChg chg="add del mod">
          <ac:chgData name="Yu Mao (SDS,118010224)" userId="1bbae264-552e-41b8-9f18-7e823f2686ac" providerId="ADAL" clId="{42D7EC03-9693-5841-8777-448DDBD84D20}" dt="2026-03-03T09:32:25.530" v="870" actId="21"/>
          <ac:spMkLst>
            <pc:docMk/>
            <pc:sldMk cId="582087049" sldId="536"/>
            <ac:spMk id="2" creationId="{23426FA9-965D-1D2B-75DF-76A70C0EABA6}"/>
          </ac:spMkLst>
        </pc:spChg>
      </pc:sldChg>
      <pc:sldChg chg="del">
        <pc:chgData name="Yu Mao (SDS,118010224)" userId="1bbae264-552e-41b8-9f18-7e823f2686ac" providerId="ADAL" clId="{42D7EC03-9693-5841-8777-448DDBD84D20}" dt="2026-03-04T03:55:28.761" v="8923" actId="2696"/>
        <pc:sldMkLst>
          <pc:docMk/>
          <pc:sldMk cId="3062617660" sldId="537"/>
        </pc:sldMkLst>
      </pc:sldChg>
      <pc:sldChg chg="del">
        <pc:chgData name="Yu Mao (SDS,118010224)" userId="1bbae264-552e-41b8-9f18-7e823f2686ac" providerId="ADAL" clId="{42D7EC03-9693-5841-8777-448DDBD84D20}" dt="2026-03-04T04:25:58.880" v="9210" actId="2696"/>
        <pc:sldMkLst>
          <pc:docMk/>
          <pc:sldMk cId="1696716942" sldId="538"/>
        </pc:sldMkLst>
      </pc:sldChg>
      <pc:sldChg chg="del">
        <pc:chgData name="Yu Mao (SDS,118010224)" userId="1bbae264-552e-41b8-9f18-7e823f2686ac" providerId="ADAL" clId="{42D7EC03-9693-5841-8777-448DDBD84D20}" dt="2026-03-04T06:43:53.576" v="13361" actId="2696"/>
        <pc:sldMkLst>
          <pc:docMk/>
          <pc:sldMk cId="2369363028" sldId="539"/>
        </pc:sldMkLst>
      </pc:sldChg>
      <pc:sldChg chg="del">
        <pc:chgData name="Yu Mao (SDS,118010224)" userId="1bbae264-552e-41b8-9f18-7e823f2686ac" providerId="ADAL" clId="{42D7EC03-9693-5841-8777-448DDBD84D20}" dt="2026-03-04T06:43:54.311" v="13362" actId="2696"/>
        <pc:sldMkLst>
          <pc:docMk/>
          <pc:sldMk cId="1719157090" sldId="540"/>
        </pc:sldMkLst>
      </pc:sldChg>
      <pc:sldChg chg="del">
        <pc:chgData name="Yu Mao (SDS,118010224)" userId="1bbae264-552e-41b8-9f18-7e823f2686ac" providerId="ADAL" clId="{42D7EC03-9693-5841-8777-448DDBD84D20}" dt="2026-03-04T06:43:54.941" v="13363" actId="2696"/>
        <pc:sldMkLst>
          <pc:docMk/>
          <pc:sldMk cId="2469895731" sldId="541"/>
        </pc:sldMkLst>
      </pc:sldChg>
      <pc:sldChg chg="del">
        <pc:chgData name="Yu Mao (SDS,118010224)" userId="1bbae264-552e-41b8-9f18-7e823f2686ac" providerId="ADAL" clId="{42D7EC03-9693-5841-8777-448DDBD84D20}" dt="2026-03-04T06:43:55.328" v="13364" actId="2696"/>
        <pc:sldMkLst>
          <pc:docMk/>
          <pc:sldMk cId="686589308" sldId="542"/>
        </pc:sldMkLst>
      </pc:sldChg>
      <pc:sldChg chg="del">
        <pc:chgData name="Yu Mao (SDS,118010224)" userId="1bbae264-552e-41b8-9f18-7e823f2686ac" providerId="ADAL" clId="{42D7EC03-9693-5841-8777-448DDBD84D20}" dt="2026-03-04T06:43:55.618" v="13365" actId="2696"/>
        <pc:sldMkLst>
          <pc:docMk/>
          <pc:sldMk cId="2806781132" sldId="543"/>
        </pc:sldMkLst>
      </pc:sldChg>
      <pc:sldChg chg="del">
        <pc:chgData name="Yu Mao (SDS,118010224)" userId="1bbae264-552e-41b8-9f18-7e823f2686ac" providerId="ADAL" clId="{42D7EC03-9693-5841-8777-448DDBD84D20}" dt="2026-03-04T06:43:55.936" v="13366" actId="2696"/>
        <pc:sldMkLst>
          <pc:docMk/>
          <pc:sldMk cId="1973202634" sldId="544"/>
        </pc:sldMkLst>
      </pc:sldChg>
      <pc:sldChg chg="del">
        <pc:chgData name="Yu Mao (SDS,118010224)" userId="1bbae264-552e-41b8-9f18-7e823f2686ac" providerId="ADAL" clId="{42D7EC03-9693-5841-8777-448DDBD84D20}" dt="2026-03-04T06:43:56.288" v="13367" actId="2696"/>
        <pc:sldMkLst>
          <pc:docMk/>
          <pc:sldMk cId="4168058720" sldId="545"/>
        </pc:sldMkLst>
      </pc:sldChg>
      <pc:sldChg chg="del">
        <pc:chgData name="Yu Mao (SDS,118010224)" userId="1bbae264-552e-41b8-9f18-7e823f2686ac" providerId="ADAL" clId="{42D7EC03-9693-5841-8777-448DDBD84D20}" dt="2026-03-04T06:43:56.612" v="13368" actId="2696"/>
        <pc:sldMkLst>
          <pc:docMk/>
          <pc:sldMk cId="3681252618" sldId="546"/>
        </pc:sldMkLst>
      </pc:sldChg>
      <pc:sldChg chg="del">
        <pc:chgData name="Yu Mao (SDS,118010224)" userId="1bbae264-552e-41b8-9f18-7e823f2686ac" providerId="ADAL" clId="{42D7EC03-9693-5841-8777-448DDBD84D20}" dt="2026-03-04T06:43:56.947" v="13369" actId="2696"/>
        <pc:sldMkLst>
          <pc:docMk/>
          <pc:sldMk cId="293478466" sldId="547"/>
        </pc:sldMkLst>
      </pc:sldChg>
      <pc:sldChg chg="del">
        <pc:chgData name="Yu Mao (SDS,118010224)" userId="1bbae264-552e-41b8-9f18-7e823f2686ac" providerId="ADAL" clId="{42D7EC03-9693-5841-8777-448DDBD84D20}" dt="2026-03-04T06:43:57.271" v="13370" actId="2696"/>
        <pc:sldMkLst>
          <pc:docMk/>
          <pc:sldMk cId="2604596148" sldId="548"/>
        </pc:sldMkLst>
      </pc:sldChg>
      <pc:sldChg chg="del">
        <pc:chgData name="Yu Mao (SDS,118010224)" userId="1bbae264-552e-41b8-9f18-7e823f2686ac" providerId="ADAL" clId="{42D7EC03-9693-5841-8777-448DDBD84D20}" dt="2026-03-04T06:43:57.593" v="13371" actId="2696"/>
        <pc:sldMkLst>
          <pc:docMk/>
          <pc:sldMk cId="1487211315" sldId="549"/>
        </pc:sldMkLst>
      </pc:sldChg>
      <pc:sldChg chg="del">
        <pc:chgData name="Yu Mao (SDS,118010224)" userId="1bbae264-552e-41b8-9f18-7e823f2686ac" providerId="ADAL" clId="{42D7EC03-9693-5841-8777-448DDBD84D20}" dt="2026-03-04T06:43:57.940" v="13372" actId="2696"/>
        <pc:sldMkLst>
          <pc:docMk/>
          <pc:sldMk cId="24786654" sldId="550"/>
        </pc:sldMkLst>
      </pc:sldChg>
      <pc:sldChg chg="del">
        <pc:chgData name="Yu Mao (SDS,118010224)" userId="1bbae264-552e-41b8-9f18-7e823f2686ac" providerId="ADAL" clId="{42D7EC03-9693-5841-8777-448DDBD84D20}" dt="2026-03-04T06:43:58.250" v="13373" actId="2696"/>
        <pc:sldMkLst>
          <pc:docMk/>
          <pc:sldMk cId="3546416483" sldId="551"/>
        </pc:sldMkLst>
      </pc:sldChg>
      <pc:sldChg chg="del">
        <pc:chgData name="Yu Mao (SDS,118010224)" userId="1bbae264-552e-41b8-9f18-7e823f2686ac" providerId="ADAL" clId="{42D7EC03-9693-5841-8777-448DDBD84D20}" dt="2026-03-04T06:43:58.555" v="13374" actId="2696"/>
        <pc:sldMkLst>
          <pc:docMk/>
          <pc:sldMk cId="2162473000" sldId="552"/>
        </pc:sldMkLst>
      </pc:sldChg>
      <pc:sldChg chg="del">
        <pc:chgData name="Yu Mao (SDS,118010224)" userId="1bbae264-552e-41b8-9f18-7e823f2686ac" providerId="ADAL" clId="{42D7EC03-9693-5841-8777-448DDBD84D20}" dt="2026-03-04T06:43:58.862" v="13375" actId="2696"/>
        <pc:sldMkLst>
          <pc:docMk/>
          <pc:sldMk cId="3240286028" sldId="553"/>
        </pc:sldMkLst>
      </pc:sldChg>
      <pc:sldChg chg="del">
        <pc:chgData name="Yu Mao (SDS,118010224)" userId="1bbae264-552e-41b8-9f18-7e823f2686ac" providerId="ADAL" clId="{42D7EC03-9693-5841-8777-448DDBD84D20}" dt="2026-03-04T06:50:10.422" v="13455" actId="2696"/>
        <pc:sldMkLst>
          <pc:docMk/>
          <pc:sldMk cId="1457435969" sldId="554"/>
        </pc:sldMkLst>
      </pc:sldChg>
      <pc:sldChg chg="del">
        <pc:chgData name="Yu Mao (SDS,118010224)" userId="1bbae264-552e-41b8-9f18-7e823f2686ac" providerId="ADAL" clId="{42D7EC03-9693-5841-8777-448DDBD84D20}" dt="2026-03-04T08:25:16.218" v="16174" actId="2696"/>
        <pc:sldMkLst>
          <pc:docMk/>
          <pc:sldMk cId="2938869795" sldId="555"/>
        </pc:sldMkLst>
      </pc:sldChg>
      <pc:sldChg chg="del">
        <pc:chgData name="Yu Mao (SDS,118010224)" userId="1bbae264-552e-41b8-9f18-7e823f2686ac" providerId="ADAL" clId="{42D7EC03-9693-5841-8777-448DDBD84D20}" dt="2026-03-04T08:25:16.226" v="16175" actId="2696"/>
        <pc:sldMkLst>
          <pc:docMk/>
          <pc:sldMk cId="139621384" sldId="556"/>
        </pc:sldMkLst>
      </pc:sldChg>
      <pc:sldChg chg="del">
        <pc:chgData name="Yu Mao (SDS,118010224)" userId="1bbae264-552e-41b8-9f18-7e823f2686ac" providerId="ADAL" clId="{42D7EC03-9693-5841-8777-448DDBD84D20}" dt="2026-03-04T08:25:16.231" v="16176" actId="2696"/>
        <pc:sldMkLst>
          <pc:docMk/>
          <pc:sldMk cId="1623411696" sldId="557"/>
        </pc:sldMkLst>
      </pc:sldChg>
      <pc:sldChg chg="del">
        <pc:chgData name="Yu Mao (SDS,118010224)" userId="1bbae264-552e-41b8-9f18-7e823f2686ac" providerId="ADAL" clId="{42D7EC03-9693-5841-8777-448DDBD84D20}" dt="2026-03-04T08:25:16.236" v="16177" actId="2696"/>
        <pc:sldMkLst>
          <pc:docMk/>
          <pc:sldMk cId="3870745878" sldId="558"/>
        </pc:sldMkLst>
      </pc:sldChg>
      <pc:sldChg chg="del">
        <pc:chgData name="Yu Mao (SDS,118010224)" userId="1bbae264-552e-41b8-9f18-7e823f2686ac" providerId="ADAL" clId="{42D7EC03-9693-5841-8777-448DDBD84D20}" dt="2026-03-04T08:25:16.245" v="16178" actId="2696"/>
        <pc:sldMkLst>
          <pc:docMk/>
          <pc:sldMk cId="567482538" sldId="559"/>
        </pc:sldMkLst>
      </pc:sldChg>
      <pc:sldChg chg="del">
        <pc:chgData name="Yu Mao (SDS,118010224)" userId="1bbae264-552e-41b8-9f18-7e823f2686ac" providerId="ADAL" clId="{42D7EC03-9693-5841-8777-448DDBD84D20}" dt="2026-03-04T08:25:16.248" v="16179" actId="2696"/>
        <pc:sldMkLst>
          <pc:docMk/>
          <pc:sldMk cId="3950446307" sldId="560"/>
        </pc:sldMkLst>
      </pc:sldChg>
      <pc:sldChg chg="del">
        <pc:chgData name="Yu Mao (SDS,118010224)" userId="1bbae264-552e-41b8-9f18-7e823f2686ac" providerId="ADAL" clId="{42D7EC03-9693-5841-8777-448DDBD84D20}" dt="2026-03-04T08:25:16.251" v="16180" actId="2696"/>
        <pc:sldMkLst>
          <pc:docMk/>
          <pc:sldMk cId="3367549062" sldId="561"/>
        </pc:sldMkLst>
      </pc:sldChg>
      <pc:sldChg chg="del">
        <pc:chgData name="Yu Mao (SDS,118010224)" userId="1bbae264-552e-41b8-9f18-7e823f2686ac" providerId="ADAL" clId="{42D7EC03-9693-5841-8777-448DDBD84D20}" dt="2026-03-04T08:25:16.254" v="16181" actId="2696"/>
        <pc:sldMkLst>
          <pc:docMk/>
          <pc:sldMk cId="898974971" sldId="562"/>
        </pc:sldMkLst>
      </pc:sldChg>
      <pc:sldChg chg="del">
        <pc:chgData name="Yu Mao (SDS,118010224)" userId="1bbae264-552e-41b8-9f18-7e823f2686ac" providerId="ADAL" clId="{42D7EC03-9693-5841-8777-448DDBD84D20}" dt="2026-03-04T08:25:16.260" v="16182" actId="2696"/>
        <pc:sldMkLst>
          <pc:docMk/>
          <pc:sldMk cId="3877593687" sldId="563"/>
        </pc:sldMkLst>
      </pc:sldChg>
      <pc:sldChg chg="modSp mod">
        <pc:chgData name="Yu Mao (SDS,118010224)" userId="1bbae264-552e-41b8-9f18-7e823f2686ac" providerId="ADAL" clId="{42D7EC03-9693-5841-8777-448DDBD84D20}" dt="2026-03-04T09:36:02.417" v="16552" actId="20577"/>
        <pc:sldMkLst>
          <pc:docMk/>
          <pc:sldMk cId="1979849636" sldId="564"/>
        </pc:sldMkLst>
        <pc:spChg chg="mod">
          <ac:chgData name="Yu Mao (SDS,118010224)" userId="1bbae264-552e-41b8-9f18-7e823f2686ac" providerId="ADAL" clId="{42D7EC03-9693-5841-8777-448DDBD84D20}" dt="2026-03-04T08:30:43.340" v="16225" actId="20577"/>
          <ac:spMkLst>
            <pc:docMk/>
            <pc:sldMk cId="1979849636" sldId="564"/>
            <ac:spMk id="2" creationId="{53FF7D9F-1225-843A-172D-12A2CC82D7FA}"/>
          </ac:spMkLst>
        </pc:spChg>
        <pc:spChg chg="mod">
          <ac:chgData name="Yu Mao (SDS,118010224)" userId="1bbae264-552e-41b8-9f18-7e823f2686ac" providerId="ADAL" clId="{42D7EC03-9693-5841-8777-448DDBD84D20}" dt="2026-03-04T09:36:02.417" v="16552" actId="20577"/>
          <ac:spMkLst>
            <pc:docMk/>
            <pc:sldMk cId="1979849636" sldId="564"/>
            <ac:spMk id="5" creationId="{3AA9750D-869A-C200-2EE5-D8B1E07F9F12}"/>
          </ac:spMkLst>
        </pc:spChg>
      </pc:sldChg>
      <pc:sldChg chg="del">
        <pc:chgData name="Yu Mao (SDS,118010224)" userId="1bbae264-552e-41b8-9f18-7e823f2686ac" providerId="ADAL" clId="{42D7EC03-9693-5841-8777-448DDBD84D20}" dt="2026-03-04T08:25:22.890" v="16184" actId="2696"/>
        <pc:sldMkLst>
          <pc:docMk/>
          <pc:sldMk cId="4095027198" sldId="565"/>
        </pc:sldMkLst>
      </pc:sldChg>
      <pc:sldChg chg="del">
        <pc:chgData name="Yu Mao (SDS,118010224)" userId="1bbae264-552e-41b8-9f18-7e823f2686ac" providerId="ADAL" clId="{42D7EC03-9693-5841-8777-448DDBD84D20}" dt="2026-03-04T08:31:10.159" v="16235" actId="2696"/>
        <pc:sldMkLst>
          <pc:docMk/>
          <pc:sldMk cId="328201324" sldId="567"/>
        </pc:sldMkLst>
      </pc:sldChg>
      <pc:sldChg chg="modSp add mod">
        <pc:chgData name="Yu Mao (SDS,118010224)" userId="1bbae264-552e-41b8-9f18-7e823f2686ac" providerId="ADAL" clId="{42D7EC03-9693-5841-8777-448DDBD84D20}" dt="2026-03-04T08:56:25.540" v="16474" actId="20577"/>
        <pc:sldMkLst>
          <pc:docMk/>
          <pc:sldMk cId="1880278150" sldId="568"/>
        </pc:sldMkLst>
        <pc:spChg chg="mod">
          <ac:chgData name="Yu Mao (SDS,118010224)" userId="1bbae264-552e-41b8-9f18-7e823f2686ac" providerId="ADAL" clId="{42D7EC03-9693-5841-8777-448DDBD84D20}" dt="2026-03-04T08:56:25.540" v="16474" actId="20577"/>
          <ac:spMkLst>
            <pc:docMk/>
            <pc:sldMk cId="1880278150" sldId="568"/>
            <ac:spMk id="3" creationId="{610C287E-DA45-B6C1-4EA1-3D7ED7A97DCC}"/>
          </ac:spMkLst>
        </pc:spChg>
      </pc:sldChg>
      <pc:sldChg chg="addSp delSp modSp add mod">
        <pc:chgData name="Yu Mao (SDS,118010224)" userId="1bbae264-552e-41b8-9f18-7e823f2686ac" providerId="ADAL" clId="{42D7EC03-9693-5841-8777-448DDBD84D20}" dt="2026-03-04T08:35:34.862" v="16265" actId="115"/>
        <pc:sldMkLst>
          <pc:docMk/>
          <pc:sldMk cId="1903581766" sldId="569"/>
        </pc:sldMkLst>
        <pc:spChg chg="mod">
          <ac:chgData name="Yu Mao (SDS,118010224)" userId="1bbae264-552e-41b8-9f18-7e823f2686ac" providerId="ADAL" clId="{42D7EC03-9693-5841-8777-448DDBD84D20}" dt="2026-03-04T08:32:23.421" v="16243" actId="20577"/>
          <ac:spMkLst>
            <pc:docMk/>
            <pc:sldMk cId="1903581766" sldId="569"/>
            <ac:spMk id="2" creationId="{626D9756-56B7-EE66-92F7-4FC9256975F8}"/>
          </ac:spMkLst>
        </pc:spChg>
        <pc:spChg chg="mod">
          <ac:chgData name="Yu Mao (SDS,118010224)" userId="1bbae264-552e-41b8-9f18-7e823f2686ac" providerId="ADAL" clId="{42D7EC03-9693-5841-8777-448DDBD84D20}" dt="2026-03-04T08:35:34.862" v="16265" actId="115"/>
          <ac:spMkLst>
            <pc:docMk/>
            <pc:sldMk cId="1903581766" sldId="569"/>
            <ac:spMk id="3" creationId="{B3E3E48B-2F1C-7752-1DC2-F99ED42A7C55}"/>
          </ac:spMkLst>
        </pc:spChg>
        <pc:spChg chg="add del mod">
          <ac:chgData name="Yu Mao (SDS,118010224)" userId="1bbae264-552e-41b8-9f18-7e823f2686ac" providerId="ADAL" clId="{42D7EC03-9693-5841-8777-448DDBD84D20}" dt="2026-03-03T10:32:46.043" v="2121" actId="478"/>
          <ac:spMkLst>
            <pc:docMk/>
            <pc:sldMk cId="1903581766" sldId="569"/>
            <ac:spMk id="4" creationId="{09F65BDC-4DD4-6260-13D1-29ED09E02981}"/>
          </ac:spMkLst>
        </pc:spChg>
        <pc:spChg chg="del">
          <ac:chgData name="Yu Mao (SDS,118010224)" userId="1bbae264-552e-41b8-9f18-7e823f2686ac" providerId="ADAL" clId="{42D7EC03-9693-5841-8777-448DDBD84D20}" dt="2026-03-03T10:01:56.312" v="1494" actId="478"/>
          <ac:spMkLst>
            <pc:docMk/>
            <pc:sldMk cId="1903581766" sldId="569"/>
            <ac:spMk id="5" creationId="{161ED043-47E4-AC59-3FD4-22D1DEF2BEEA}"/>
          </ac:spMkLst>
        </pc:spChg>
        <pc:spChg chg="add mod">
          <ac:chgData name="Yu Mao (SDS,118010224)" userId="1bbae264-552e-41b8-9f18-7e823f2686ac" providerId="ADAL" clId="{42D7EC03-9693-5841-8777-448DDBD84D20}" dt="2026-03-04T05:35:52.157" v="11251" actId="20577"/>
          <ac:spMkLst>
            <pc:docMk/>
            <pc:sldMk cId="1903581766" sldId="569"/>
            <ac:spMk id="6" creationId="{DBA3CCE3-E7CB-4EC2-B79E-9E62B68C192C}"/>
          </ac:spMkLst>
        </pc:spChg>
        <pc:spChg chg="add mod">
          <ac:chgData name="Yu Mao (SDS,118010224)" userId="1bbae264-552e-41b8-9f18-7e823f2686ac" providerId="ADAL" clId="{42D7EC03-9693-5841-8777-448DDBD84D20}" dt="2026-03-03T12:52:49.600" v="3135"/>
          <ac:spMkLst>
            <pc:docMk/>
            <pc:sldMk cId="1903581766" sldId="569"/>
            <ac:spMk id="7" creationId="{7815D6B6-9B0F-91C4-4AF4-F8F148252E99}"/>
          </ac:spMkLst>
        </pc:spChg>
        <pc:spChg chg="del">
          <ac:chgData name="Yu Mao (SDS,118010224)" userId="1bbae264-552e-41b8-9f18-7e823f2686ac" providerId="ADAL" clId="{42D7EC03-9693-5841-8777-448DDBD84D20}" dt="2026-03-03T10:01:56.312" v="1494" actId="478"/>
          <ac:spMkLst>
            <pc:docMk/>
            <pc:sldMk cId="1903581766" sldId="569"/>
            <ac:spMk id="15" creationId="{7C90B03F-38C9-475B-9E21-1D513D9EAF16}"/>
          </ac:spMkLst>
        </pc:spChg>
        <pc:picChg chg="del">
          <ac:chgData name="Yu Mao (SDS,118010224)" userId="1bbae264-552e-41b8-9f18-7e823f2686ac" providerId="ADAL" clId="{42D7EC03-9693-5841-8777-448DDBD84D20}" dt="2026-03-03T10:01:56.312" v="1494" actId="478"/>
          <ac:picMkLst>
            <pc:docMk/>
            <pc:sldMk cId="1903581766" sldId="569"/>
            <ac:picMk id="10" creationId="{EAB1BF50-0DCC-4B46-7948-D393B3E3CE08}"/>
          </ac:picMkLst>
        </pc:picChg>
        <pc:picChg chg="del">
          <ac:chgData name="Yu Mao (SDS,118010224)" userId="1bbae264-552e-41b8-9f18-7e823f2686ac" providerId="ADAL" clId="{42D7EC03-9693-5841-8777-448DDBD84D20}" dt="2026-03-03T10:01:56.312" v="1494" actId="478"/>
          <ac:picMkLst>
            <pc:docMk/>
            <pc:sldMk cId="1903581766" sldId="569"/>
            <ac:picMk id="13" creationId="{331F11A8-E47C-23B2-D859-6D995C1F0AEF}"/>
          </ac:picMkLst>
        </pc:picChg>
        <pc:picChg chg="add del">
          <ac:chgData name="Yu Mao (SDS,118010224)" userId="1bbae264-552e-41b8-9f18-7e823f2686ac" providerId="ADAL" clId="{42D7EC03-9693-5841-8777-448DDBD84D20}" dt="2026-03-03T10:31:09.761" v="2100" actId="478"/>
          <ac:picMkLst>
            <pc:docMk/>
            <pc:sldMk cId="1903581766" sldId="569"/>
            <ac:picMk id="1026" creationId="{9B606CAC-B49C-2C6F-C349-A9B7FEB195D5}"/>
          </ac:picMkLst>
        </pc:picChg>
        <pc:picChg chg="add mod">
          <ac:chgData name="Yu Mao (SDS,118010224)" userId="1bbae264-552e-41b8-9f18-7e823f2686ac" providerId="ADAL" clId="{42D7EC03-9693-5841-8777-448DDBD84D20}" dt="2026-03-03T10:33:37.656" v="2147" actId="1076"/>
          <ac:picMkLst>
            <pc:docMk/>
            <pc:sldMk cId="1903581766" sldId="569"/>
            <ac:picMk id="1028" creationId="{B6D99A46-DBF6-E073-F284-811E8DE3F2EA}"/>
          </ac:picMkLst>
        </pc:picChg>
        <pc:picChg chg="add mod">
          <ac:chgData name="Yu Mao (SDS,118010224)" userId="1bbae264-552e-41b8-9f18-7e823f2686ac" providerId="ADAL" clId="{42D7EC03-9693-5841-8777-448DDBD84D20}" dt="2026-03-03T10:33:37.656" v="2147" actId="1076"/>
          <ac:picMkLst>
            <pc:docMk/>
            <pc:sldMk cId="1903581766" sldId="569"/>
            <ac:picMk id="1030" creationId="{B872C660-B9E6-A09E-C604-DD81E75C1265}"/>
          </ac:picMkLst>
        </pc:picChg>
        <pc:picChg chg="add mod">
          <ac:chgData name="Yu Mao (SDS,118010224)" userId="1bbae264-552e-41b8-9f18-7e823f2686ac" providerId="ADAL" clId="{42D7EC03-9693-5841-8777-448DDBD84D20}" dt="2026-03-03T10:33:37.656" v="2147" actId="1076"/>
          <ac:picMkLst>
            <pc:docMk/>
            <pc:sldMk cId="1903581766" sldId="569"/>
            <ac:picMk id="1032" creationId="{EE9F0CF5-70A3-42D7-AD84-F78EDFC5DA03}"/>
          </ac:picMkLst>
        </pc:picChg>
      </pc:sldChg>
      <pc:sldChg chg="modSp add mod">
        <pc:chgData name="Yu Mao (SDS,118010224)" userId="1bbae264-552e-41b8-9f18-7e823f2686ac" providerId="ADAL" clId="{42D7EC03-9693-5841-8777-448DDBD84D20}" dt="2026-03-04T08:57:02.689" v="16478" actId="20577"/>
        <pc:sldMkLst>
          <pc:docMk/>
          <pc:sldMk cId="839341751" sldId="570"/>
        </pc:sldMkLst>
        <pc:spChg chg="mod">
          <ac:chgData name="Yu Mao (SDS,118010224)" userId="1bbae264-552e-41b8-9f18-7e823f2686ac" providerId="ADAL" clId="{42D7EC03-9693-5841-8777-448DDBD84D20}" dt="2026-03-04T08:57:02.689" v="16478" actId="20577"/>
          <ac:spMkLst>
            <pc:docMk/>
            <pc:sldMk cId="839341751" sldId="570"/>
            <ac:spMk id="3" creationId="{7EE54056-656D-FAB2-5CA0-B72480ABEB9A}"/>
          </ac:spMkLst>
        </pc:spChg>
      </pc:sldChg>
      <pc:sldChg chg="addSp delSp modSp add mod">
        <pc:chgData name="Yu Mao (SDS,118010224)" userId="1bbae264-552e-41b8-9f18-7e823f2686ac" providerId="ADAL" clId="{42D7EC03-9693-5841-8777-448DDBD84D20}" dt="2026-03-04T05:35:58.515" v="11252" actId="20577"/>
        <pc:sldMkLst>
          <pc:docMk/>
          <pc:sldMk cId="2590356030" sldId="571"/>
        </pc:sldMkLst>
        <pc:spChg chg="mod">
          <ac:chgData name="Yu Mao (SDS,118010224)" userId="1bbae264-552e-41b8-9f18-7e823f2686ac" providerId="ADAL" clId="{42D7EC03-9693-5841-8777-448DDBD84D20}" dt="2026-03-03T14:53:20.651" v="4970" actId="20577"/>
          <ac:spMkLst>
            <pc:docMk/>
            <pc:sldMk cId="2590356030" sldId="571"/>
            <ac:spMk id="2" creationId="{18615376-899F-EC62-0EA4-F2E6DB2506D0}"/>
          </ac:spMkLst>
        </pc:spChg>
        <pc:spChg chg="del mod">
          <ac:chgData name="Yu Mao (SDS,118010224)" userId="1bbae264-552e-41b8-9f18-7e823f2686ac" providerId="ADAL" clId="{42D7EC03-9693-5841-8777-448DDBD84D20}" dt="2026-03-03T14:05:49.792" v="4279" actId="478"/>
          <ac:spMkLst>
            <pc:docMk/>
            <pc:sldMk cId="2590356030" sldId="571"/>
            <ac:spMk id="3" creationId="{DA562C2A-435E-6232-FE07-E0EE94EC355B}"/>
          </ac:spMkLst>
        </pc:spChg>
        <pc:spChg chg="add mod">
          <ac:chgData name="Yu Mao (SDS,118010224)" userId="1bbae264-552e-41b8-9f18-7e823f2686ac" providerId="ADAL" clId="{42D7EC03-9693-5841-8777-448DDBD84D20}" dt="2026-03-04T05:35:58.515" v="11252" actId="20577"/>
          <ac:spMkLst>
            <pc:docMk/>
            <pc:sldMk cId="2590356030" sldId="571"/>
            <ac:spMk id="12" creationId="{FC4DECE0-A55E-18B6-26B0-2FC424543F79}"/>
          </ac:spMkLst>
        </pc:spChg>
        <pc:spChg chg="add mod">
          <ac:chgData name="Yu Mao (SDS,118010224)" userId="1bbae264-552e-41b8-9f18-7e823f2686ac" providerId="ADAL" clId="{42D7EC03-9693-5841-8777-448DDBD84D20}" dt="2026-03-03T14:49:55.303" v="4929" actId="1076"/>
          <ac:spMkLst>
            <pc:docMk/>
            <pc:sldMk cId="2590356030" sldId="571"/>
            <ac:spMk id="13" creationId="{9786F1E9-C395-2138-28F1-972C28955AF8}"/>
          </ac:spMkLst>
        </pc:spChg>
        <pc:spChg chg="add mod">
          <ac:chgData name="Yu Mao (SDS,118010224)" userId="1bbae264-552e-41b8-9f18-7e823f2686ac" providerId="ADAL" clId="{42D7EC03-9693-5841-8777-448DDBD84D20}" dt="2026-03-03T14:49:55.303" v="4929" actId="1076"/>
          <ac:spMkLst>
            <pc:docMk/>
            <pc:sldMk cId="2590356030" sldId="571"/>
            <ac:spMk id="14" creationId="{16549777-004A-933A-B527-B5C3AE6B65C6}"/>
          </ac:spMkLst>
        </pc:spChg>
        <pc:spChg chg="add mod">
          <ac:chgData name="Yu Mao (SDS,118010224)" userId="1bbae264-552e-41b8-9f18-7e823f2686ac" providerId="ADAL" clId="{42D7EC03-9693-5841-8777-448DDBD84D20}" dt="2026-03-04T00:41:49.904" v="4977" actId="1076"/>
          <ac:spMkLst>
            <pc:docMk/>
            <pc:sldMk cId="2590356030" sldId="571"/>
            <ac:spMk id="15" creationId="{D8674289-C865-03A3-E3B8-446E1596744A}"/>
          </ac:spMkLst>
        </pc:spChg>
        <pc:spChg chg="add mod">
          <ac:chgData name="Yu Mao (SDS,118010224)" userId="1bbae264-552e-41b8-9f18-7e823f2686ac" providerId="ADAL" clId="{42D7EC03-9693-5841-8777-448DDBD84D20}" dt="2026-03-03T13:42:51.960" v="4051" actId="1076"/>
          <ac:spMkLst>
            <pc:docMk/>
            <pc:sldMk cId="2590356030" sldId="571"/>
            <ac:spMk id="16" creationId="{4B0F2D75-C376-4798-578C-BB29E406FDF4}"/>
          </ac:spMkLst>
        </pc:spChg>
        <pc:spChg chg="add mod">
          <ac:chgData name="Yu Mao (SDS,118010224)" userId="1bbae264-552e-41b8-9f18-7e823f2686ac" providerId="ADAL" clId="{42D7EC03-9693-5841-8777-448DDBD84D20}" dt="2026-03-03T13:42:49.770" v="4048" actId="1076"/>
          <ac:spMkLst>
            <pc:docMk/>
            <pc:sldMk cId="2590356030" sldId="571"/>
            <ac:spMk id="17" creationId="{9F7D4D28-B00E-38FE-A3F0-EEB56B4B2851}"/>
          </ac:spMkLst>
        </pc:spChg>
        <pc:spChg chg="add mod">
          <ac:chgData name="Yu Mao (SDS,118010224)" userId="1bbae264-552e-41b8-9f18-7e823f2686ac" providerId="ADAL" clId="{42D7EC03-9693-5841-8777-448DDBD84D20}" dt="2026-03-03T14:49:55.303" v="4929" actId="1076"/>
          <ac:spMkLst>
            <pc:docMk/>
            <pc:sldMk cId="2590356030" sldId="571"/>
            <ac:spMk id="18" creationId="{9EE8EF1E-1DE4-8C0A-FA01-52AC41736318}"/>
          </ac:spMkLst>
        </pc:spChg>
        <pc:spChg chg="add mod">
          <ac:chgData name="Yu Mao (SDS,118010224)" userId="1bbae264-552e-41b8-9f18-7e823f2686ac" providerId="ADAL" clId="{42D7EC03-9693-5841-8777-448DDBD84D20}" dt="2026-03-04T00:41:57.953" v="4978" actId="1076"/>
          <ac:spMkLst>
            <pc:docMk/>
            <pc:sldMk cId="2590356030" sldId="571"/>
            <ac:spMk id="19" creationId="{54A8B7FA-DB55-243E-A2E9-ED5B5B82717E}"/>
          </ac:spMkLst>
        </pc:spChg>
        <pc:spChg chg="add mod">
          <ac:chgData name="Yu Mao (SDS,118010224)" userId="1bbae264-552e-41b8-9f18-7e823f2686ac" providerId="ADAL" clId="{42D7EC03-9693-5841-8777-448DDBD84D20}" dt="2026-03-04T01:09:16.059" v="5206" actId="1076"/>
          <ac:spMkLst>
            <pc:docMk/>
            <pc:sldMk cId="2590356030" sldId="571"/>
            <ac:spMk id="20" creationId="{76790F05-1DAA-6EB2-3F87-0101F6AB6D78}"/>
          </ac:spMkLst>
        </pc:spChg>
        <pc:spChg chg="add mod">
          <ac:chgData name="Yu Mao (SDS,118010224)" userId="1bbae264-552e-41b8-9f18-7e823f2686ac" providerId="ADAL" clId="{42D7EC03-9693-5841-8777-448DDBD84D20}" dt="2026-03-04T01:09:06.575" v="5203" actId="1076"/>
          <ac:spMkLst>
            <pc:docMk/>
            <pc:sldMk cId="2590356030" sldId="571"/>
            <ac:spMk id="21" creationId="{95E130A4-4FFE-1308-FB5C-9B1EF435C390}"/>
          </ac:spMkLst>
        </pc:spChg>
        <pc:spChg chg="add mod">
          <ac:chgData name="Yu Mao (SDS,118010224)" userId="1bbae264-552e-41b8-9f18-7e823f2686ac" providerId="ADAL" clId="{42D7EC03-9693-5841-8777-448DDBD84D20}" dt="2026-03-04T01:09:01.391" v="5202" actId="1076"/>
          <ac:spMkLst>
            <pc:docMk/>
            <pc:sldMk cId="2590356030" sldId="571"/>
            <ac:spMk id="22" creationId="{DDC044A9-9C02-057B-599B-BAD663063938}"/>
          </ac:spMkLst>
        </pc:spChg>
        <pc:spChg chg="add mod">
          <ac:chgData name="Yu Mao (SDS,118010224)" userId="1bbae264-552e-41b8-9f18-7e823f2686ac" providerId="ADAL" clId="{42D7EC03-9693-5841-8777-448DDBD84D20}" dt="2026-03-03T14:05:32.133" v="4273"/>
          <ac:spMkLst>
            <pc:docMk/>
            <pc:sldMk cId="2590356030" sldId="571"/>
            <ac:spMk id="25" creationId="{A31DCDBB-0F36-4FA3-611E-0C33176CCE6D}"/>
          </ac:spMkLst>
        </pc:spChg>
        <pc:spChg chg="add mod">
          <ac:chgData name="Yu Mao (SDS,118010224)" userId="1bbae264-552e-41b8-9f18-7e823f2686ac" providerId="ADAL" clId="{42D7EC03-9693-5841-8777-448DDBD84D20}" dt="2026-03-04T01:09:56.209" v="5210" actId="14100"/>
          <ac:spMkLst>
            <pc:docMk/>
            <pc:sldMk cId="2590356030" sldId="571"/>
            <ac:spMk id="26" creationId="{45411456-53E4-BE29-5BE7-D3F1EA5BB922}"/>
          </ac:spMkLst>
        </pc:spChg>
        <pc:cxnChg chg="add del mod">
          <ac:chgData name="Yu Mao (SDS,118010224)" userId="1bbae264-552e-41b8-9f18-7e823f2686ac" providerId="ADAL" clId="{42D7EC03-9693-5841-8777-448DDBD84D20}" dt="2026-03-03T14:03:09.025" v="4197" actId="478"/>
          <ac:cxnSpMkLst>
            <pc:docMk/>
            <pc:sldMk cId="2590356030" sldId="571"/>
            <ac:cxnSpMk id="6" creationId="{C2F4562C-3C3C-8675-CFDE-D806AD4FFF2F}"/>
          </ac:cxnSpMkLst>
        </pc:cxnChg>
        <pc:cxnChg chg="add del mod">
          <ac:chgData name="Yu Mao (SDS,118010224)" userId="1bbae264-552e-41b8-9f18-7e823f2686ac" providerId="ADAL" clId="{42D7EC03-9693-5841-8777-448DDBD84D20}" dt="2026-03-03T13:34:04.122" v="3875" actId="478"/>
          <ac:cxnSpMkLst>
            <pc:docMk/>
            <pc:sldMk cId="2590356030" sldId="571"/>
            <ac:cxnSpMk id="8" creationId="{D17C4F2E-CAEF-7085-0CD1-7C289255DFBE}"/>
          </ac:cxnSpMkLst>
        </pc:cxnChg>
        <pc:cxnChg chg="add mod">
          <ac:chgData name="Yu Mao (SDS,118010224)" userId="1bbae264-552e-41b8-9f18-7e823f2686ac" providerId="ADAL" clId="{42D7EC03-9693-5841-8777-448DDBD84D20}" dt="2026-03-03T14:03:12.118" v="4198" actId="1076"/>
          <ac:cxnSpMkLst>
            <pc:docMk/>
            <pc:sldMk cId="2590356030" sldId="571"/>
            <ac:cxnSpMk id="9" creationId="{91D38509-C038-85BB-3F67-641B8E2B01D0}"/>
          </ac:cxnSpMkLst>
        </pc:cxnChg>
        <pc:cxnChg chg="add mod">
          <ac:chgData name="Yu Mao (SDS,118010224)" userId="1bbae264-552e-41b8-9f18-7e823f2686ac" providerId="ADAL" clId="{42D7EC03-9693-5841-8777-448DDBD84D20}" dt="2026-03-03T14:49:55.303" v="4929" actId="1076"/>
          <ac:cxnSpMkLst>
            <pc:docMk/>
            <pc:sldMk cId="2590356030" sldId="571"/>
            <ac:cxnSpMk id="16" creationId="{464E7410-346E-CEE5-D885-A932D70D780D}"/>
          </ac:cxnSpMkLst>
        </pc:cxnChg>
        <pc:cxnChg chg="add mod">
          <ac:chgData name="Yu Mao (SDS,118010224)" userId="1bbae264-552e-41b8-9f18-7e823f2686ac" providerId="ADAL" clId="{42D7EC03-9693-5841-8777-448DDBD84D20}" dt="2026-03-04T01:09:33.473" v="5209" actId="692"/>
          <ac:cxnSpMkLst>
            <pc:docMk/>
            <pc:sldMk cId="2590356030" sldId="571"/>
            <ac:cxnSpMk id="28" creationId="{4A6C1A4B-7B02-3892-E2F1-4CD439F06E1A}"/>
          </ac:cxnSpMkLst>
        </pc:cxnChg>
        <pc:cxnChg chg="add mod">
          <ac:chgData name="Yu Mao (SDS,118010224)" userId="1bbae264-552e-41b8-9f18-7e823f2686ac" providerId="ADAL" clId="{42D7EC03-9693-5841-8777-448DDBD84D20}" dt="2026-03-04T01:09:33.473" v="5209" actId="692"/>
          <ac:cxnSpMkLst>
            <pc:docMk/>
            <pc:sldMk cId="2590356030" sldId="571"/>
            <ac:cxnSpMk id="32" creationId="{32BEF68C-A010-2B69-4E52-09E4B669C102}"/>
          </ac:cxnSpMkLst>
        </pc:cxnChg>
      </pc:sldChg>
      <pc:sldChg chg="delSp modSp add mod ord">
        <pc:chgData name="Yu Mao (SDS,118010224)" userId="1bbae264-552e-41b8-9f18-7e823f2686ac" providerId="ADAL" clId="{42D7EC03-9693-5841-8777-448DDBD84D20}" dt="2026-03-04T09:28:49.215" v="16526" actId="20577"/>
        <pc:sldMkLst>
          <pc:docMk/>
          <pc:sldMk cId="286449949" sldId="572"/>
        </pc:sldMkLst>
        <pc:spChg chg="mod">
          <ac:chgData name="Yu Mao (SDS,118010224)" userId="1bbae264-552e-41b8-9f18-7e823f2686ac" providerId="ADAL" clId="{42D7EC03-9693-5841-8777-448DDBD84D20}" dt="2026-03-03T14:53:16.827" v="4966" actId="20577"/>
          <ac:spMkLst>
            <pc:docMk/>
            <pc:sldMk cId="286449949" sldId="572"/>
            <ac:spMk id="2" creationId="{9E2FBF8D-0A1E-A91B-2186-4244CB0A50EE}"/>
          </ac:spMkLst>
        </pc:spChg>
        <pc:spChg chg="mod">
          <ac:chgData name="Yu Mao (SDS,118010224)" userId="1bbae264-552e-41b8-9f18-7e823f2686ac" providerId="ADAL" clId="{42D7EC03-9693-5841-8777-448DDBD84D20}" dt="2026-03-04T09:28:49.215" v="16526" actId="20577"/>
          <ac:spMkLst>
            <pc:docMk/>
            <pc:sldMk cId="286449949" sldId="572"/>
            <ac:spMk id="3" creationId="{BACEEF7D-E172-6362-4D90-4AF4748F9945}"/>
          </ac:spMkLst>
        </pc:spChg>
        <pc:spChg chg="del">
          <ac:chgData name="Yu Mao (SDS,118010224)" userId="1bbae264-552e-41b8-9f18-7e823f2686ac" providerId="ADAL" clId="{42D7EC03-9693-5841-8777-448DDBD84D20}" dt="2026-03-03T13:48:02.772" v="4122" actId="478"/>
          <ac:spMkLst>
            <pc:docMk/>
            <pc:sldMk cId="286449949" sldId="572"/>
            <ac:spMk id="12" creationId="{0003136C-C238-A2E4-6909-364F3A5DEC6F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13" creationId="{1DF87472-67FC-6CEC-0C2E-F7271DFAD345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14" creationId="{79A0AD67-E0E8-9EAC-447C-10E110DCF9D3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15" creationId="{2502E4BD-6DCD-1291-56A8-C0F377B45AAF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18" creationId="{2BA6B395-01AB-6D99-E5B1-C13B3116AE00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19" creationId="{42124994-B902-3618-A176-E4EC8E152D2C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20" creationId="{5DF8A7D6-1643-67A6-11DB-F2EBA0D933FD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21" creationId="{034704D7-662E-F7CD-4587-9D162685E7FA}"/>
          </ac:spMkLst>
        </pc:spChg>
        <pc:spChg chg="del">
          <ac:chgData name="Yu Mao (SDS,118010224)" userId="1bbae264-552e-41b8-9f18-7e823f2686ac" providerId="ADAL" clId="{42D7EC03-9693-5841-8777-448DDBD84D20}" dt="2026-03-03T13:48:00.960" v="4121" actId="478"/>
          <ac:spMkLst>
            <pc:docMk/>
            <pc:sldMk cId="286449949" sldId="572"/>
            <ac:spMk id="22" creationId="{2F238D6C-5A0E-0C98-837B-1DE8418E8ACC}"/>
          </ac:spMkLst>
        </pc:spChg>
        <pc:cxnChg chg="del">
          <ac:chgData name="Yu Mao (SDS,118010224)" userId="1bbae264-552e-41b8-9f18-7e823f2686ac" providerId="ADAL" clId="{42D7EC03-9693-5841-8777-448DDBD84D20}" dt="2026-03-03T13:48:00.960" v="4121" actId="478"/>
          <ac:cxnSpMkLst>
            <pc:docMk/>
            <pc:sldMk cId="286449949" sldId="572"/>
            <ac:cxnSpMk id="6" creationId="{E31438F0-37DD-F587-85B5-C5028F1343E4}"/>
          </ac:cxnSpMkLst>
        </pc:cxnChg>
        <pc:cxnChg chg="del">
          <ac:chgData name="Yu Mao (SDS,118010224)" userId="1bbae264-552e-41b8-9f18-7e823f2686ac" providerId="ADAL" clId="{42D7EC03-9693-5841-8777-448DDBD84D20}" dt="2026-03-03T13:48:00.960" v="4121" actId="478"/>
          <ac:cxnSpMkLst>
            <pc:docMk/>
            <pc:sldMk cId="286449949" sldId="572"/>
            <ac:cxnSpMk id="9" creationId="{1A6D0729-EB09-1731-E03F-D1AFEF21B95A}"/>
          </ac:cxnSpMkLst>
        </pc:cxnChg>
      </pc:sldChg>
      <pc:sldChg chg="modSp add mod">
        <pc:chgData name="Yu Mao (SDS,118010224)" userId="1bbae264-552e-41b8-9f18-7e823f2686ac" providerId="ADAL" clId="{42D7EC03-9693-5841-8777-448DDBD84D20}" dt="2026-03-04T08:37:45.844" v="16304" actId="20577"/>
        <pc:sldMkLst>
          <pc:docMk/>
          <pc:sldMk cId="1275021615" sldId="573"/>
        </pc:sldMkLst>
        <pc:spChg chg="mod">
          <ac:chgData name="Yu Mao (SDS,118010224)" userId="1bbae264-552e-41b8-9f18-7e823f2686ac" providerId="ADAL" clId="{42D7EC03-9693-5841-8777-448DDBD84D20}" dt="2026-03-04T08:37:45.844" v="16304" actId="20577"/>
          <ac:spMkLst>
            <pc:docMk/>
            <pc:sldMk cId="1275021615" sldId="573"/>
            <ac:spMk id="3" creationId="{71A20E18-476C-F83A-4EAD-207535969BF2}"/>
          </ac:spMkLst>
        </pc:spChg>
      </pc:sldChg>
      <pc:sldChg chg="addSp delSp modSp add mod">
        <pc:chgData name="Yu Mao (SDS,118010224)" userId="1bbae264-552e-41b8-9f18-7e823f2686ac" providerId="ADAL" clId="{42D7EC03-9693-5841-8777-448DDBD84D20}" dt="2026-03-04T05:36:08.741" v="11255" actId="20577"/>
        <pc:sldMkLst>
          <pc:docMk/>
          <pc:sldMk cId="2828921996" sldId="574"/>
        </pc:sldMkLst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2" creationId="{342B5372-750F-4054-E636-605F512EF2FF}"/>
          </ac:spMkLst>
        </pc:spChg>
        <pc:spChg chg="add">
          <ac:chgData name="Yu Mao (SDS,118010224)" userId="1bbae264-552e-41b8-9f18-7e823f2686ac" providerId="ADAL" clId="{42D7EC03-9693-5841-8777-448DDBD84D20}" dt="2026-03-04T02:01:10.544" v="6069"/>
          <ac:spMkLst>
            <pc:docMk/>
            <pc:sldMk cId="2828921996" sldId="574"/>
            <ac:spMk id="3" creationId="{858C2D85-F1ED-3457-F05C-749DAB68DB63}"/>
          </ac:spMkLst>
        </pc:spChg>
        <pc:spChg chg="mod">
          <ac:chgData name="Yu Mao (SDS,118010224)" userId="1bbae264-552e-41b8-9f18-7e823f2686ac" providerId="ADAL" clId="{42D7EC03-9693-5841-8777-448DDBD84D20}" dt="2026-03-04T03:06:42.459" v="8418" actId="20577"/>
          <ac:spMkLst>
            <pc:docMk/>
            <pc:sldMk cId="2828921996" sldId="574"/>
            <ac:spMk id="5" creationId="{CFB08735-472D-C490-ED66-392A73A85F31}"/>
          </ac:spMkLst>
        </pc:spChg>
        <pc:spChg chg="add">
          <ac:chgData name="Yu Mao (SDS,118010224)" userId="1bbae264-552e-41b8-9f18-7e823f2686ac" providerId="ADAL" clId="{42D7EC03-9693-5841-8777-448DDBD84D20}" dt="2026-03-04T02:01:15.913" v="6070"/>
          <ac:spMkLst>
            <pc:docMk/>
            <pc:sldMk cId="2828921996" sldId="574"/>
            <ac:spMk id="6" creationId="{4A19DA64-103C-EAF8-8D8B-CD3114FC877F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7" creationId="{77EC8BF2-15ED-0466-5F94-A40409E23ABD}"/>
          </ac:spMkLst>
        </pc:spChg>
        <pc:spChg chg="mod">
          <ac:chgData name="Yu Mao (SDS,118010224)" userId="1bbae264-552e-41b8-9f18-7e823f2686ac" providerId="ADAL" clId="{42D7EC03-9693-5841-8777-448DDBD84D20}" dt="2026-03-04T03:28:57.129" v="8568" actId="20577"/>
          <ac:spMkLst>
            <pc:docMk/>
            <pc:sldMk cId="2828921996" sldId="574"/>
            <ac:spMk id="9" creationId="{DAF28C4D-7346-AD11-79AC-114E319B632C}"/>
          </ac:spMkLst>
        </pc:spChg>
        <pc:spChg chg="add del mod">
          <ac:chgData name="Yu Mao (SDS,118010224)" userId="1bbae264-552e-41b8-9f18-7e823f2686ac" providerId="ADAL" clId="{42D7EC03-9693-5841-8777-448DDBD84D20}" dt="2026-03-04T02:52:44.451" v="7973" actId="478"/>
          <ac:spMkLst>
            <pc:docMk/>
            <pc:sldMk cId="2828921996" sldId="574"/>
            <ac:spMk id="10" creationId="{7E93F5CA-5086-26E1-E0ED-6ACD9FC3A8AE}"/>
          </ac:spMkLst>
        </pc:spChg>
        <pc:spChg chg="add del mod">
          <ac:chgData name="Yu Mao (SDS,118010224)" userId="1bbae264-552e-41b8-9f18-7e823f2686ac" providerId="ADAL" clId="{42D7EC03-9693-5841-8777-448DDBD84D20}" dt="2026-03-04T02:52:41.499" v="7972" actId="478"/>
          <ac:spMkLst>
            <pc:docMk/>
            <pc:sldMk cId="2828921996" sldId="574"/>
            <ac:spMk id="11" creationId="{874E3239-1FC5-C5A7-B541-339DC28795EB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12" creationId="{A7990C9C-26ED-02A8-050B-B76AB8C7C743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13" creationId="{82D765C3-1115-2A14-4815-B3319C8618AA}"/>
          </ac:spMkLst>
        </pc:spChg>
        <pc:spChg chg="add del mod">
          <ac:chgData name="Yu Mao (SDS,118010224)" userId="1bbae264-552e-41b8-9f18-7e823f2686ac" providerId="ADAL" clId="{42D7EC03-9693-5841-8777-448DDBD84D20}" dt="2026-03-04T03:26:09.275" v="8422" actId="478"/>
          <ac:spMkLst>
            <pc:docMk/>
            <pc:sldMk cId="2828921996" sldId="574"/>
            <ac:spMk id="14" creationId="{38ADDF31-8EBF-DDBE-E67D-12DAB16C25B9}"/>
          </ac:spMkLst>
        </pc:spChg>
        <pc:spChg chg="add mod">
          <ac:chgData name="Yu Mao (SDS,118010224)" userId="1bbae264-552e-41b8-9f18-7e823f2686ac" providerId="ADAL" clId="{42D7EC03-9693-5841-8777-448DDBD84D20}" dt="2026-03-04T05:36:08.741" v="11255" actId="20577"/>
          <ac:spMkLst>
            <pc:docMk/>
            <pc:sldMk cId="2828921996" sldId="574"/>
            <ac:spMk id="18" creationId="{8B46C318-596D-4592-FAFA-75BD8B08ECFE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20" creationId="{A728CE66-F726-FD21-7902-01DF38640E02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21" creationId="{68CECACD-3E32-D9A5-AE9C-90F54E235F1F}"/>
          </ac:spMkLst>
        </pc:spChg>
        <pc:spChg chg="del">
          <ac:chgData name="Yu Mao (SDS,118010224)" userId="1bbae264-552e-41b8-9f18-7e823f2686ac" providerId="ADAL" clId="{42D7EC03-9693-5841-8777-448DDBD84D20}" dt="2026-03-04T02:01:07.875" v="6068" actId="478"/>
          <ac:spMkLst>
            <pc:docMk/>
            <pc:sldMk cId="2828921996" sldId="574"/>
            <ac:spMk id="23" creationId="{A8756938-1DB6-5B37-4373-C87A2F5891FE}"/>
          </ac:spMkLst>
        </pc:spChg>
        <pc:picChg chg="add del mod modCrop">
          <ac:chgData name="Yu Mao (SDS,118010224)" userId="1bbae264-552e-41b8-9f18-7e823f2686ac" providerId="ADAL" clId="{42D7EC03-9693-5841-8777-448DDBD84D20}" dt="2026-03-04T02:52:41.499" v="7972" actId="478"/>
          <ac:picMkLst>
            <pc:docMk/>
            <pc:sldMk cId="2828921996" sldId="574"/>
            <ac:picMk id="8" creationId="{B1B066E8-3F2E-0CCB-DB76-E5E9B433F32E}"/>
          </ac:picMkLst>
        </pc:picChg>
        <pc:picChg chg="add mod modCrop">
          <ac:chgData name="Yu Mao (SDS,118010224)" userId="1bbae264-552e-41b8-9f18-7e823f2686ac" providerId="ADAL" clId="{42D7EC03-9693-5841-8777-448DDBD84D20}" dt="2026-03-04T03:27:43.579" v="8460" actId="14100"/>
          <ac:picMkLst>
            <pc:docMk/>
            <pc:sldMk cId="2828921996" sldId="574"/>
            <ac:picMk id="16" creationId="{BAA2F41F-124D-23E4-466B-D7E1C30841B6}"/>
          </ac:picMkLst>
        </pc:picChg>
        <pc:cxnChg chg="del mod">
          <ac:chgData name="Yu Mao (SDS,118010224)" userId="1bbae264-552e-41b8-9f18-7e823f2686ac" providerId="ADAL" clId="{42D7EC03-9693-5841-8777-448DDBD84D20}" dt="2026-03-04T02:01:07.875" v="6068" actId="478"/>
          <ac:cxnSpMkLst>
            <pc:docMk/>
            <pc:sldMk cId="2828921996" sldId="574"/>
            <ac:cxnSpMk id="15" creationId="{1657BFF7-3ECC-E6AD-C18D-2CBD3534FFFB}"/>
          </ac:cxnSpMkLst>
        </pc:cxnChg>
        <pc:cxnChg chg="del mod">
          <ac:chgData name="Yu Mao (SDS,118010224)" userId="1bbae264-552e-41b8-9f18-7e823f2686ac" providerId="ADAL" clId="{42D7EC03-9693-5841-8777-448DDBD84D20}" dt="2026-03-04T02:01:07.875" v="6068" actId="478"/>
          <ac:cxnSpMkLst>
            <pc:docMk/>
            <pc:sldMk cId="2828921996" sldId="574"/>
            <ac:cxnSpMk id="17" creationId="{E0E5B10B-500F-0DD2-2215-B4D3EFB99258}"/>
          </ac:cxnSpMkLst>
        </pc:cxnChg>
      </pc:sldChg>
      <pc:sldChg chg="modSp add mod ord">
        <pc:chgData name="Yu Mao (SDS,118010224)" userId="1bbae264-552e-41b8-9f18-7e823f2686ac" providerId="ADAL" clId="{42D7EC03-9693-5841-8777-448DDBD84D20}" dt="2026-03-04T09:28:31.109" v="16519" actId="115"/>
        <pc:sldMkLst>
          <pc:docMk/>
          <pc:sldMk cId="257705152" sldId="575"/>
        </pc:sldMkLst>
        <pc:spChg chg="mod">
          <ac:chgData name="Yu Mao (SDS,118010224)" userId="1bbae264-552e-41b8-9f18-7e823f2686ac" providerId="ADAL" clId="{42D7EC03-9693-5841-8777-448DDBD84D20}" dt="2026-03-04T03:06:39.815" v="8416" actId="20577"/>
          <ac:spMkLst>
            <pc:docMk/>
            <pc:sldMk cId="257705152" sldId="575"/>
            <ac:spMk id="5" creationId="{A5F8369E-9708-1B1A-923A-425DE749D6E6}"/>
          </ac:spMkLst>
        </pc:spChg>
        <pc:spChg chg="mod">
          <ac:chgData name="Yu Mao (SDS,118010224)" userId="1bbae264-552e-41b8-9f18-7e823f2686ac" providerId="ADAL" clId="{42D7EC03-9693-5841-8777-448DDBD84D20}" dt="2026-03-04T02:44:11.241" v="7668" actId="20577"/>
          <ac:spMkLst>
            <pc:docMk/>
            <pc:sldMk cId="257705152" sldId="575"/>
            <ac:spMk id="9" creationId="{734156B8-7F20-F292-388C-53741D15CB63}"/>
          </ac:spMkLst>
        </pc:spChg>
        <pc:spChg chg="mod">
          <ac:chgData name="Yu Mao (SDS,118010224)" userId="1bbae264-552e-41b8-9f18-7e823f2686ac" providerId="ADAL" clId="{42D7EC03-9693-5841-8777-448DDBD84D20}" dt="2026-03-04T09:28:31.109" v="16519" actId="115"/>
          <ac:spMkLst>
            <pc:docMk/>
            <pc:sldMk cId="257705152" sldId="575"/>
            <ac:spMk id="10" creationId="{46EF9587-31A6-1D5C-12FE-9C57D4291933}"/>
          </ac:spMkLst>
        </pc:spChg>
        <pc:spChg chg="mod">
          <ac:chgData name="Yu Mao (SDS,118010224)" userId="1bbae264-552e-41b8-9f18-7e823f2686ac" providerId="ADAL" clId="{42D7EC03-9693-5841-8777-448DDBD84D20}" dt="2026-03-04T05:36:05.071" v="11254" actId="20577"/>
          <ac:spMkLst>
            <pc:docMk/>
            <pc:sldMk cId="257705152" sldId="575"/>
            <ac:spMk id="11" creationId="{1717148A-7531-849E-7BE9-A4CD603A001F}"/>
          </ac:spMkLst>
        </pc:spChg>
        <pc:picChg chg="mod">
          <ac:chgData name="Yu Mao (SDS,118010224)" userId="1bbae264-552e-41b8-9f18-7e823f2686ac" providerId="ADAL" clId="{42D7EC03-9693-5841-8777-448DDBD84D20}" dt="2026-03-04T03:27:20.429" v="8456" actId="1076"/>
          <ac:picMkLst>
            <pc:docMk/>
            <pc:sldMk cId="257705152" sldId="575"/>
            <ac:picMk id="8" creationId="{FA14CD5C-2897-14F7-02C5-B5BE7420AF9C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5:36:11.992" v="11256" actId="20577"/>
        <pc:sldMkLst>
          <pc:docMk/>
          <pc:sldMk cId="2640040624" sldId="576"/>
        </pc:sldMkLst>
        <pc:spChg chg="mod">
          <ac:chgData name="Yu Mao (SDS,118010224)" userId="1bbae264-552e-41b8-9f18-7e823f2686ac" providerId="ADAL" clId="{42D7EC03-9693-5841-8777-448DDBD84D20}" dt="2026-03-04T03:28:08.951" v="8468" actId="20577"/>
          <ac:spMkLst>
            <pc:docMk/>
            <pc:sldMk cId="2640040624" sldId="576"/>
            <ac:spMk id="5" creationId="{19EF3E86-D0BB-591F-11A3-26E30EFDEC8F}"/>
          </ac:spMkLst>
        </pc:spChg>
        <pc:spChg chg="mod">
          <ac:chgData name="Yu Mao (SDS,118010224)" userId="1bbae264-552e-41b8-9f18-7e823f2686ac" providerId="ADAL" clId="{42D7EC03-9693-5841-8777-448DDBD84D20}" dt="2026-03-04T03:36:07.396" v="8684" actId="14100"/>
          <ac:spMkLst>
            <pc:docMk/>
            <pc:sldMk cId="2640040624" sldId="576"/>
            <ac:spMk id="9" creationId="{88078984-D771-792B-5017-245EF5764A1C}"/>
          </ac:spMkLst>
        </pc:spChg>
        <pc:spChg chg="mod">
          <ac:chgData name="Yu Mao (SDS,118010224)" userId="1bbae264-552e-41b8-9f18-7e823f2686ac" providerId="ADAL" clId="{42D7EC03-9693-5841-8777-448DDBD84D20}" dt="2026-03-04T05:36:11.992" v="11256" actId="20577"/>
          <ac:spMkLst>
            <pc:docMk/>
            <pc:sldMk cId="2640040624" sldId="576"/>
            <ac:spMk id="18" creationId="{78A93661-D4C5-BFA7-8058-8B3BD68FE9B5}"/>
          </ac:spMkLst>
        </pc:spChg>
        <pc:picChg chg="add mod">
          <ac:chgData name="Yu Mao (SDS,118010224)" userId="1bbae264-552e-41b8-9f18-7e823f2686ac" providerId="ADAL" clId="{42D7EC03-9693-5841-8777-448DDBD84D20}" dt="2026-03-04T03:30:47.742" v="8613"/>
          <ac:picMkLst>
            <pc:docMk/>
            <pc:sldMk cId="2640040624" sldId="576"/>
            <ac:picMk id="2" creationId="{94FDC6C5-0699-5ADF-2687-F7D6565AB0D4}"/>
          </ac:picMkLst>
        </pc:picChg>
        <pc:picChg chg="add mod">
          <ac:chgData name="Yu Mao (SDS,118010224)" userId="1bbae264-552e-41b8-9f18-7e823f2686ac" providerId="ADAL" clId="{42D7EC03-9693-5841-8777-448DDBD84D20}" dt="2026-03-04T03:36:10.500" v="8685" actId="1076"/>
          <ac:picMkLst>
            <pc:docMk/>
            <pc:sldMk cId="2640040624" sldId="576"/>
            <ac:picMk id="3" creationId="{EEBB9C62-C039-9D5E-C029-1A3FD32FA2B9}"/>
          </ac:picMkLst>
        </pc:picChg>
        <pc:picChg chg="del">
          <ac:chgData name="Yu Mao (SDS,118010224)" userId="1bbae264-552e-41b8-9f18-7e823f2686ac" providerId="ADAL" clId="{42D7EC03-9693-5841-8777-448DDBD84D20}" dt="2026-03-04T03:29:38.980" v="8611" actId="478"/>
          <ac:picMkLst>
            <pc:docMk/>
            <pc:sldMk cId="2640040624" sldId="576"/>
            <ac:picMk id="16" creationId="{A621F160-D201-2D86-8526-E722DCC3434E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6:40:20.015" v="13308" actId="20577"/>
        <pc:sldMkLst>
          <pc:docMk/>
          <pc:sldMk cId="1938262956" sldId="577"/>
        </pc:sldMkLst>
        <pc:spChg chg="mod">
          <ac:chgData name="Yu Mao (SDS,118010224)" userId="1bbae264-552e-41b8-9f18-7e823f2686ac" providerId="ADAL" clId="{42D7EC03-9693-5841-8777-448DDBD84D20}" dt="2026-03-04T03:55:18.233" v="8917" actId="20577"/>
          <ac:spMkLst>
            <pc:docMk/>
            <pc:sldMk cId="1938262956" sldId="577"/>
            <ac:spMk id="5" creationId="{77B4E156-2F06-D9D7-9F52-193F63FA2155}"/>
          </ac:spMkLst>
        </pc:spChg>
        <pc:spChg chg="mod">
          <ac:chgData name="Yu Mao (SDS,118010224)" userId="1bbae264-552e-41b8-9f18-7e823f2686ac" providerId="ADAL" clId="{42D7EC03-9693-5841-8777-448DDBD84D20}" dt="2026-03-04T06:40:20.015" v="13308" actId="20577"/>
          <ac:spMkLst>
            <pc:docMk/>
            <pc:sldMk cId="1938262956" sldId="577"/>
            <ac:spMk id="9" creationId="{EBB5558C-E2F8-1CAE-2F22-91497E03352E}"/>
          </ac:spMkLst>
        </pc:spChg>
        <pc:spChg chg="mod">
          <ac:chgData name="Yu Mao (SDS,118010224)" userId="1bbae264-552e-41b8-9f18-7e823f2686ac" providerId="ADAL" clId="{42D7EC03-9693-5841-8777-448DDBD84D20}" dt="2026-03-04T06:29:57.863" v="12830" actId="20577"/>
          <ac:spMkLst>
            <pc:docMk/>
            <pc:sldMk cId="1938262956" sldId="577"/>
            <ac:spMk id="18" creationId="{FC6CCA90-D8B3-9647-1CBB-A5E6EA0F9598}"/>
          </ac:spMkLst>
        </pc:spChg>
        <pc:picChg chg="add mod">
          <ac:chgData name="Yu Mao (SDS,118010224)" userId="1bbae264-552e-41b8-9f18-7e823f2686ac" providerId="ADAL" clId="{42D7EC03-9693-5841-8777-448DDBD84D20}" dt="2026-03-04T03:54:59.352" v="8913" actId="14100"/>
          <ac:picMkLst>
            <pc:docMk/>
            <pc:sldMk cId="1938262956" sldId="577"/>
            <ac:picMk id="2" creationId="{F578954B-1FEF-CDCF-68AF-2F8DEA401779}"/>
          </ac:picMkLst>
        </pc:picChg>
        <pc:picChg chg="del">
          <ac:chgData name="Yu Mao (SDS,118010224)" userId="1bbae264-552e-41b8-9f18-7e823f2686ac" providerId="ADAL" clId="{42D7EC03-9693-5841-8777-448DDBD84D20}" dt="2026-03-04T03:49:45.995" v="8728" actId="478"/>
          <ac:picMkLst>
            <pc:docMk/>
            <pc:sldMk cId="1938262956" sldId="577"/>
            <ac:picMk id="3" creationId="{3A50734E-CBFF-675D-1D03-064575986FB0}"/>
          </ac:picMkLst>
        </pc:picChg>
      </pc:sldChg>
      <pc:sldChg chg="add del">
        <pc:chgData name="Yu Mao (SDS,118010224)" userId="1bbae264-552e-41b8-9f18-7e823f2686ac" providerId="ADAL" clId="{42D7EC03-9693-5841-8777-448DDBD84D20}" dt="2026-03-04T03:49:42.681" v="8726"/>
        <pc:sldMkLst>
          <pc:docMk/>
          <pc:sldMk cId="3217139128" sldId="577"/>
        </pc:sldMkLst>
      </pc:sldChg>
      <pc:sldChg chg="delSp modSp add mod">
        <pc:chgData name="Yu Mao (SDS,118010224)" userId="1bbae264-552e-41b8-9f18-7e823f2686ac" providerId="ADAL" clId="{42D7EC03-9693-5841-8777-448DDBD84D20}" dt="2026-03-04T04:25:42.293" v="9208" actId="14100"/>
        <pc:sldMkLst>
          <pc:docMk/>
          <pc:sldMk cId="3089832178" sldId="578"/>
        </pc:sldMkLst>
        <pc:spChg chg="mod">
          <ac:chgData name="Yu Mao (SDS,118010224)" userId="1bbae264-552e-41b8-9f18-7e823f2686ac" providerId="ADAL" clId="{42D7EC03-9693-5841-8777-448DDBD84D20}" dt="2026-03-04T03:55:32.454" v="8925" actId="20577"/>
          <ac:spMkLst>
            <pc:docMk/>
            <pc:sldMk cId="3089832178" sldId="578"/>
            <ac:spMk id="5" creationId="{4A688A3C-BF19-7724-51F9-6ACA8EE340FA}"/>
          </ac:spMkLst>
        </pc:spChg>
        <pc:spChg chg="mod">
          <ac:chgData name="Yu Mao (SDS,118010224)" userId="1bbae264-552e-41b8-9f18-7e823f2686ac" providerId="ADAL" clId="{42D7EC03-9693-5841-8777-448DDBD84D20}" dt="2026-03-04T04:25:42.293" v="9208" actId="14100"/>
          <ac:spMkLst>
            <pc:docMk/>
            <pc:sldMk cId="3089832178" sldId="578"/>
            <ac:spMk id="9" creationId="{3EB40F61-36DF-B053-BF00-0D0C33AF5B9A}"/>
          </ac:spMkLst>
        </pc:spChg>
        <pc:spChg chg="del">
          <ac:chgData name="Yu Mao (SDS,118010224)" userId="1bbae264-552e-41b8-9f18-7e823f2686ac" providerId="ADAL" clId="{42D7EC03-9693-5841-8777-448DDBD84D20}" dt="2026-03-04T03:55:35.577" v="8926" actId="478"/>
          <ac:spMkLst>
            <pc:docMk/>
            <pc:sldMk cId="3089832178" sldId="578"/>
            <ac:spMk id="18" creationId="{658474EC-254C-FCDA-981F-4070F61F131F}"/>
          </ac:spMkLst>
        </pc:spChg>
        <pc:picChg chg="del">
          <ac:chgData name="Yu Mao (SDS,118010224)" userId="1bbae264-552e-41b8-9f18-7e823f2686ac" providerId="ADAL" clId="{42D7EC03-9693-5841-8777-448DDBD84D20}" dt="2026-03-04T03:55:35.577" v="8926" actId="478"/>
          <ac:picMkLst>
            <pc:docMk/>
            <pc:sldMk cId="3089832178" sldId="578"/>
            <ac:picMk id="2" creationId="{292158CF-C357-8B5F-5485-6458A9FCAC43}"/>
          </ac:picMkLst>
        </pc:picChg>
      </pc:sldChg>
      <pc:sldChg chg="modSp add mod">
        <pc:chgData name="Yu Mao (SDS,118010224)" userId="1bbae264-552e-41b8-9f18-7e823f2686ac" providerId="ADAL" clId="{42D7EC03-9693-5841-8777-448DDBD84D20}" dt="2026-03-04T08:38:55.526" v="16308" actId="20577"/>
        <pc:sldMkLst>
          <pc:docMk/>
          <pc:sldMk cId="2153225153" sldId="579"/>
        </pc:sldMkLst>
        <pc:spChg chg="mod">
          <ac:chgData name="Yu Mao (SDS,118010224)" userId="1bbae264-552e-41b8-9f18-7e823f2686ac" providerId="ADAL" clId="{42D7EC03-9693-5841-8777-448DDBD84D20}" dt="2026-03-04T08:38:55.526" v="16308" actId="20577"/>
          <ac:spMkLst>
            <pc:docMk/>
            <pc:sldMk cId="2153225153" sldId="579"/>
            <ac:spMk id="3" creationId="{078E2E26-D0AE-0E35-4EF1-92FF9A561799}"/>
          </ac:spMkLst>
        </pc:spChg>
      </pc:sldChg>
      <pc:sldChg chg="addSp delSp modSp add mod">
        <pc:chgData name="Yu Mao (SDS,118010224)" userId="1bbae264-552e-41b8-9f18-7e823f2686ac" providerId="ADAL" clId="{42D7EC03-9693-5841-8777-448DDBD84D20}" dt="2026-03-04T08:43:46.320" v="16382" actId="20577"/>
        <pc:sldMkLst>
          <pc:docMk/>
          <pc:sldMk cId="805471461" sldId="580"/>
        </pc:sldMkLst>
        <pc:spChg chg="del mod">
          <ac:chgData name="Yu Mao (SDS,118010224)" userId="1bbae264-552e-41b8-9f18-7e823f2686ac" providerId="ADAL" clId="{42D7EC03-9693-5841-8777-448DDBD84D20}" dt="2026-03-04T04:35:44.924" v="10048" actId="478"/>
          <ac:spMkLst>
            <pc:docMk/>
            <pc:sldMk cId="805471461" sldId="580"/>
            <ac:spMk id="2" creationId="{18DF5859-E02E-A2EF-B5CA-FA65ADF0804D}"/>
          </ac:spMkLst>
        </pc:spChg>
        <pc:spChg chg="mod">
          <ac:chgData name="Yu Mao (SDS,118010224)" userId="1bbae264-552e-41b8-9f18-7e823f2686ac" providerId="ADAL" clId="{42D7EC03-9693-5841-8777-448DDBD84D20}" dt="2026-03-04T08:43:46.320" v="16382" actId="20577"/>
          <ac:spMkLst>
            <pc:docMk/>
            <pc:sldMk cId="805471461" sldId="580"/>
            <ac:spMk id="5" creationId="{9E04C8E9-6229-876F-7E7E-10D9CC4455A4}"/>
          </ac:spMkLst>
        </pc:spChg>
        <pc:spChg chg="del mod">
          <ac:chgData name="Yu Mao (SDS,118010224)" userId="1bbae264-552e-41b8-9f18-7e823f2686ac" providerId="ADAL" clId="{42D7EC03-9693-5841-8777-448DDBD84D20}" dt="2026-03-04T04:36:24.308" v="10062" actId="478"/>
          <ac:spMkLst>
            <pc:docMk/>
            <pc:sldMk cId="805471461" sldId="580"/>
            <ac:spMk id="7" creationId="{D45A1C34-91DA-319A-6E32-7EBEC6904702}"/>
          </ac:spMkLst>
        </pc:spChg>
        <pc:spChg chg="add mod">
          <ac:chgData name="Yu Mao (SDS,118010224)" userId="1bbae264-552e-41b8-9f18-7e823f2686ac" providerId="ADAL" clId="{42D7EC03-9693-5841-8777-448DDBD84D20}" dt="2026-03-04T04:33:23.999" v="9964" actId="1076"/>
          <ac:spMkLst>
            <pc:docMk/>
            <pc:sldMk cId="805471461" sldId="580"/>
            <ac:spMk id="8" creationId="{25BB0A57-8DCF-0D86-137A-E1DF92556210}"/>
          </ac:spMkLst>
        </pc:spChg>
        <pc:spChg chg="mod">
          <ac:chgData name="Yu Mao (SDS,118010224)" userId="1bbae264-552e-41b8-9f18-7e823f2686ac" providerId="ADAL" clId="{42D7EC03-9693-5841-8777-448DDBD84D20}" dt="2026-03-04T04:49:03.437" v="10357" actId="20577"/>
          <ac:spMkLst>
            <pc:docMk/>
            <pc:sldMk cId="805471461" sldId="580"/>
            <ac:spMk id="9" creationId="{B9BB2E97-B0DF-4FDE-BE1B-4EB8E5EFDC05}"/>
          </ac:spMkLst>
        </pc:spChg>
        <pc:spChg chg="add mod">
          <ac:chgData name="Yu Mao (SDS,118010224)" userId="1bbae264-552e-41b8-9f18-7e823f2686ac" providerId="ADAL" clId="{42D7EC03-9693-5841-8777-448DDBD84D20}" dt="2026-03-04T06:15:20.673" v="12580" actId="1038"/>
          <ac:spMkLst>
            <pc:docMk/>
            <pc:sldMk cId="805471461" sldId="580"/>
            <ac:spMk id="10" creationId="{CBDA5048-E0F8-A7F2-A2C4-795C346EFBC0}"/>
          </ac:spMkLst>
        </pc:spChg>
        <pc:spChg chg="add mod">
          <ac:chgData name="Yu Mao (SDS,118010224)" userId="1bbae264-552e-41b8-9f18-7e823f2686ac" providerId="ADAL" clId="{42D7EC03-9693-5841-8777-448DDBD84D20}" dt="2026-03-04T04:40:37.674" v="10180" actId="1076"/>
          <ac:spMkLst>
            <pc:docMk/>
            <pc:sldMk cId="805471461" sldId="580"/>
            <ac:spMk id="11" creationId="{D2946EC8-C26A-04B6-3793-197A45A38E85}"/>
          </ac:spMkLst>
        </pc:spChg>
        <pc:spChg chg="del mod">
          <ac:chgData name="Yu Mao (SDS,118010224)" userId="1bbae264-552e-41b8-9f18-7e823f2686ac" providerId="ADAL" clId="{42D7EC03-9693-5841-8777-448DDBD84D20}" dt="2026-03-04T04:36:00.916" v="10055" actId="478"/>
          <ac:spMkLst>
            <pc:docMk/>
            <pc:sldMk cId="805471461" sldId="580"/>
            <ac:spMk id="12" creationId="{7754DF59-8C74-F42B-D77A-E125757EB0B2}"/>
          </ac:spMkLst>
        </pc:spChg>
        <pc:spChg chg="del mod">
          <ac:chgData name="Yu Mao (SDS,118010224)" userId="1bbae264-552e-41b8-9f18-7e823f2686ac" providerId="ADAL" clId="{42D7EC03-9693-5841-8777-448DDBD84D20}" dt="2026-03-04T04:40:28.976" v="10178" actId="478"/>
          <ac:spMkLst>
            <pc:docMk/>
            <pc:sldMk cId="805471461" sldId="580"/>
            <ac:spMk id="13" creationId="{EA068D9D-D91F-82EF-C21A-30380331DD9D}"/>
          </ac:spMkLst>
        </pc:spChg>
        <pc:spChg chg="add mod">
          <ac:chgData name="Yu Mao (SDS,118010224)" userId="1bbae264-552e-41b8-9f18-7e823f2686ac" providerId="ADAL" clId="{42D7EC03-9693-5841-8777-448DDBD84D20}" dt="2026-03-04T04:40:57.735" v="10186" actId="166"/>
          <ac:spMkLst>
            <pc:docMk/>
            <pc:sldMk cId="805471461" sldId="580"/>
            <ac:spMk id="14" creationId="{0F0A8C25-C2C9-2F77-7A53-8AA783A42EA3}"/>
          </ac:spMkLst>
        </pc:spChg>
        <pc:spChg chg="add mod">
          <ac:chgData name="Yu Mao (SDS,118010224)" userId="1bbae264-552e-41b8-9f18-7e823f2686ac" providerId="ADAL" clId="{42D7EC03-9693-5841-8777-448DDBD84D20}" dt="2026-03-04T04:41:02.443" v="10187" actId="166"/>
          <ac:spMkLst>
            <pc:docMk/>
            <pc:sldMk cId="805471461" sldId="580"/>
            <ac:spMk id="16" creationId="{FE516600-AC44-3B72-FE17-8D69392A6FBE}"/>
          </ac:spMkLst>
        </pc:spChg>
        <pc:spChg chg="del mod">
          <ac:chgData name="Yu Mao (SDS,118010224)" userId="1bbae264-552e-41b8-9f18-7e823f2686ac" providerId="ADAL" clId="{42D7EC03-9693-5841-8777-448DDBD84D20}" dt="2026-03-04T04:40:30.558" v="10179" actId="478"/>
          <ac:spMkLst>
            <pc:docMk/>
            <pc:sldMk cId="805471461" sldId="580"/>
            <ac:spMk id="20" creationId="{3298D65F-63DB-8561-633E-65A3A29113F2}"/>
          </ac:spMkLst>
        </pc:spChg>
        <pc:spChg chg="mod">
          <ac:chgData name="Yu Mao (SDS,118010224)" userId="1bbae264-552e-41b8-9f18-7e823f2686ac" providerId="ADAL" clId="{42D7EC03-9693-5841-8777-448DDBD84D20}" dt="2026-03-04T04:49:11.661" v="10358" actId="1076"/>
          <ac:spMkLst>
            <pc:docMk/>
            <pc:sldMk cId="805471461" sldId="580"/>
            <ac:spMk id="21" creationId="{82D1C7FD-92D9-FABA-BB6A-33520DFFD660}"/>
          </ac:spMkLst>
        </pc:spChg>
        <pc:spChg chg="mod">
          <ac:chgData name="Yu Mao (SDS,118010224)" userId="1bbae264-552e-41b8-9f18-7e823f2686ac" providerId="ADAL" clId="{42D7EC03-9693-5841-8777-448DDBD84D20}" dt="2026-03-04T05:36:26.023" v="11262" actId="20577"/>
          <ac:spMkLst>
            <pc:docMk/>
            <pc:sldMk cId="805471461" sldId="580"/>
            <ac:spMk id="23" creationId="{C3A304E7-2BA3-A405-C97A-A76C8B9E695E}"/>
          </ac:spMkLst>
        </pc:spChg>
        <pc:spChg chg="add mod">
          <ac:chgData name="Yu Mao (SDS,118010224)" userId="1bbae264-552e-41b8-9f18-7e823f2686ac" providerId="ADAL" clId="{42D7EC03-9693-5841-8777-448DDBD84D20}" dt="2026-03-04T04:40:14.500" v="10174" actId="1076"/>
          <ac:spMkLst>
            <pc:docMk/>
            <pc:sldMk cId="805471461" sldId="580"/>
            <ac:spMk id="45" creationId="{55C0B940-CF36-F809-A9C8-DEECC0945BE5}"/>
          </ac:spMkLst>
        </pc:spChg>
        <pc:spChg chg="add mod">
          <ac:chgData name="Yu Mao (SDS,118010224)" userId="1bbae264-552e-41b8-9f18-7e823f2686ac" providerId="ADAL" clId="{42D7EC03-9693-5841-8777-448DDBD84D20}" dt="2026-03-04T04:49:14.758" v="10359" actId="1076"/>
          <ac:spMkLst>
            <pc:docMk/>
            <pc:sldMk cId="805471461" sldId="580"/>
            <ac:spMk id="46" creationId="{B1394878-6BD5-1BF5-F546-77AFF6619B71}"/>
          </ac:spMkLst>
        </pc:spChg>
        <pc:spChg chg="add mod">
          <ac:chgData name="Yu Mao (SDS,118010224)" userId="1bbae264-552e-41b8-9f18-7e823f2686ac" providerId="ADAL" clId="{42D7EC03-9693-5841-8777-448DDBD84D20}" dt="2026-03-04T04:40:52.154" v="10185" actId="1076"/>
          <ac:spMkLst>
            <pc:docMk/>
            <pc:sldMk cId="805471461" sldId="580"/>
            <ac:spMk id="47" creationId="{F62D8B63-6C1E-B2AC-9F3E-4875885AFA7B}"/>
          </ac:spMkLst>
        </pc:spChg>
        <pc:spChg chg="add mod">
          <ac:chgData name="Yu Mao (SDS,118010224)" userId="1bbae264-552e-41b8-9f18-7e823f2686ac" providerId="ADAL" clId="{42D7EC03-9693-5841-8777-448DDBD84D20}" dt="2026-03-04T04:41:06.195" v="10188" actId="207"/>
          <ac:spMkLst>
            <pc:docMk/>
            <pc:sldMk cId="805471461" sldId="580"/>
            <ac:spMk id="48" creationId="{D773B452-D847-00E6-FE9F-18059BD5C602}"/>
          </ac:spMkLst>
        </pc:spChg>
        <pc:cxnChg chg="mod">
          <ac:chgData name="Yu Mao (SDS,118010224)" userId="1bbae264-552e-41b8-9f18-7e823f2686ac" providerId="ADAL" clId="{42D7EC03-9693-5841-8777-448DDBD84D20}" dt="2026-03-04T06:15:20.673" v="12580" actId="1038"/>
          <ac:cxnSpMkLst>
            <pc:docMk/>
            <pc:sldMk cId="805471461" sldId="580"/>
            <ac:cxnSpMk id="15" creationId="{39BB79BD-CDEE-718C-A78F-CC72FDE591A1}"/>
          </ac:cxnSpMkLst>
        </pc:cxnChg>
        <pc:cxnChg chg="mod">
          <ac:chgData name="Yu Mao (SDS,118010224)" userId="1bbae264-552e-41b8-9f18-7e823f2686ac" providerId="ADAL" clId="{42D7EC03-9693-5841-8777-448DDBD84D20}" dt="2026-03-04T06:15:20.673" v="12580" actId="1038"/>
          <ac:cxnSpMkLst>
            <pc:docMk/>
            <pc:sldMk cId="805471461" sldId="580"/>
            <ac:cxnSpMk id="17" creationId="{BB422F34-5A09-FAE8-5962-5B63246C8EE9}"/>
          </ac:cxnSpMkLst>
        </pc:cxnChg>
        <pc:cxnChg chg="add mod">
          <ac:chgData name="Yu Mao (SDS,118010224)" userId="1bbae264-552e-41b8-9f18-7e823f2686ac" providerId="ADAL" clId="{42D7EC03-9693-5841-8777-448DDBD84D20}" dt="2026-03-04T04:40:23.060" v="10176" actId="1076"/>
          <ac:cxnSpMkLst>
            <pc:docMk/>
            <pc:sldMk cId="805471461" sldId="580"/>
            <ac:cxnSpMk id="18" creationId="{4372E1E1-8B36-9A12-B787-E29E49C4B708}"/>
          </ac:cxnSpMkLst>
        </pc:cxnChg>
        <pc:cxnChg chg="add mod">
          <ac:chgData name="Yu Mao (SDS,118010224)" userId="1bbae264-552e-41b8-9f18-7e823f2686ac" providerId="ADAL" clId="{42D7EC03-9693-5841-8777-448DDBD84D20}" dt="2026-03-04T04:40:23.060" v="10176" actId="1076"/>
          <ac:cxnSpMkLst>
            <pc:docMk/>
            <pc:sldMk cId="805471461" sldId="580"/>
            <ac:cxnSpMk id="26" creationId="{D31C4A94-17F1-C96F-D94E-A9F0CECF9CC7}"/>
          </ac:cxnSpMkLst>
        </pc:cxnChg>
      </pc:sldChg>
      <pc:sldChg chg="addSp delSp modSp add mod">
        <pc:chgData name="Yu Mao (SDS,118010224)" userId="1bbae264-552e-41b8-9f18-7e823f2686ac" providerId="ADAL" clId="{42D7EC03-9693-5841-8777-448DDBD84D20}" dt="2026-03-04T08:43:41.160" v="16378" actId="20577"/>
        <pc:sldMkLst>
          <pc:docMk/>
          <pc:sldMk cId="3886446133" sldId="581"/>
        </pc:sldMkLst>
        <pc:spChg chg="mod">
          <ac:chgData name="Yu Mao (SDS,118010224)" userId="1bbae264-552e-41b8-9f18-7e823f2686ac" providerId="ADAL" clId="{42D7EC03-9693-5841-8777-448DDBD84D20}" dt="2026-03-04T08:43:41.160" v="16378" actId="20577"/>
          <ac:spMkLst>
            <pc:docMk/>
            <pc:sldMk cId="3886446133" sldId="581"/>
            <ac:spMk id="5" creationId="{08D172C3-78EE-1C37-4CAA-DB6680E9E692}"/>
          </ac:spMkLst>
        </pc:spChg>
        <pc:spChg chg="add del mod">
          <ac:chgData name="Yu Mao (SDS,118010224)" userId="1bbae264-552e-41b8-9f18-7e823f2686ac" providerId="ADAL" clId="{42D7EC03-9693-5841-8777-448DDBD84D20}" dt="2026-03-04T08:15:16.199" v="15969" actId="478"/>
          <ac:spMkLst>
            <pc:docMk/>
            <pc:sldMk cId="3886446133" sldId="581"/>
            <ac:spMk id="6" creationId="{769E4ECB-C911-68F9-1E21-366B1730ED9F}"/>
          </ac:spMkLst>
        </pc:spChg>
        <pc:spChg chg="add mod">
          <ac:chgData name="Yu Mao (SDS,118010224)" userId="1bbae264-552e-41b8-9f18-7e823f2686ac" providerId="ADAL" clId="{42D7EC03-9693-5841-8777-448DDBD84D20}" dt="2026-03-04T08:39:21.619" v="16313" actId="20577"/>
          <ac:spMkLst>
            <pc:docMk/>
            <pc:sldMk cId="3886446133" sldId="581"/>
            <ac:spMk id="7" creationId="{80CDFC79-9BC1-7BCF-56E0-63ECBBDF225D}"/>
          </ac:spMkLst>
        </pc:spChg>
        <pc:spChg chg="mod">
          <ac:chgData name="Yu Mao (SDS,118010224)" userId="1bbae264-552e-41b8-9f18-7e823f2686ac" providerId="ADAL" clId="{42D7EC03-9693-5841-8777-448DDBD84D20}" dt="2026-03-04T06:15:56.914" v="12582" actId="20577"/>
          <ac:spMkLst>
            <pc:docMk/>
            <pc:sldMk cId="3886446133" sldId="581"/>
            <ac:spMk id="9" creationId="{95C4E50D-EA89-E691-8BD4-0951B8084FFD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10" creationId="{3E3A6FA0-634F-1748-1843-E52DF47E2013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11" creationId="{DF4B9B67-05E6-7714-DB33-734B1E613DC9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14" creationId="{404FE284-307A-7960-F38B-2E31935832B1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16" creationId="{E5F6B9CB-02D1-14C7-9AE2-1252C1E5009A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21" creationId="{A3A2D848-E0E3-3BA8-938D-316A4F28B3B4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23" creationId="{8F96C9B2-F868-8EE0-B330-4F9CB067FBFF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45" creationId="{A674FBBF-303A-B050-78BB-FEA727F2A854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46" creationId="{6E16C1A7-C3BF-3C22-91FD-1D09DD488119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47" creationId="{D18BA7B1-1E5A-F765-1871-02966DC36A32}"/>
          </ac:spMkLst>
        </pc:spChg>
        <pc:spChg chg="del">
          <ac:chgData name="Yu Mao (SDS,118010224)" userId="1bbae264-552e-41b8-9f18-7e823f2686ac" providerId="ADAL" clId="{42D7EC03-9693-5841-8777-448DDBD84D20}" dt="2026-03-04T04:54:57.458" v="10519" actId="478"/>
          <ac:spMkLst>
            <pc:docMk/>
            <pc:sldMk cId="3886446133" sldId="581"/>
            <ac:spMk id="48" creationId="{EED22985-2D9E-7A42-CBDC-64D37670A716}"/>
          </ac:spMkLst>
        </pc:spChg>
        <pc:picChg chg="add mod">
          <ac:chgData name="Yu Mao (SDS,118010224)" userId="1bbae264-552e-41b8-9f18-7e823f2686ac" providerId="ADAL" clId="{42D7EC03-9693-5841-8777-448DDBD84D20}" dt="2026-03-04T05:00:03.653" v="10673" actId="1076"/>
          <ac:picMkLst>
            <pc:docMk/>
            <pc:sldMk cId="3886446133" sldId="581"/>
            <ac:picMk id="2" creationId="{E3DEF061-369D-163B-58E8-4064C5A69D51}"/>
          </ac:picMkLst>
        </pc:picChg>
        <pc:picChg chg="add mod">
          <ac:chgData name="Yu Mao (SDS,118010224)" userId="1bbae264-552e-41b8-9f18-7e823f2686ac" providerId="ADAL" clId="{42D7EC03-9693-5841-8777-448DDBD84D20}" dt="2026-03-04T04:56:14.796" v="10592" actId="1036"/>
          <ac:picMkLst>
            <pc:docMk/>
            <pc:sldMk cId="3886446133" sldId="581"/>
            <ac:picMk id="3" creationId="{F9CBB7E5-7F05-D58F-C0A9-D3A9876E07EF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8:43:37.870" v="16376" actId="20577"/>
        <pc:sldMkLst>
          <pc:docMk/>
          <pc:sldMk cId="1046108302" sldId="582"/>
        </pc:sldMkLst>
        <pc:spChg chg="mod">
          <ac:chgData name="Yu Mao (SDS,118010224)" userId="1bbae264-552e-41b8-9f18-7e823f2686ac" providerId="ADAL" clId="{42D7EC03-9693-5841-8777-448DDBD84D20}" dt="2026-03-04T08:43:37.870" v="16376" actId="20577"/>
          <ac:spMkLst>
            <pc:docMk/>
            <pc:sldMk cId="1046108302" sldId="582"/>
            <ac:spMk id="5" creationId="{4D2F20C8-2A08-EA88-5642-0A3878B9DCDA}"/>
          </ac:spMkLst>
        </pc:spChg>
        <pc:spChg chg="del mod">
          <ac:chgData name="Yu Mao (SDS,118010224)" userId="1bbae264-552e-41b8-9f18-7e823f2686ac" providerId="ADAL" clId="{42D7EC03-9693-5841-8777-448DDBD84D20}" dt="2026-03-04T08:15:12.088" v="15967" actId="478"/>
          <ac:spMkLst>
            <pc:docMk/>
            <pc:sldMk cId="1046108302" sldId="582"/>
            <ac:spMk id="6" creationId="{401E1A24-3EA0-D9A8-394F-F924115866BF}"/>
          </ac:spMkLst>
        </pc:spChg>
        <pc:spChg chg="mod">
          <ac:chgData name="Yu Mao (SDS,118010224)" userId="1bbae264-552e-41b8-9f18-7e823f2686ac" providerId="ADAL" clId="{42D7EC03-9693-5841-8777-448DDBD84D20}" dt="2026-03-04T04:56:41.391" v="10620" actId="20577"/>
          <ac:spMkLst>
            <pc:docMk/>
            <pc:sldMk cId="1046108302" sldId="582"/>
            <ac:spMk id="9" creationId="{127217A6-EA9E-58CC-069F-D7FEC12B8204}"/>
          </ac:spMkLst>
        </pc:spChg>
        <pc:spChg chg="add mod">
          <ac:chgData name="Yu Mao (SDS,118010224)" userId="1bbae264-552e-41b8-9f18-7e823f2686ac" providerId="ADAL" clId="{42D7EC03-9693-5841-8777-448DDBD84D20}" dt="2026-03-04T04:59:25.576" v="10662" actId="14100"/>
          <ac:spMkLst>
            <pc:docMk/>
            <pc:sldMk cId="1046108302" sldId="582"/>
            <ac:spMk id="13" creationId="{66AB4573-C6BF-95C6-7365-AC110FAC53D8}"/>
          </ac:spMkLst>
        </pc:spChg>
        <pc:spChg chg="add mod">
          <ac:chgData name="Yu Mao (SDS,118010224)" userId="1bbae264-552e-41b8-9f18-7e823f2686ac" providerId="ADAL" clId="{42D7EC03-9693-5841-8777-448DDBD84D20}" dt="2026-03-04T04:59:35.056" v="10668" actId="1076"/>
          <ac:spMkLst>
            <pc:docMk/>
            <pc:sldMk cId="1046108302" sldId="582"/>
            <ac:spMk id="14" creationId="{7C344415-18C3-6977-F9E4-5A13EDD906BA}"/>
          </ac:spMkLst>
        </pc:spChg>
        <pc:spChg chg="add mod">
          <ac:chgData name="Yu Mao (SDS,118010224)" userId="1bbae264-552e-41b8-9f18-7e823f2686ac" providerId="ADAL" clId="{42D7EC03-9693-5841-8777-448DDBD84D20}" dt="2026-03-04T08:39:30.591" v="16316" actId="20577"/>
          <ac:spMkLst>
            <pc:docMk/>
            <pc:sldMk cId="1046108302" sldId="582"/>
            <ac:spMk id="15" creationId="{B1DD9BA6-E93E-2E05-399F-849D366303CB}"/>
          </ac:spMkLst>
        </pc:spChg>
        <pc:picChg chg="del">
          <ac:chgData name="Yu Mao (SDS,118010224)" userId="1bbae264-552e-41b8-9f18-7e823f2686ac" providerId="ADAL" clId="{42D7EC03-9693-5841-8777-448DDBD84D20}" dt="2026-03-04T04:57:03.259" v="10621" actId="478"/>
          <ac:picMkLst>
            <pc:docMk/>
            <pc:sldMk cId="1046108302" sldId="582"/>
            <ac:picMk id="2" creationId="{74C7D2E9-BA96-53C2-3C17-A6449245620D}"/>
          </ac:picMkLst>
        </pc:picChg>
        <pc:picChg chg="add del mod">
          <ac:chgData name="Yu Mao (SDS,118010224)" userId="1bbae264-552e-41b8-9f18-7e823f2686ac" providerId="ADAL" clId="{42D7EC03-9693-5841-8777-448DDBD84D20}" dt="2026-03-04T04:57:40.224" v="10630" actId="478"/>
          <ac:picMkLst>
            <pc:docMk/>
            <pc:sldMk cId="1046108302" sldId="582"/>
            <ac:picMk id="7" creationId="{629AB80C-302D-092D-97AF-BCABBACDB090}"/>
          </ac:picMkLst>
        </pc:picChg>
        <pc:picChg chg="add del mod">
          <ac:chgData name="Yu Mao (SDS,118010224)" userId="1bbae264-552e-41b8-9f18-7e823f2686ac" providerId="ADAL" clId="{42D7EC03-9693-5841-8777-448DDBD84D20}" dt="2026-03-04T04:58:00.003" v="10636" actId="478"/>
          <ac:picMkLst>
            <pc:docMk/>
            <pc:sldMk cId="1046108302" sldId="582"/>
            <ac:picMk id="8" creationId="{7EC1178D-4192-F709-A451-37CEFF42E005}"/>
          </ac:picMkLst>
        </pc:picChg>
        <pc:picChg chg="add mod modCrop">
          <ac:chgData name="Yu Mao (SDS,118010224)" userId="1bbae264-552e-41b8-9f18-7e823f2686ac" providerId="ADAL" clId="{42D7EC03-9693-5841-8777-448DDBD84D20}" dt="2026-03-04T04:59:22.356" v="10661" actId="1076"/>
          <ac:picMkLst>
            <pc:docMk/>
            <pc:sldMk cId="1046108302" sldId="582"/>
            <ac:picMk id="10" creationId="{3D829A62-C98A-B6D3-C732-A1D6C308FEC2}"/>
          </ac:picMkLst>
        </pc:picChg>
        <pc:picChg chg="add mod">
          <ac:chgData name="Yu Mao (SDS,118010224)" userId="1bbae264-552e-41b8-9f18-7e823f2686ac" providerId="ADAL" clId="{42D7EC03-9693-5841-8777-448DDBD84D20}" dt="2026-03-04T04:59:22.356" v="10661" actId="1076"/>
          <ac:picMkLst>
            <pc:docMk/>
            <pc:sldMk cId="1046108302" sldId="582"/>
            <ac:picMk id="11" creationId="{44BAB6C4-DC00-3F82-1685-0DF3508613A5}"/>
          </ac:picMkLst>
        </pc:picChg>
        <pc:picChg chg="add mod">
          <ac:chgData name="Yu Mao (SDS,118010224)" userId="1bbae264-552e-41b8-9f18-7e823f2686ac" providerId="ADAL" clId="{42D7EC03-9693-5841-8777-448DDBD84D20}" dt="2026-03-04T04:59:43.790" v="10671" actId="1076"/>
          <ac:picMkLst>
            <pc:docMk/>
            <pc:sldMk cId="1046108302" sldId="582"/>
            <ac:picMk id="12" creationId="{37154256-59BE-750E-2EDF-FCB7EC2C11DC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8:43:35.195" v="16374" actId="20577"/>
        <pc:sldMkLst>
          <pc:docMk/>
          <pc:sldMk cId="3565460814" sldId="583"/>
        </pc:sldMkLst>
        <pc:spChg chg="mod">
          <ac:chgData name="Yu Mao (SDS,118010224)" userId="1bbae264-552e-41b8-9f18-7e823f2686ac" providerId="ADAL" clId="{42D7EC03-9693-5841-8777-448DDBD84D20}" dt="2026-03-04T08:43:35.195" v="16374" actId="20577"/>
          <ac:spMkLst>
            <pc:docMk/>
            <pc:sldMk cId="3565460814" sldId="583"/>
            <ac:spMk id="5" creationId="{A01CBE0E-BE27-0257-13D8-913973A01E39}"/>
          </ac:spMkLst>
        </pc:spChg>
        <pc:spChg chg="mod">
          <ac:chgData name="Yu Mao (SDS,118010224)" userId="1bbae264-552e-41b8-9f18-7e823f2686ac" providerId="ADAL" clId="{42D7EC03-9693-5841-8777-448DDBD84D20}" dt="2026-03-04T08:39:34.780" v="16319" actId="20577"/>
          <ac:spMkLst>
            <pc:docMk/>
            <pc:sldMk cId="3565460814" sldId="583"/>
            <ac:spMk id="6" creationId="{0701B884-73DD-4C3F-9625-CB5C3B854006}"/>
          </ac:spMkLst>
        </pc:spChg>
        <pc:spChg chg="add mod">
          <ac:chgData name="Yu Mao (SDS,118010224)" userId="1bbae264-552e-41b8-9f18-7e823f2686ac" providerId="ADAL" clId="{42D7EC03-9693-5841-8777-448DDBD84D20}" dt="2026-03-04T05:03:14.692" v="10749" actId="1035"/>
          <ac:spMkLst>
            <pc:docMk/>
            <pc:sldMk cId="3565460814" sldId="583"/>
            <ac:spMk id="7" creationId="{1628A428-49A8-C6D5-548B-EE3D5199DB86}"/>
          </ac:spMkLst>
        </pc:spChg>
        <pc:spChg chg="mod">
          <ac:chgData name="Yu Mao (SDS,118010224)" userId="1bbae264-552e-41b8-9f18-7e823f2686ac" providerId="ADAL" clId="{42D7EC03-9693-5841-8777-448DDBD84D20}" dt="2026-03-04T05:02:14.806" v="10725" actId="1076"/>
          <ac:spMkLst>
            <pc:docMk/>
            <pc:sldMk cId="3565460814" sldId="583"/>
            <ac:spMk id="9" creationId="{86D74CFD-121C-771C-8A68-C4F10D1F425F}"/>
          </ac:spMkLst>
        </pc:spChg>
        <pc:spChg chg="del">
          <ac:chgData name="Yu Mao (SDS,118010224)" userId="1bbae264-552e-41b8-9f18-7e823f2686ac" providerId="ADAL" clId="{42D7EC03-9693-5841-8777-448DDBD84D20}" dt="2026-03-04T05:01:10.957" v="10690" actId="478"/>
          <ac:spMkLst>
            <pc:docMk/>
            <pc:sldMk cId="3565460814" sldId="583"/>
            <ac:spMk id="13" creationId="{9678CA7E-1EF3-E984-A1DA-8D8D5FFB7BD5}"/>
          </ac:spMkLst>
        </pc:spChg>
        <pc:spChg chg="del">
          <ac:chgData name="Yu Mao (SDS,118010224)" userId="1bbae264-552e-41b8-9f18-7e823f2686ac" providerId="ADAL" clId="{42D7EC03-9693-5841-8777-448DDBD84D20}" dt="2026-03-04T05:01:10.957" v="10690" actId="478"/>
          <ac:spMkLst>
            <pc:docMk/>
            <pc:sldMk cId="3565460814" sldId="583"/>
            <ac:spMk id="14" creationId="{E1745C5B-C8CC-3720-CD89-BDDE8EFEC4F2}"/>
          </ac:spMkLst>
        </pc:spChg>
        <pc:picChg chg="add mod">
          <ac:chgData name="Yu Mao (SDS,118010224)" userId="1bbae264-552e-41b8-9f18-7e823f2686ac" providerId="ADAL" clId="{42D7EC03-9693-5841-8777-448DDBD84D20}" dt="2026-03-04T05:01:14.307" v="10691" actId="1076"/>
          <ac:picMkLst>
            <pc:docMk/>
            <pc:sldMk cId="3565460814" sldId="583"/>
            <ac:picMk id="2" creationId="{5AF6DBDD-04C5-D6C2-656C-272ED44A2A51}"/>
          </ac:picMkLst>
        </pc:picChg>
        <pc:picChg chg="add mod">
          <ac:chgData name="Yu Mao (SDS,118010224)" userId="1bbae264-552e-41b8-9f18-7e823f2686ac" providerId="ADAL" clId="{42D7EC03-9693-5841-8777-448DDBD84D20}" dt="2026-03-04T05:03:17.159" v="10750" actId="1076"/>
          <ac:picMkLst>
            <pc:docMk/>
            <pc:sldMk cId="3565460814" sldId="583"/>
            <ac:picMk id="8" creationId="{E2853544-38CC-BD53-6B73-DB101ECA64B0}"/>
          </ac:picMkLst>
        </pc:picChg>
        <pc:picChg chg="del">
          <ac:chgData name="Yu Mao (SDS,118010224)" userId="1bbae264-552e-41b8-9f18-7e823f2686ac" providerId="ADAL" clId="{42D7EC03-9693-5841-8777-448DDBD84D20}" dt="2026-03-04T05:01:04.309" v="10687" actId="478"/>
          <ac:picMkLst>
            <pc:docMk/>
            <pc:sldMk cId="3565460814" sldId="583"/>
            <ac:picMk id="10" creationId="{179A045A-B288-878B-C423-DCED8252055C}"/>
          </ac:picMkLst>
        </pc:picChg>
        <pc:picChg chg="del">
          <ac:chgData name="Yu Mao (SDS,118010224)" userId="1bbae264-552e-41b8-9f18-7e823f2686ac" providerId="ADAL" clId="{42D7EC03-9693-5841-8777-448DDBD84D20}" dt="2026-03-04T05:01:10.957" v="10690" actId="478"/>
          <ac:picMkLst>
            <pc:docMk/>
            <pc:sldMk cId="3565460814" sldId="583"/>
            <ac:picMk id="11" creationId="{0BA1C4E8-8C0C-4832-31F1-86F246A351CD}"/>
          </ac:picMkLst>
        </pc:picChg>
        <pc:picChg chg="del">
          <ac:chgData name="Yu Mao (SDS,118010224)" userId="1bbae264-552e-41b8-9f18-7e823f2686ac" providerId="ADAL" clId="{42D7EC03-9693-5841-8777-448DDBD84D20}" dt="2026-03-04T05:01:10.957" v="10690" actId="478"/>
          <ac:picMkLst>
            <pc:docMk/>
            <pc:sldMk cId="3565460814" sldId="583"/>
            <ac:picMk id="12" creationId="{E3F44ACD-05F1-E7F9-DA6F-13B44C934BE9}"/>
          </ac:picMkLst>
        </pc:picChg>
        <pc:picChg chg="add mod">
          <ac:chgData name="Yu Mao (SDS,118010224)" userId="1bbae264-552e-41b8-9f18-7e823f2686ac" providerId="ADAL" clId="{42D7EC03-9693-5841-8777-448DDBD84D20}" dt="2026-03-04T05:03:22.231" v="10760" actId="1037"/>
          <ac:picMkLst>
            <pc:docMk/>
            <pc:sldMk cId="3565460814" sldId="583"/>
            <ac:picMk id="15" creationId="{344B7346-7E38-6A84-35E2-E905D76B9B73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9:30:55.231" v="16532" actId="115"/>
        <pc:sldMkLst>
          <pc:docMk/>
          <pc:sldMk cId="1305777383" sldId="584"/>
        </pc:sldMkLst>
        <pc:spChg chg="add mod">
          <ac:chgData name="Yu Mao (SDS,118010224)" userId="1bbae264-552e-41b8-9f18-7e823f2686ac" providerId="ADAL" clId="{42D7EC03-9693-5841-8777-448DDBD84D20}" dt="2026-03-04T05:36:32.612" v="11267" actId="20577"/>
          <ac:spMkLst>
            <pc:docMk/>
            <pc:sldMk cId="1305777383" sldId="584"/>
            <ac:spMk id="3" creationId="{84D0DC7F-087C-32F5-2A55-07BADB1863D3}"/>
          </ac:spMkLst>
        </pc:spChg>
        <pc:spChg chg="mod">
          <ac:chgData name="Yu Mao (SDS,118010224)" userId="1bbae264-552e-41b8-9f18-7e823f2686ac" providerId="ADAL" clId="{42D7EC03-9693-5841-8777-448DDBD84D20}" dt="2026-03-04T08:43:43.883" v="16380" actId="20577"/>
          <ac:spMkLst>
            <pc:docMk/>
            <pc:sldMk cId="1305777383" sldId="584"/>
            <ac:spMk id="5" creationId="{C3875F14-07AB-6F29-F1F6-712FD358435E}"/>
          </ac:spMkLst>
        </pc:spChg>
        <pc:spChg chg="mod">
          <ac:chgData name="Yu Mao (SDS,118010224)" userId="1bbae264-552e-41b8-9f18-7e823f2686ac" providerId="ADAL" clId="{42D7EC03-9693-5841-8777-448DDBD84D20}" dt="2026-03-04T09:30:55.231" v="16532" actId="115"/>
          <ac:spMkLst>
            <pc:docMk/>
            <pc:sldMk cId="1305777383" sldId="584"/>
            <ac:spMk id="9" creationId="{FDEBF861-9270-7487-D798-A63C78A35B76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10" creationId="{32E41A3A-5F0A-5962-6B6D-31776E103C42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11" creationId="{BD098DE4-E125-3DFB-476F-9AB5585E0FB8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14" creationId="{56850C49-69E5-2112-B2A2-9E5367521B61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16" creationId="{9A4EBA50-FF4E-24A1-DAC6-C0BD3645BB7E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21" creationId="{15AF2A78-8F6C-7FD3-594F-E66CD1FD9844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23" creationId="{7F0B79DF-3DA6-544A-C6EB-4092E64C3C57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45" creationId="{354A1AD9-3A9A-E2E2-4A1C-0E9611F55CE5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46" creationId="{94FF0327-A728-9DF5-8850-397FB9F86A7A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47" creationId="{54944664-3F11-BA3F-E7B9-F9F0793750D2}"/>
          </ac:spMkLst>
        </pc:spChg>
        <pc:spChg chg="del">
          <ac:chgData name="Yu Mao (SDS,118010224)" userId="1bbae264-552e-41b8-9f18-7e823f2686ac" providerId="ADAL" clId="{42D7EC03-9693-5841-8777-448DDBD84D20}" dt="2026-03-04T05:20:23.027" v="11012" actId="478"/>
          <ac:spMkLst>
            <pc:docMk/>
            <pc:sldMk cId="1305777383" sldId="584"/>
            <ac:spMk id="48" creationId="{ABA409E2-32B7-9B79-E07A-9E982683AF00}"/>
          </ac:spMkLst>
        </pc:spChg>
        <pc:picChg chg="add mod">
          <ac:chgData name="Yu Mao (SDS,118010224)" userId="1bbae264-552e-41b8-9f18-7e823f2686ac" providerId="ADAL" clId="{42D7EC03-9693-5841-8777-448DDBD84D20}" dt="2026-03-04T05:33:27.962" v="11230" actId="1076"/>
          <ac:picMkLst>
            <pc:docMk/>
            <pc:sldMk cId="1305777383" sldId="584"/>
            <ac:picMk id="2" creationId="{DB694A43-6857-D9FA-F0EE-04E9DC023E37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9:31:56.005" v="16538"/>
        <pc:sldMkLst>
          <pc:docMk/>
          <pc:sldMk cId="4065276683" sldId="585"/>
        </pc:sldMkLst>
        <pc:spChg chg="mod">
          <ac:chgData name="Yu Mao (SDS,118010224)" userId="1bbae264-552e-41b8-9f18-7e823f2686ac" providerId="ADAL" clId="{42D7EC03-9693-5841-8777-448DDBD84D20}" dt="2026-03-04T08:43:29.346" v="16368" actId="20577"/>
          <ac:spMkLst>
            <pc:docMk/>
            <pc:sldMk cId="4065276683" sldId="585"/>
            <ac:spMk id="5" creationId="{8D1FB4E2-E73A-D462-8BE0-DC9E557533FD}"/>
          </ac:spMkLst>
        </pc:spChg>
        <pc:spChg chg="add del mod">
          <ac:chgData name="Yu Mao (SDS,118010224)" userId="1bbae264-552e-41b8-9f18-7e823f2686ac" providerId="ADAL" clId="{42D7EC03-9693-5841-8777-448DDBD84D20}" dt="2026-03-04T06:09:34.556" v="12068" actId="478"/>
          <ac:spMkLst>
            <pc:docMk/>
            <pc:sldMk cId="4065276683" sldId="585"/>
            <ac:spMk id="6" creationId="{05939DDA-17FE-0BFD-896A-1FFC194FE11A}"/>
          </ac:spMkLst>
        </pc:spChg>
        <pc:spChg chg="del">
          <ac:chgData name="Yu Mao (SDS,118010224)" userId="1bbae264-552e-41b8-9f18-7e823f2686ac" providerId="ADAL" clId="{42D7EC03-9693-5841-8777-448DDBD84D20}" dt="2026-03-04T05:38:54.323" v="11312" actId="478"/>
          <ac:spMkLst>
            <pc:docMk/>
            <pc:sldMk cId="4065276683" sldId="585"/>
            <ac:spMk id="7" creationId="{27EB985E-01B4-C3BA-E5C9-1E6CF8F89A54}"/>
          </ac:spMkLst>
        </pc:spChg>
        <pc:spChg chg="mod">
          <ac:chgData name="Yu Mao (SDS,118010224)" userId="1bbae264-552e-41b8-9f18-7e823f2686ac" providerId="ADAL" clId="{42D7EC03-9693-5841-8777-448DDBD84D20}" dt="2026-03-04T06:32:07.878" v="12886" actId="20577"/>
          <ac:spMkLst>
            <pc:docMk/>
            <pc:sldMk cId="4065276683" sldId="585"/>
            <ac:spMk id="9" creationId="{3296BB47-C355-6094-5879-5DEE3706C2BD}"/>
          </ac:spMkLst>
        </pc:spChg>
        <pc:spChg chg="add mod">
          <ac:chgData name="Yu Mao (SDS,118010224)" userId="1bbae264-552e-41b8-9f18-7e823f2686ac" providerId="ADAL" clId="{42D7EC03-9693-5841-8777-448DDBD84D20}" dt="2026-03-04T09:31:56.005" v="16538"/>
          <ac:spMkLst>
            <pc:docMk/>
            <pc:sldMk cId="4065276683" sldId="585"/>
            <ac:spMk id="13" creationId="{3FD4EEE6-8E6E-6030-40D4-FD31141B84A6}"/>
          </ac:spMkLst>
        </pc:spChg>
        <pc:spChg chg="add del mod">
          <ac:chgData name="Yu Mao (SDS,118010224)" userId="1bbae264-552e-41b8-9f18-7e823f2686ac" providerId="ADAL" clId="{42D7EC03-9693-5841-8777-448DDBD84D20}" dt="2026-03-04T06:31:30.730" v="12853" actId="478"/>
          <ac:spMkLst>
            <pc:docMk/>
            <pc:sldMk cId="4065276683" sldId="585"/>
            <ac:spMk id="14" creationId="{EF81A1C5-4399-B8C3-AF8A-7B8992C45FEE}"/>
          </ac:spMkLst>
        </pc:spChg>
        <pc:spChg chg="add del mod">
          <ac:chgData name="Yu Mao (SDS,118010224)" userId="1bbae264-552e-41b8-9f18-7e823f2686ac" providerId="ADAL" clId="{42D7EC03-9693-5841-8777-448DDBD84D20}" dt="2026-03-04T06:24:11.125" v="12628" actId="478"/>
          <ac:spMkLst>
            <pc:docMk/>
            <pc:sldMk cId="4065276683" sldId="585"/>
            <ac:spMk id="16" creationId="{1F9F14F6-CE3F-2DF8-4767-43A8D0A32AAF}"/>
          </ac:spMkLst>
        </pc:spChg>
        <pc:spChg chg="add mod">
          <ac:chgData name="Yu Mao (SDS,118010224)" userId="1bbae264-552e-41b8-9f18-7e823f2686ac" providerId="ADAL" clId="{42D7EC03-9693-5841-8777-448DDBD84D20}" dt="2026-03-04T06:30:36.458" v="12837" actId="164"/>
          <ac:spMkLst>
            <pc:docMk/>
            <pc:sldMk cId="4065276683" sldId="585"/>
            <ac:spMk id="21" creationId="{EF943F9D-33FB-799D-3CC0-373BEC57612E}"/>
          </ac:spMkLst>
        </pc:spChg>
        <pc:spChg chg="add mod">
          <ac:chgData name="Yu Mao (SDS,118010224)" userId="1bbae264-552e-41b8-9f18-7e823f2686ac" providerId="ADAL" clId="{42D7EC03-9693-5841-8777-448DDBD84D20}" dt="2026-03-04T06:30:36.458" v="12837" actId="164"/>
          <ac:spMkLst>
            <pc:docMk/>
            <pc:sldMk cId="4065276683" sldId="585"/>
            <ac:spMk id="23" creationId="{E0634F1C-A03E-5B1E-9EA3-5E2A0419CC2E}"/>
          </ac:spMkLst>
        </pc:spChg>
        <pc:spChg chg="add del mod">
          <ac:chgData name="Yu Mao (SDS,118010224)" userId="1bbae264-552e-41b8-9f18-7e823f2686ac" providerId="ADAL" clId="{42D7EC03-9693-5841-8777-448DDBD84D20}" dt="2026-03-04T06:30:25.760" v="12836" actId="478"/>
          <ac:spMkLst>
            <pc:docMk/>
            <pc:sldMk cId="4065276683" sldId="585"/>
            <ac:spMk id="24" creationId="{8771C135-10A2-4CE6-1FBB-F8DEA68AB0FF}"/>
          </ac:spMkLst>
        </pc:spChg>
        <pc:grpChg chg="add mod">
          <ac:chgData name="Yu Mao (SDS,118010224)" userId="1bbae264-552e-41b8-9f18-7e823f2686ac" providerId="ADAL" clId="{42D7EC03-9693-5841-8777-448DDBD84D20}" dt="2026-03-04T06:30:46.025" v="12840" actId="1076"/>
          <ac:grpSpMkLst>
            <pc:docMk/>
            <pc:sldMk cId="4065276683" sldId="585"/>
            <ac:grpSpMk id="25" creationId="{D973A30E-45A5-4FD5-7002-0A6A49246CE8}"/>
          </ac:grpSpMkLst>
        </pc:grpChg>
        <pc:picChg chg="del">
          <ac:chgData name="Yu Mao (SDS,118010224)" userId="1bbae264-552e-41b8-9f18-7e823f2686ac" providerId="ADAL" clId="{42D7EC03-9693-5841-8777-448DDBD84D20}" dt="2026-03-04T05:38:52.518" v="11311" actId="478"/>
          <ac:picMkLst>
            <pc:docMk/>
            <pc:sldMk cId="4065276683" sldId="585"/>
            <ac:picMk id="2" creationId="{8C5F78F1-58AA-EDA4-C3F3-0BD1C1F9AD5A}"/>
          </ac:picMkLst>
        </pc:picChg>
        <pc:picChg chg="add del">
          <ac:chgData name="Yu Mao (SDS,118010224)" userId="1bbae264-552e-41b8-9f18-7e823f2686ac" providerId="ADAL" clId="{42D7EC03-9693-5841-8777-448DDBD84D20}" dt="2026-03-04T06:09:33.208" v="12067" actId="478"/>
          <ac:picMkLst>
            <pc:docMk/>
            <pc:sldMk cId="4065276683" sldId="585"/>
            <ac:picMk id="3" creationId="{07EFEA2C-66D8-26B8-1A3B-225410C2446B}"/>
          </ac:picMkLst>
        </pc:picChg>
        <pc:picChg chg="del">
          <ac:chgData name="Yu Mao (SDS,118010224)" userId="1bbae264-552e-41b8-9f18-7e823f2686ac" providerId="ADAL" clId="{42D7EC03-9693-5841-8777-448DDBD84D20}" dt="2026-03-04T05:38:55.358" v="11313" actId="478"/>
          <ac:picMkLst>
            <pc:docMk/>
            <pc:sldMk cId="4065276683" sldId="585"/>
            <ac:picMk id="8" creationId="{8048DAC7-EACB-D044-AD8B-55D6B4F6DCA4}"/>
          </ac:picMkLst>
        </pc:picChg>
        <pc:picChg chg="add mod">
          <ac:chgData name="Yu Mao (SDS,118010224)" userId="1bbae264-552e-41b8-9f18-7e823f2686ac" providerId="ADAL" clId="{42D7EC03-9693-5841-8777-448DDBD84D20}" dt="2026-03-04T05:41:57.830" v="11676"/>
          <ac:picMkLst>
            <pc:docMk/>
            <pc:sldMk cId="4065276683" sldId="585"/>
            <ac:picMk id="10" creationId="{513EBB3C-2BB6-F5A0-7880-DAA9BC28C5C0}"/>
          </ac:picMkLst>
        </pc:picChg>
        <pc:picChg chg="add del mod">
          <ac:chgData name="Yu Mao (SDS,118010224)" userId="1bbae264-552e-41b8-9f18-7e823f2686ac" providerId="ADAL" clId="{42D7EC03-9693-5841-8777-448DDBD84D20}" dt="2026-03-04T05:42:16.903" v="11687" actId="478"/>
          <ac:picMkLst>
            <pc:docMk/>
            <pc:sldMk cId="4065276683" sldId="585"/>
            <ac:picMk id="11" creationId="{A201A5C5-2302-5AEF-7317-1F1988A1B934}"/>
          </ac:picMkLst>
        </pc:picChg>
        <pc:picChg chg="add mod">
          <ac:chgData name="Yu Mao (SDS,118010224)" userId="1bbae264-552e-41b8-9f18-7e823f2686ac" providerId="ADAL" clId="{42D7EC03-9693-5841-8777-448DDBD84D20}" dt="2026-03-04T06:30:36.458" v="12837" actId="164"/>
          <ac:picMkLst>
            <pc:docMk/>
            <pc:sldMk cId="4065276683" sldId="585"/>
            <ac:picMk id="12" creationId="{AAE7D7E2-CFE4-4F4E-8A3D-770052E63AC2}"/>
          </ac:picMkLst>
        </pc:picChg>
        <pc:picChg chg="del">
          <ac:chgData name="Yu Mao (SDS,118010224)" userId="1bbae264-552e-41b8-9f18-7e823f2686ac" providerId="ADAL" clId="{42D7EC03-9693-5841-8777-448DDBD84D20}" dt="2026-03-04T05:38:55.358" v="11313" actId="478"/>
          <ac:picMkLst>
            <pc:docMk/>
            <pc:sldMk cId="4065276683" sldId="585"/>
            <ac:picMk id="15" creationId="{B7247E21-3105-4AF3-85C6-D442AA01D406}"/>
          </ac:picMkLst>
        </pc:picChg>
        <pc:picChg chg="add mod">
          <ac:chgData name="Yu Mao (SDS,118010224)" userId="1bbae264-552e-41b8-9f18-7e823f2686ac" providerId="ADAL" clId="{42D7EC03-9693-5841-8777-448DDBD84D20}" dt="2026-03-04T06:24:40.701" v="12641" actId="1076"/>
          <ac:picMkLst>
            <pc:docMk/>
            <pc:sldMk cId="4065276683" sldId="585"/>
            <ac:picMk id="17" creationId="{4E725BA4-29A4-F89F-17E8-0B5A9C8610D2}"/>
          </ac:picMkLst>
        </pc:picChg>
        <pc:picChg chg="add mod">
          <ac:chgData name="Yu Mao (SDS,118010224)" userId="1bbae264-552e-41b8-9f18-7e823f2686ac" providerId="ADAL" clId="{42D7EC03-9693-5841-8777-448DDBD84D20}" dt="2026-03-04T06:30:36.458" v="12837" actId="164"/>
          <ac:picMkLst>
            <pc:docMk/>
            <pc:sldMk cId="4065276683" sldId="585"/>
            <ac:picMk id="18" creationId="{14DA216E-730D-2B4F-1715-B6F0350EF81A}"/>
          </ac:picMkLst>
        </pc:picChg>
        <pc:picChg chg="add mod">
          <ac:chgData name="Yu Mao (SDS,118010224)" userId="1bbae264-552e-41b8-9f18-7e823f2686ac" providerId="ADAL" clId="{42D7EC03-9693-5841-8777-448DDBD84D20}" dt="2026-03-04T06:30:36.458" v="12837" actId="164"/>
          <ac:picMkLst>
            <pc:docMk/>
            <pc:sldMk cId="4065276683" sldId="585"/>
            <ac:picMk id="19" creationId="{B279BFFA-4CB1-42D6-70B1-5292D94B5470}"/>
          </ac:picMkLst>
        </pc:picChg>
        <pc:picChg chg="add mod">
          <ac:chgData name="Yu Mao (SDS,118010224)" userId="1bbae264-552e-41b8-9f18-7e823f2686ac" providerId="ADAL" clId="{42D7EC03-9693-5841-8777-448DDBD84D20}" dt="2026-03-04T06:30:36.458" v="12837" actId="164"/>
          <ac:picMkLst>
            <pc:docMk/>
            <pc:sldMk cId="4065276683" sldId="585"/>
            <ac:picMk id="20" creationId="{2F02C941-8420-804A-0DB6-8BEF770981F6}"/>
          </ac:picMkLst>
        </pc:picChg>
        <pc:picChg chg="add mod">
          <ac:chgData name="Yu Mao (SDS,118010224)" userId="1bbae264-552e-41b8-9f18-7e823f2686ac" providerId="ADAL" clId="{42D7EC03-9693-5841-8777-448DDBD84D20}" dt="2026-03-04T06:30:36.458" v="12837" actId="164"/>
          <ac:picMkLst>
            <pc:docMk/>
            <pc:sldMk cId="4065276683" sldId="585"/>
            <ac:picMk id="22" creationId="{DC39AA31-4C72-E15B-F3EA-D87EA7C1F66A}"/>
          </ac:picMkLst>
        </pc:picChg>
      </pc:sldChg>
      <pc:sldChg chg="addSp delSp modSp add mod ord">
        <pc:chgData name="Yu Mao (SDS,118010224)" userId="1bbae264-552e-41b8-9f18-7e823f2686ac" providerId="ADAL" clId="{42D7EC03-9693-5841-8777-448DDBD84D20}" dt="2026-03-04T08:43:32.684" v="16372" actId="20577"/>
        <pc:sldMkLst>
          <pc:docMk/>
          <pc:sldMk cId="190695934" sldId="586"/>
        </pc:sldMkLst>
        <pc:spChg chg="add mod">
          <ac:chgData name="Yu Mao (SDS,118010224)" userId="1bbae264-552e-41b8-9f18-7e823f2686ac" providerId="ADAL" clId="{42D7EC03-9693-5841-8777-448DDBD84D20}" dt="2026-03-04T06:08:10.562" v="12066" actId="1076"/>
          <ac:spMkLst>
            <pc:docMk/>
            <pc:sldMk cId="190695934" sldId="586"/>
            <ac:spMk id="2" creationId="{2903ED60-A170-18FD-FBB3-5A596451AEF5}"/>
          </ac:spMkLst>
        </pc:spChg>
        <pc:spChg chg="mod">
          <ac:chgData name="Yu Mao (SDS,118010224)" userId="1bbae264-552e-41b8-9f18-7e823f2686ac" providerId="ADAL" clId="{42D7EC03-9693-5841-8777-448DDBD84D20}" dt="2026-03-04T08:43:32.684" v="16372" actId="20577"/>
          <ac:spMkLst>
            <pc:docMk/>
            <pc:sldMk cId="190695934" sldId="586"/>
            <ac:spMk id="5" creationId="{E9407224-981E-CD14-B0CC-36C9D9D00A4E}"/>
          </ac:spMkLst>
        </pc:spChg>
        <pc:spChg chg="del mod">
          <ac:chgData name="Yu Mao (SDS,118010224)" userId="1bbae264-552e-41b8-9f18-7e823f2686ac" providerId="ADAL" clId="{42D7EC03-9693-5841-8777-448DDBD84D20}" dt="2026-03-04T08:15:04.432" v="15965" actId="478"/>
          <ac:spMkLst>
            <pc:docMk/>
            <pc:sldMk cId="190695934" sldId="586"/>
            <ac:spMk id="6" creationId="{B65B470C-FD44-ED10-F8A4-0ED01F953E0A}"/>
          </ac:spMkLst>
        </pc:spChg>
        <pc:spChg chg="add mod">
          <ac:chgData name="Yu Mao (SDS,118010224)" userId="1bbae264-552e-41b8-9f18-7e823f2686ac" providerId="ADAL" clId="{42D7EC03-9693-5841-8777-448DDBD84D20}" dt="2026-03-04T08:39:40.598" v="16322" actId="20577"/>
          <ac:spMkLst>
            <pc:docMk/>
            <pc:sldMk cId="190695934" sldId="586"/>
            <ac:spMk id="8" creationId="{AF85F755-50B0-F51F-6753-B4DDD6E57D8A}"/>
          </ac:spMkLst>
        </pc:spChg>
        <pc:spChg chg="mod">
          <ac:chgData name="Yu Mao (SDS,118010224)" userId="1bbae264-552e-41b8-9f18-7e823f2686ac" providerId="ADAL" clId="{42D7EC03-9693-5841-8777-448DDBD84D20}" dt="2026-03-04T06:32:25.231" v="12888" actId="20577"/>
          <ac:spMkLst>
            <pc:docMk/>
            <pc:sldMk cId="190695934" sldId="586"/>
            <ac:spMk id="9" creationId="{7BCEB5FF-69FC-CAD0-3F69-9A4FBF210C49}"/>
          </ac:spMkLst>
        </pc:spChg>
        <pc:picChg chg="add mod modCrop">
          <ac:chgData name="Yu Mao (SDS,118010224)" userId="1bbae264-552e-41b8-9f18-7e823f2686ac" providerId="ADAL" clId="{42D7EC03-9693-5841-8777-448DDBD84D20}" dt="2026-03-04T06:21:19.421" v="12619" actId="1038"/>
          <ac:picMkLst>
            <pc:docMk/>
            <pc:sldMk cId="190695934" sldId="586"/>
            <ac:picMk id="7" creationId="{81AEB40D-6ACC-456E-258C-04D324245C3F}"/>
          </ac:picMkLst>
        </pc:picChg>
        <pc:picChg chg="mod modCrop">
          <ac:chgData name="Yu Mao (SDS,118010224)" userId="1bbae264-552e-41b8-9f18-7e823f2686ac" providerId="ADAL" clId="{42D7EC03-9693-5841-8777-448DDBD84D20}" dt="2026-03-04T06:21:19.421" v="12619" actId="1038"/>
          <ac:picMkLst>
            <pc:docMk/>
            <pc:sldMk cId="190695934" sldId="586"/>
            <ac:picMk id="11" creationId="{8A37DCA6-74F7-DB75-53BA-90D3C915DEF3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8:43:26.961" v="16366" actId="20577"/>
        <pc:sldMkLst>
          <pc:docMk/>
          <pc:sldMk cId="2793785509" sldId="587"/>
        </pc:sldMkLst>
        <pc:spChg chg="mod">
          <ac:chgData name="Yu Mao (SDS,118010224)" userId="1bbae264-552e-41b8-9f18-7e823f2686ac" providerId="ADAL" clId="{42D7EC03-9693-5841-8777-448DDBD84D20}" dt="2026-03-04T08:43:26.961" v="16366" actId="20577"/>
          <ac:spMkLst>
            <pc:docMk/>
            <pc:sldMk cId="2793785509" sldId="587"/>
            <ac:spMk id="5" creationId="{470C1BF2-37F3-B024-3AD6-60F18D4D7268}"/>
          </ac:spMkLst>
        </pc:spChg>
        <pc:spChg chg="mod">
          <ac:chgData name="Yu Mao (SDS,118010224)" userId="1bbae264-552e-41b8-9f18-7e823f2686ac" providerId="ADAL" clId="{42D7EC03-9693-5841-8777-448DDBD84D20}" dt="2026-03-04T06:38:15.429" v="13268" actId="14100"/>
          <ac:spMkLst>
            <pc:docMk/>
            <pc:sldMk cId="2793785509" sldId="587"/>
            <ac:spMk id="9" creationId="{D30457E4-0E8E-C38C-FEF0-175076874EA8}"/>
          </ac:spMkLst>
        </pc:spChg>
        <pc:spChg chg="mod">
          <ac:chgData name="Yu Mao (SDS,118010224)" userId="1bbae264-552e-41b8-9f18-7e823f2686ac" providerId="ADAL" clId="{42D7EC03-9693-5841-8777-448DDBD84D20}" dt="2026-03-04T06:37:25.221" v="13261" actId="1035"/>
          <ac:spMkLst>
            <pc:docMk/>
            <pc:sldMk cId="2793785509" sldId="587"/>
            <ac:spMk id="18" creationId="{E1FFC92B-FC13-63B1-CDC4-C741EFC7FF60}"/>
          </ac:spMkLst>
        </pc:spChg>
        <pc:picChg chg="add mod">
          <ac:chgData name="Yu Mao (SDS,118010224)" userId="1bbae264-552e-41b8-9f18-7e823f2686ac" providerId="ADAL" clId="{42D7EC03-9693-5841-8777-448DDBD84D20}" dt="2026-03-04T06:37:25.221" v="13261" actId="1035"/>
          <ac:picMkLst>
            <pc:docMk/>
            <pc:sldMk cId="2793785509" sldId="587"/>
            <ac:picMk id="2" creationId="{D7E2A128-F094-7442-B0D7-65B2AD1FB7D6}"/>
          </ac:picMkLst>
        </pc:picChg>
        <pc:picChg chg="del">
          <ac:chgData name="Yu Mao (SDS,118010224)" userId="1bbae264-552e-41b8-9f18-7e823f2686ac" providerId="ADAL" clId="{42D7EC03-9693-5841-8777-448DDBD84D20}" dt="2026-03-04T06:33:20.318" v="12894" actId="478"/>
          <ac:picMkLst>
            <pc:docMk/>
            <pc:sldMk cId="2793785509" sldId="587"/>
            <ac:picMk id="3" creationId="{912C4A6D-27CE-678D-0D3F-54906DDB4B68}"/>
          </ac:picMkLst>
        </pc:picChg>
      </pc:sldChg>
      <pc:sldChg chg="modSp add del mod">
        <pc:chgData name="Yu Mao (SDS,118010224)" userId="1bbae264-552e-41b8-9f18-7e823f2686ac" providerId="ADAL" clId="{42D7EC03-9693-5841-8777-448DDBD84D20}" dt="2026-03-04T06:40:38.068" v="13314" actId="2696"/>
        <pc:sldMkLst>
          <pc:docMk/>
          <pc:sldMk cId="1722017046" sldId="588"/>
        </pc:sldMkLst>
        <pc:spChg chg="mod">
          <ac:chgData name="Yu Mao (SDS,118010224)" userId="1bbae264-552e-41b8-9f18-7e823f2686ac" providerId="ADAL" clId="{42D7EC03-9693-5841-8777-448DDBD84D20}" dt="2026-03-04T06:39:32.285" v="13306" actId="20577"/>
          <ac:spMkLst>
            <pc:docMk/>
            <pc:sldMk cId="1722017046" sldId="588"/>
            <ac:spMk id="9" creationId="{9ECB6AA8-1513-A0FE-7887-4D6E06BE0B4C}"/>
          </ac:spMkLst>
        </pc:spChg>
      </pc:sldChg>
      <pc:sldChg chg="addSp delSp modSp add del mod">
        <pc:chgData name="Yu Mao (SDS,118010224)" userId="1bbae264-552e-41b8-9f18-7e823f2686ac" providerId="ADAL" clId="{42D7EC03-9693-5841-8777-448DDBD84D20}" dt="2026-03-04T08:43:12.994" v="16360" actId="2696"/>
        <pc:sldMkLst>
          <pc:docMk/>
          <pc:sldMk cId="3401420030" sldId="589"/>
        </pc:sldMkLst>
        <pc:spChg chg="mod">
          <ac:chgData name="Yu Mao (SDS,118010224)" userId="1bbae264-552e-41b8-9f18-7e823f2686ac" providerId="ADAL" clId="{42D7EC03-9693-5841-8777-448DDBD84D20}" dt="2026-03-04T08:41:01.378" v="16341" actId="20577"/>
          <ac:spMkLst>
            <pc:docMk/>
            <pc:sldMk cId="3401420030" sldId="589"/>
            <ac:spMk id="5" creationId="{153C7D75-FBDB-ABD0-048D-81CBC654268E}"/>
          </ac:spMkLst>
        </pc:spChg>
        <pc:spChg chg="add del mod">
          <ac:chgData name="Yu Mao (SDS,118010224)" userId="1bbae264-552e-41b8-9f18-7e823f2686ac" providerId="ADAL" clId="{42D7EC03-9693-5841-8777-448DDBD84D20}" dt="2026-03-04T08:10:14.328" v="15913" actId="478"/>
          <ac:spMkLst>
            <pc:docMk/>
            <pc:sldMk cId="3401420030" sldId="589"/>
            <ac:spMk id="6" creationId="{5F9938A7-BF19-EEBB-9C3F-0C686EE9A0FD}"/>
          </ac:spMkLst>
        </pc:spChg>
        <pc:spChg chg="mod">
          <ac:chgData name="Yu Mao (SDS,118010224)" userId="1bbae264-552e-41b8-9f18-7e823f2686ac" providerId="ADAL" clId="{42D7EC03-9693-5841-8777-448DDBD84D20}" dt="2026-03-04T08:12:36.117" v="15933" actId="14100"/>
          <ac:spMkLst>
            <pc:docMk/>
            <pc:sldMk cId="3401420030" sldId="589"/>
            <ac:spMk id="9" creationId="{7A241D3E-4BA1-5A35-A382-5AF7CA7FA8EB}"/>
          </ac:spMkLst>
        </pc:spChg>
        <pc:spChg chg="del mod">
          <ac:chgData name="Yu Mao (SDS,118010224)" userId="1bbae264-552e-41b8-9f18-7e823f2686ac" providerId="ADAL" clId="{42D7EC03-9693-5841-8777-448DDBD84D20}" dt="2026-03-04T08:09:53.796" v="15906" actId="478"/>
          <ac:spMkLst>
            <pc:docMk/>
            <pc:sldMk cId="3401420030" sldId="589"/>
            <ac:spMk id="18" creationId="{87BEBF07-88F2-2281-DD25-69CDBC292E23}"/>
          </ac:spMkLst>
        </pc:spChg>
        <pc:picChg chg="del">
          <ac:chgData name="Yu Mao (SDS,118010224)" userId="1bbae264-552e-41b8-9f18-7e823f2686ac" providerId="ADAL" clId="{42D7EC03-9693-5841-8777-448DDBD84D20}" dt="2026-03-04T06:41:31.050" v="13315" actId="478"/>
          <ac:picMkLst>
            <pc:docMk/>
            <pc:sldMk cId="3401420030" sldId="589"/>
            <ac:picMk id="2" creationId="{0695901B-4187-395B-318A-275233271EF7}"/>
          </ac:picMkLst>
        </pc:picChg>
        <pc:picChg chg="add del mod">
          <ac:chgData name="Yu Mao (SDS,118010224)" userId="1bbae264-552e-41b8-9f18-7e823f2686ac" providerId="ADAL" clId="{42D7EC03-9693-5841-8777-448DDBD84D20}" dt="2026-03-04T08:09:53.796" v="15906" actId="478"/>
          <ac:picMkLst>
            <pc:docMk/>
            <pc:sldMk cId="3401420030" sldId="589"/>
            <ac:picMk id="3" creationId="{25FB3A77-9A69-072A-98E9-2ED6ABDB3F8E}"/>
          </ac:picMkLst>
        </pc:picChg>
      </pc:sldChg>
      <pc:sldChg chg="modSp add del mod">
        <pc:chgData name="Yu Mao (SDS,118010224)" userId="1bbae264-552e-41b8-9f18-7e823f2686ac" providerId="ADAL" clId="{42D7EC03-9693-5841-8777-448DDBD84D20}" dt="2026-03-04T08:43:24.230" v="16364" actId="20577"/>
        <pc:sldMkLst>
          <pc:docMk/>
          <pc:sldMk cId="3579377280" sldId="590"/>
        </pc:sldMkLst>
        <pc:spChg chg="mod">
          <ac:chgData name="Yu Mao (SDS,118010224)" userId="1bbae264-552e-41b8-9f18-7e823f2686ac" providerId="ADAL" clId="{42D7EC03-9693-5841-8777-448DDBD84D20}" dt="2026-03-04T08:43:24.230" v="16364" actId="20577"/>
          <ac:spMkLst>
            <pc:docMk/>
            <pc:sldMk cId="3579377280" sldId="590"/>
            <ac:spMk id="5" creationId="{750524B9-1EB9-B4E1-7B71-D46657A78A8B}"/>
          </ac:spMkLst>
        </pc:spChg>
        <pc:spChg chg="mod">
          <ac:chgData name="Yu Mao (SDS,118010224)" userId="1bbae264-552e-41b8-9f18-7e823f2686ac" providerId="ADAL" clId="{42D7EC03-9693-5841-8777-448DDBD84D20}" dt="2026-03-04T06:48:57.808" v="13417" actId="115"/>
          <ac:spMkLst>
            <pc:docMk/>
            <pc:sldMk cId="3579377280" sldId="590"/>
            <ac:spMk id="9" creationId="{805D29EB-2E52-54A6-F1A9-917BD1AA3D8C}"/>
          </ac:spMkLst>
        </pc:spChg>
      </pc:sldChg>
      <pc:sldChg chg="modSp add mod">
        <pc:chgData name="Yu Mao (SDS,118010224)" userId="1bbae264-552e-41b8-9f18-7e823f2686ac" providerId="ADAL" clId="{42D7EC03-9693-5841-8777-448DDBD84D20}" dt="2026-03-04T08:41:22.601" v="16357" actId="20577"/>
        <pc:sldMkLst>
          <pc:docMk/>
          <pc:sldMk cId="3435358817" sldId="591"/>
        </pc:sldMkLst>
        <pc:spChg chg="mod">
          <ac:chgData name="Yu Mao (SDS,118010224)" userId="1bbae264-552e-41b8-9f18-7e823f2686ac" providerId="ADAL" clId="{42D7EC03-9693-5841-8777-448DDBD84D20}" dt="2026-03-04T08:41:22.601" v="16357" actId="20577"/>
          <ac:spMkLst>
            <pc:docMk/>
            <pc:sldMk cId="3435358817" sldId="591"/>
            <ac:spMk id="3" creationId="{BF67B1C0-7299-2DEC-9151-F1B88D07B0E9}"/>
          </ac:spMkLst>
        </pc:spChg>
      </pc:sldChg>
      <pc:sldChg chg="addSp delSp modSp add mod">
        <pc:chgData name="Yu Mao (SDS,118010224)" userId="1bbae264-552e-41b8-9f18-7e823f2686ac" providerId="ADAL" clId="{42D7EC03-9693-5841-8777-448DDBD84D20}" dt="2026-03-04T09:34:41.181" v="16542" actId="20577"/>
        <pc:sldMkLst>
          <pc:docMk/>
          <pc:sldMk cId="4026314440" sldId="592"/>
        </pc:sldMkLst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2" creationId="{73986AE9-344A-4515-5F1A-A67018DF1DF0}"/>
          </ac:spMkLst>
        </pc:spChg>
        <pc:spChg chg="add mod">
          <ac:chgData name="Yu Mao (SDS,118010224)" userId="1bbae264-552e-41b8-9f18-7e823f2686ac" providerId="ADAL" clId="{42D7EC03-9693-5841-8777-448DDBD84D20}" dt="2026-03-04T07:00:46.528" v="13878"/>
          <ac:spMkLst>
            <pc:docMk/>
            <pc:sldMk cId="4026314440" sldId="592"/>
            <ac:spMk id="3" creationId="{7E5E2276-A4CF-B156-2DE6-47FA9E2020F5}"/>
          </ac:spMkLst>
        </pc:spChg>
        <pc:spChg chg="mod">
          <ac:chgData name="Yu Mao (SDS,118010224)" userId="1bbae264-552e-41b8-9f18-7e823f2686ac" providerId="ADAL" clId="{42D7EC03-9693-5841-8777-448DDBD84D20}" dt="2026-03-04T08:53:57.243" v="16445" actId="20577"/>
          <ac:spMkLst>
            <pc:docMk/>
            <pc:sldMk cId="4026314440" sldId="592"/>
            <ac:spMk id="5" creationId="{74855008-4290-2329-6291-C7279C78C3E4}"/>
          </ac:spMkLst>
        </pc:spChg>
        <pc:spChg chg="add mod">
          <ac:chgData name="Yu Mao (SDS,118010224)" userId="1bbae264-552e-41b8-9f18-7e823f2686ac" providerId="ADAL" clId="{42D7EC03-9693-5841-8777-448DDBD84D20}" dt="2026-03-04T07:00:46.528" v="13878"/>
          <ac:spMkLst>
            <pc:docMk/>
            <pc:sldMk cId="4026314440" sldId="592"/>
            <ac:spMk id="6" creationId="{CB491E12-0368-2E7E-FB47-0E72BF223928}"/>
          </ac:spMkLst>
        </pc:spChg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7" creationId="{CDAD9DDA-6B6F-6289-C967-B53180FD559C}"/>
          </ac:spMkLst>
        </pc:spChg>
        <pc:spChg chg="mod">
          <ac:chgData name="Yu Mao (SDS,118010224)" userId="1bbae264-552e-41b8-9f18-7e823f2686ac" providerId="ADAL" clId="{42D7EC03-9693-5841-8777-448DDBD84D20}" dt="2026-03-04T07:15:18.752" v="14196" actId="14100"/>
          <ac:spMkLst>
            <pc:docMk/>
            <pc:sldMk cId="4026314440" sldId="592"/>
            <ac:spMk id="9" creationId="{DC93069F-2650-40BF-6223-8EF560EBA843}"/>
          </ac:spMkLst>
        </pc:spChg>
        <pc:spChg chg="add mod">
          <ac:chgData name="Yu Mao (SDS,118010224)" userId="1bbae264-552e-41b8-9f18-7e823f2686ac" providerId="ADAL" clId="{42D7EC03-9693-5841-8777-448DDBD84D20}" dt="2026-03-04T07:03:07.848" v="13890" actId="1076"/>
          <ac:spMkLst>
            <pc:docMk/>
            <pc:sldMk cId="4026314440" sldId="592"/>
            <ac:spMk id="11" creationId="{8083475E-50BB-62B7-B85E-7B1A3A6E4C16}"/>
          </ac:spMkLst>
        </pc:spChg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12" creationId="{E8DFD9E0-A02F-DCC2-0A7F-F52B662B4A8B}"/>
          </ac:spMkLst>
        </pc:spChg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13" creationId="{B9D87992-2B54-357A-BEA2-C83127FD67C0}"/>
          </ac:spMkLst>
        </pc:spChg>
        <pc:spChg chg="add mod">
          <ac:chgData name="Yu Mao (SDS,118010224)" userId="1bbae264-552e-41b8-9f18-7e823f2686ac" providerId="ADAL" clId="{42D7EC03-9693-5841-8777-448DDBD84D20}" dt="2026-03-04T07:03:06.876" v="13888" actId="14100"/>
          <ac:spMkLst>
            <pc:docMk/>
            <pc:sldMk cId="4026314440" sldId="592"/>
            <ac:spMk id="16" creationId="{760396EC-0E83-B99E-9592-AF43D7F2724E}"/>
          </ac:spMkLst>
        </pc:spChg>
        <pc:spChg chg="add mod">
          <ac:chgData name="Yu Mao (SDS,118010224)" userId="1bbae264-552e-41b8-9f18-7e823f2686ac" providerId="ADAL" clId="{42D7EC03-9693-5841-8777-448DDBD84D20}" dt="2026-03-04T07:16:49.070" v="14228" actId="14100"/>
          <ac:spMkLst>
            <pc:docMk/>
            <pc:sldMk cId="4026314440" sldId="592"/>
            <ac:spMk id="19" creationId="{FFB6AD47-3A0A-2640-AD2A-306F17844E09}"/>
          </ac:spMkLst>
        </pc:spChg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20" creationId="{22D1C4AA-1ADF-D81B-F7F5-6013C106AE07}"/>
          </ac:spMkLst>
        </pc:spChg>
        <pc:spChg chg="del">
          <ac:chgData name="Yu Mao (SDS,118010224)" userId="1bbae264-552e-41b8-9f18-7e823f2686ac" providerId="ADAL" clId="{42D7EC03-9693-5841-8777-448DDBD84D20}" dt="2026-03-04T07:08:51.159" v="13895" actId="478"/>
          <ac:spMkLst>
            <pc:docMk/>
            <pc:sldMk cId="4026314440" sldId="592"/>
            <ac:spMk id="21" creationId="{CB5EEE7C-4C06-F221-5B8A-288B5D0A6B9F}"/>
          </ac:spMkLst>
        </pc:spChg>
        <pc:spChg chg="mod">
          <ac:chgData name="Yu Mao (SDS,118010224)" userId="1bbae264-552e-41b8-9f18-7e823f2686ac" providerId="ADAL" clId="{42D7EC03-9693-5841-8777-448DDBD84D20}" dt="2026-03-04T09:34:41.181" v="16542" actId="20577"/>
          <ac:spMkLst>
            <pc:docMk/>
            <pc:sldMk cId="4026314440" sldId="592"/>
            <ac:spMk id="23" creationId="{6D00C4F5-F0A9-0D1F-35CD-26EADCB847D6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24" creationId="{8EF46401-1344-4F36-2106-5EEC425AB6ED}"/>
          </ac:spMkLst>
        </pc:spChg>
        <pc:spChg chg="add mod">
          <ac:chgData name="Yu Mao (SDS,118010224)" userId="1bbae264-552e-41b8-9f18-7e823f2686ac" providerId="ADAL" clId="{42D7EC03-9693-5841-8777-448DDBD84D20}" dt="2026-03-04T07:15:32.314" v="14202" actId="1076"/>
          <ac:spMkLst>
            <pc:docMk/>
            <pc:sldMk cId="4026314440" sldId="592"/>
            <ac:spMk id="25" creationId="{3A9B68C4-F27E-000B-1E0F-ED8C37D2DAE5}"/>
          </ac:spMkLst>
        </pc:spChg>
        <pc:spChg chg="add mod">
          <ac:chgData name="Yu Mao (SDS,118010224)" userId="1bbae264-552e-41b8-9f18-7e823f2686ac" providerId="ADAL" clId="{42D7EC03-9693-5841-8777-448DDBD84D20}" dt="2026-03-04T07:15:32.314" v="14202" actId="1076"/>
          <ac:spMkLst>
            <pc:docMk/>
            <pc:sldMk cId="4026314440" sldId="592"/>
            <ac:spMk id="26" creationId="{CC8A97C7-3FA7-F963-7DC6-485DAA29EF27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27" creationId="{17F2DDB8-49E3-54F6-1609-55C2B46758EB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28" creationId="{EE34F355-7C00-AA65-9BF1-4D2DAEBE16D9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29" creationId="{1F5659A6-13D6-62FA-4C9C-222F4EC18EDC}"/>
          </ac:spMkLst>
        </pc:spChg>
        <pc:spChg chg="add del mod">
          <ac:chgData name="Yu Mao (SDS,118010224)" userId="1bbae264-552e-41b8-9f18-7e823f2686ac" providerId="ADAL" clId="{42D7EC03-9693-5841-8777-448DDBD84D20}" dt="2026-03-04T07:10:15.739" v="13941" actId="478"/>
          <ac:spMkLst>
            <pc:docMk/>
            <pc:sldMk cId="4026314440" sldId="592"/>
            <ac:spMk id="30" creationId="{9A3EDF8B-3874-AB1B-453A-12B912BAE14A}"/>
          </ac:spMkLst>
        </pc:spChg>
        <pc:spChg chg="add del mod">
          <ac:chgData name="Yu Mao (SDS,118010224)" userId="1bbae264-552e-41b8-9f18-7e823f2686ac" providerId="ADAL" clId="{42D7EC03-9693-5841-8777-448DDBD84D20}" dt="2026-03-04T07:10:15.739" v="13941" actId="478"/>
          <ac:spMkLst>
            <pc:docMk/>
            <pc:sldMk cId="4026314440" sldId="592"/>
            <ac:spMk id="31" creationId="{B4A00169-8737-826B-B6F5-6192C5E0C9ED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35" creationId="{7296D736-5B06-F8CB-D377-26A73CF5152A}"/>
          </ac:spMkLst>
        </pc:spChg>
        <pc:spChg chg="add 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36" creationId="{F154D93D-CB23-D220-D983-B47B7487C362}"/>
          </ac:spMkLst>
        </pc:spChg>
        <pc:spChg chg="add mod">
          <ac:chgData name="Yu Mao (SDS,118010224)" userId="1bbae264-552e-41b8-9f18-7e823f2686ac" providerId="ADAL" clId="{42D7EC03-9693-5841-8777-448DDBD84D20}" dt="2026-03-04T07:15:32.314" v="14202" actId="1076"/>
          <ac:spMkLst>
            <pc:docMk/>
            <pc:sldMk cId="4026314440" sldId="592"/>
            <ac:spMk id="39" creationId="{B2E5BA63-FE0D-35C6-72E8-E57A07205684}"/>
          </ac:spMkLst>
        </pc:spChg>
        <pc:spChg chg="mod">
          <ac:chgData name="Yu Mao (SDS,118010224)" userId="1bbae264-552e-41b8-9f18-7e823f2686ac" providerId="ADAL" clId="{42D7EC03-9693-5841-8777-448DDBD84D20}" dt="2026-03-04T07:16:02.822" v="14209" actId="1076"/>
          <ac:spMkLst>
            <pc:docMk/>
            <pc:sldMk cId="4026314440" sldId="592"/>
            <ac:spMk id="42" creationId="{4F8B2054-DCE0-E0BA-674F-8722E7569B9E}"/>
          </ac:spMkLst>
        </pc:spChg>
        <pc:spChg chg="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43" creationId="{D22224CA-AF71-960D-CDDF-B6085F4FC036}"/>
          </ac:spMkLst>
        </pc:spChg>
        <pc:spChg chg="mod">
          <ac:chgData name="Yu Mao (SDS,118010224)" userId="1bbae264-552e-41b8-9f18-7e823f2686ac" providerId="ADAL" clId="{42D7EC03-9693-5841-8777-448DDBD84D20}" dt="2026-03-04T07:16:02.822" v="14209" actId="1076"/>
          <ac:spMkLst>
            <pc:docMk/>
            <pc:sldMk cId="4026314440" sldId="592"/>
            <ac:spMk id="44" creationId="{B66C4A37-631F-8544-6DA1-3F8084D959B1}"/>
          </ac:spMkLst>
        </pc:spChg>
        <pc:spChg chg="mod">
          <ac:chgData name="Yu Mao (SDS,118010224)" userId="1bbae264-552e-41b8-9f18-7e823f2686ac" providerId="ADAL" clId="{42D7EC03-9693-5841-8777-448DDBD84D20}" dt="2026-03-04T07:16:02.822" v="14209" actId="1076"/>
          <ac:spMkLst>
            <pc:docMk/>
            <pc:sldMk cId="4026314440" sldId="592"/>
            <ac:spMk id="45" creationId="{8189FF04-FFBA-44AC-1E97-A1A207ADC9A1}"/>
          </ac:spMkLst>
        </pc:spChg>
        <pc:spChg chg="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46" creationId="{C348C02E-80CE-1D34-B06D-C7EEFC1F38D3}"/>
          </ac:spMkLst>
        </pc:spChg>
        <pc:spChg chg="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47" creationId="{5BE33C15-1649-5B90-CE00-638C4E6D354A}"/>
          </ac:spMkLst>
        </pc:spChg>
        <pc:spChg chg="mod">
          <ac:chgData name="Yu Mao (SDS,118010224)" userId="1bbae264-552e-41b8-9f18-7e823f2686ac" providerId="ADAL" clId="{42D7EC03-9693-5841-8777-448DDBD84D20}" dt="2026-03-04T07:16:02.822" v="14209" actId="1076"/>
          <ac:spMkLst>
            <pc:docMk/>
            <pc:sldMk cId="4026314440" sldId="592"/>
            <ac:spMk id="50" creationId="{1E4293A2-EDBE-9C62-2C1B-4FDC14CA0AF4}"/>
          </ac:spMkLst>
        </pc:spChg>
        <pc:spChg chg="mod">
          <ac:chgData name="Yu Mao (SDS,118010224)" userId="1bbae264-552e-41b8-9f18-7e823f2686ac" providerId="ADAL" clId="{42D7EC03-9693-5841-8777-448DDBD84D20}" dt="2026-03-04T07:16:31.171" v="14225" actId="1076"/>
          <ac:spMkLst>
            <pc:docMk/>
            <pc:sldMk cId="4026314440" sldId="592"/>
            <ac:spMk id="52" creationId="{1693C50C-DECC-20AA-56BC-6C9F00BE2C04}"/>
          </ac:spMkLst>
        </pc:spChg>
        <pc:spChg chg="mod">
          <ac:chgData name="Yu Mao (SDS,118010224)" userId="1bbae264-552e-41b8-9f18-7e823f2686ac" providerId="ADAL" clId="{42D7EC03-9693-5841-8777-448DDBD84D20}" dt="2026-03-04T07:16:02.822" v="14209" actId="1076"/>
          <ac:spMkLst>
            <pc:docMk/>
            <pc:sldMk cId="4026314440" sldId="592"/>
            <ac:spMk id="53" creationId="{DA662AA9-9A8D-6C1F-33AD-53E4D424FE6F}"/>
          </ac:spMkLst>
        </pc:spChg>
        <pc:spChg chg="add mod">
          <ac:chgData name="Yu Mao (SDS,118010224)" userId="1bbae264-552e-41b8-9f18-7e823f2686ac" providerId="ADAL" clId="{42D7EC03-9693-5841-8777-448DDBD84D20}" dt="2026-03-04T07:17:32.473" v="14279" actId="1038"/>
          <ac:spMkLst>
            <pc:docMk/>
            <pc:sldMk cId="4026314440" sldId="592"/>
            <ac:spMk id="54" creationId="{257AF54A-1009-220F-8F3A-B5F233E5DA17}"/>
          </ac:spMkLst>
        </pc:spChg>
        <pc:picChg chg="add mod">
          <ac:chgData name="Yu Mao (SDS,118010224)" userId="1bbae264-552e-41b8-9f18-7e823f2686ac" providerId="ADAL" clId="{42D7EC03-9693-5841-8777-448DDBD84D20}" dt="2026-03-04T07:00:46.528" v="13878"/>
          <ac:picMkLst>
            <pc:docMk/>
            <pc:sldMk cId="4026314440" sldId="592"/>
            <ac:picMk id="8" creationId="{744E92DC-FD3D-67E4-031F-61AFC0AB95F6}"/>
          </ac:picMkLst>
        </pc:picChg>
        <pc:picChg chg="add del mod">
          <ac:chgData name="Yu Mao (SDS,118010224)" userId="1bbae264-552e-41b8-9f18-7e823f2686ac" providerId="ADAL" clId="{42D7EC03-9693-5841-8777-448DDBD84D20}" dt="2026-03-04T07:03:07.848" v="13890" actId="1076"/>
          <ac:picMkLst>
            <pc:docMk/>
            <pc:sldMk cId="4026314440" sldId="592"/>
            <ac:picMk id="10" creationId="{8429F318-2E4B-740B-71B2-444F8B32BA4E}"/>
          </ac:picMkLst>
        </pc:picChg>
        <pc:picChg chg="add mod">
          <ac:chgData name="Yu Mao (SDS,118010224)" userId="1bbae264-552e-41b8-9f18-7e823f2686ac" providerId="ADAL" clId="{42D7EC03-9693-5841-8777-448DDBD84D20}" dt="2026-03-04T07:03:07.848" v="13890" actId="1076"/>
          <ac:picMkLst>
            <pc:docMk/>
            <pc:sldMk cId="4026314440" sldId="592"/>
            <ac:picMk id="14" creationId="{4D71E940-8CE9-099E-5979-46E30418A21D}"/>
          </ac:picMkLst>
        </pc:picChg>
        <pc:picChg chg="add del mod">
          <ac:chgData name="Yu Mao (SDS,118010224)" userId="1bbae264-552e-41b8-9f18-7e823f2686ac" providerId="ADAL" clId="{42D7EC03-9693-5841-8777-448DDBD84D20}" dt="2026-03-04T07:14:07.926" v="14177" actId="478"/>
          <ac:picMkLst>
            <pc:docMk/>
            <pc:sldMk cId="4026314440" sldId="592"/>
            <ac:picMk id="18" creationId="{1BDAEE78-7146-B5D3-24BD-FEE8A24007AF}"/>
          </ac:picMkLst>
        </pc:picChg>
        <pc:picChg chg="add mod">
          <ac:chgData name="Yu Mao (SDS,118010224)" userId="1bbae264-552e-41b8-9f18-7e823f2686ac" providerId="ADAL" clId="{42D7EC03-9693-5841-8777-448DDBD84D20}" dt="2026-03-04T07:16:41.820" v="14227" actId="1076"/>
          <ac:picMkLst>
            <pc:docMk/>
            <pc:sldMk cId="4026314440" sldId="592"/>
            <ac:picMk id="22" creationId="{64B91415-9E47-A167-085A-1347FF7DC17A}"/>
          </ac:picMkLst>
        </pc:picChg>
        <pc:picChg chg="add mod">
          <ac:chgData name="Yu Mao (SDS,118010224)" userId="1bbae264-552e-41b8-9f18-7e823f2686ac" providerId="ADAL" clId="{42D7EC03-9693-5841-8777-448DDBD84D20}" dt="2026-03-04T07:11:54.347" v="13978" actId="1037"/>
          <ac:picMkLst>
            <pc:docMk/>
            <pc:sldMk cId="4026314440" sldId="592"/>
            <ac:picMk id="32" creationId="{B6076EFF-466F-D24E-D70B-59279A2A577C}"/>
          </ac:picMkLst>
        </pc:picChg>
        <pc:picChg chg="add mod">
          <ac:chgData name="Yu Mao (SDS,118010224)" userId="1bbae264-552e-41b8-9f18-7e823f2686ac" providerId="ADAL" clId="{42D7EC03-9693-5841-8777-448DDBD84D20}" dt="2026-03-04T07:15:32.314" v="14202" actId="1076"/>
          <ac:picMkLst>
            <pc:docMk/>
            <pc:sldMk cId="4026314440" sldId="592"/>
            <ac:picMk id="33" creationId="{5B4E67F5-F23F-24D6-D520-72306FC17887}"/>
          </ac:picMkLst>
        </pc:picChg>
        <pc:picChg chg="add mod">
          <ac:chgData name="Yu Mao (SDS,118010224)" userId="1bbae264-552e-41b8-9f18-7e823f2686ac" providerId="ADAL" clId="{42D7EC03-9693-5841-8777-448DDBD84D20}" dt="2026-03-04T07:13:53.208" v="14175" actId="166"/>
          <ac:picMkLst>
            <pc:docMk/>
            <pc:sldMk cId="4026314440" sldId="592"/>
            <ac:picMk id="34" creationId="{594523E0-7755-5627-A5BF-42B5FC29B3D2}"/>
          </ac:picMkLst>
        </pc:picChg>
        <pc:picChg chg="add mod">
          <ac:chgData name="Yu Mao (SDS,118010224)" userId="1bbae264-552e-41b8-9f18-7e823f2686ac" providerId="ADAL" clId="{42D7EC03-9693-5841-8777-448DDBD84D20}" dt="2026-03-04T07:11:31.029" v="13962"/>
          <ac:picMkLst>
            <pc:docMk/>
            <pc:sldMk cId="4026314440" sldId="592"/>
            <ac:picMk id="37" creationId="{3FD0E0B1-44D2-3953-F23D-882C1F44BBC4}"/>
          </ac:picMkLst>
        </pc:picChg>
        <pc:picChg chg="add mod">
          <ac:chgData name="Yu Mao (SDS,118010224)" userId="1bbae264-552e-41b8-9f18-7e823f2686ac" providerId="ADAL" clId="{42D7EC03-9693-5841-8777-448DDBD84D20}" dt="2026-03-04T07:14:32.798" v="14181"/>
          <ac:picMkLst>
            <pc:docMk/>
            <pc:sldMk cId="4026314440" sldId="592"/>
            <ac:picMk id="38" creationId="{FC26BC4B-D931-7D35-2C5D-92125CEC4078}"/>
          </ac:picMkLst>
        </pc:picChg>
        <pc:picChg chg="mod">
          <ac:chgData name="Yu Mao (SDS,118010224)" userId="1bbae264-552e-41b8-9f18-7e823f2686ac" providerId="ADAL" clId="{42D7EC03-9693-5841-8777-448DDBD84D20}" dt="2026-03-04T07:16:02.822" v="14209" actId="1076"/>
          <ac:picMkLst>
            <pc:docMk/>
            <pc:sldMk cId="4026314440" sldId="592"/>
            <ac:picMk id="49" creationId="{E6DE8A05-0BC8-6C2E-EE59-A15B358DDC91}"/>
          </ac:picMkLst>
        </pc:picChg>
        <pc:cxnChg chg="del mod">
          <ac:chgData name="Yu Mao (SDS,118010224)" userId="1bbae264-552e-41b8-9f18-7e823f2686ac" providerId="ADAL" clId="{42D7EC03-9693-5841-8777-448DDBD84D20}" dt="2026-03-04T07:08:51.159" v="13895" actId="478"/>
          <ac:cxnSpMkLst>
            <pc:docMk/>
            <pc:sldMk cId="4026314440" sldId="592"/>
            <ac:cxnSpMk id="15" creationId="{0DCB8D68-0A26-5416-1780-B67DDC20BE52}"/>
          </ac:cxnSpMkLst>
        </pc:cxnChg>
        <pc:cxnChg chg="del mod">
          <ac:chgData name="Yu Mao (SDS,118010224)" userId="1bbae264-552e-41b8-9f18-7e823f2686ac" providerId="ADAL" clId="{42D7EC03-9693-5841-8777-448DDBD84D20}" dt="2026-03-04T07:08:51.159" v="13895" actId="478"/>
          <ac:cxnSpMkLst>
            <pc:docMk/>
            <pc:sldMk cId="4026314440" sldId="592"/>
            <ac:cxnSpMk id="17" creationId="{DCBD7C2B-55DB-AD4D-8F9D-D75634F7B37A}"/>
          </ac:cxnSpMkLst>
        </pc:cxnChg>
      </pc:sldChg>
      <pc:sldChg chg="addSp delSp modSp add mod">
        <pc:chgData name="Yu Mao (SDS,118010224)" userId="1bbae264-552e-41b8-9f18-7e823f2686ac" providerId="ADAL" clId="{42D7EC03-9693-5841-8777-448DDBD84D20}" dt="2026-03-04T08:53:59.777" v="16447" actId="20577"/>
        <pc:sldMkLst>
          <pc:docMk/>
          <pc:sldMk cId="1836909838" sldId="593"/>
        </pc:sldMkLst>
        <pc:spChg chg="add mod">
          <ac:chgData name="Yu Mao (SDS,118010224)" userId="1bbae264-552e-41b8-9f18-7e823f2686ac" providerId="ADAL" clId="{42D7EC03-9693-5841-8777-448DDBD84D20}" dt="2026-03-04T07:40:31.445" v="15138" actId="1076"/>
          <ac:spMkLst>
            <pc:docMk/>
            <pc:sldMk cId="1836909838" sldId="593"/>
            <ac:spMk id="3" creationId="{05A4ED3F-AEC9-188B-4770-69C21F907566}"/>
          </ac:spMkLst>
        </pc:spChg>
        <pc:spChg chg="mod">
          <ac:chgData name="Yu Mao (SDS,118010224)" userId="1bbae264-552e-41b8-9f18-7e823f2686ac" providerId="ADAL" clId="{42D7EC03-9693-5841-8777-448DDBD84D20}" dt="2026-03-04T08:53:59.777" v="16447" actId="20577"/>
          <ac:spMkLst>
            <pc:docMk/>
            <pc:sldMk cId="1836909838" sldId="593"/>
            <ac:spMk id="5" creationId="{483581C9-6D4E-835C-1648-715664F89334}"/>
          </ac:spMkLst>
        </pc:spChg>
        <pc:spChg chg="mod">
          <ac:chgData name="Yu Mao (SDS,118010224)" userId="1bbae264-552e-41b8-9f18-7e823f2686ac" providerId="ADAL" clId="{42D7EC03-9693-5841-8777-448DDBD84D20}" dt="2026-03-04T07:40:37.605" v="15139" actId="1076"/>
          <ac:spMkLst>
            <pc:docMk/>
            <pc:sldMk cId="1836909838" sldId="593"/>
            <ac:spMk id="9" creationId="{94267C0F-0ED4-4E91-6380-92B64F2D0B81}"/>
          </ac:spMkLst>
        </pc:spChg>
        <pc:spChg chg="del">
          <ac:chgData name="Yu Mao (SDS,118010224)" userId="1bbae264-552e-41b8-9f18-7e823f2686ac" providerId="ADAL" clId="{42D7EC03-9693-5841-8777-448DDBD84D20}" dt="2026-03-04T07:18:34.935" v="14325" actId="478"/>
          <ac:spMkLst>
            <pc:docMk/>
            <pc:sldMk cId="1836909838" sldId="593"/>
            <ac:spMk id="19" creationId="{4B73CC11-A55B-CC5B-7A9D-281E2AB828D5}"/>
          </ac:spMkLst>
        </pc:spChg>
        <pc:spChg chg="mod">
          <ac:chgData name="Yu Mao (SDS,118010224)" userId="1bbae264-552e-41b8-9f18-7e823f2686ac" providerId="ADAL" clId="{42D7EC03-9693-5841-8777-448DDBD84D20}" dt="2026-03-04T07:26:39.383" v="14484" actId="1076"/>
          <ac:spMkLst>
            <pc:docMk/>
            <pc:sldMk cId="1836909838" sldId="593"/>
            <ac:spMk id="23" creationId="{E593CC93-DD16-393B-DB18-9A459484D5E3}"/>
          </ac:spMkLst>
        </pc:spChg>
        <pc:spChg chg="mod">
          <ac:chgData name="Yu Mao (SDS,118010224)" userId="1bbae264-552e-41b8-9f18-7e823f2686ac" providerId="ADAL" clId="{42D7EC03-9693-5841-8777-448DDBD84D20}" dt="2026-03-04T07:18:36.115" v="14326" actId="20577"/>
          <ac:spMkLst>
            <pc:docMk/>
            <pc:sldMk cId="1836909838" sldId="593"/>
            <ac:spMk id="47" creationId="{7721F692-F0DE-25DB-6B02-247EE19EBB4F}"/>
          </ac:spMkLst>
        </pc:spChg>
        <pc:spChg chg="del">
          <ac:chgData name="Yu Mao (SDS,118010224)" userId="1bbae264-552e-41b8-9f18-7e823f2686ac" providerId="ADAL" clId="{42D7EC03-9693-5841-8777-448DDBD84D20}" dt="2026-03-04T07:18:40.494" v="14329" actId="478"/>
          <ac:spMkLst>
            <pc:docMk/>
            <pc:sldMk cId="1836909838" sldId="593"/>
            <ac:spMk id="54" creationId="{43485CF0-822E-2A20-6FB9-B49447A955FE}"/>
          </ac:spMkLst>
        </pc:spChg>
        <pc:grpChg chg="del">
          <ac:chgData name="Yu Mao (SDS,118010224)" userId="1bbae264-552e-41b8-9f18-7e823f2686ac" providerId="ADAL" clId="{42D7EC03-9693-5841-8777-448DDBD84D20}" dt="2026-03-04T07:18:37.552" v="14327" actId="478"/>
          <ac:grpSpMkLst>
            <pc:docMk/>
            <pc:sldMk cId="1836909838" sldId="593"/>
            <ac:grpSpMk id="40" creationId="{8A3A2E31-8A89-690A-8155-1CCE03EA999D}"/>
          </ac:grpSpMkLst>
        </pc:grpChg>
        <pc:grpChg chg="del">
          <ac:chgData name="Yu Mao (SDS,118010224)" userId="1bbae264-552e-41b8-9f18-7e823f2686ac" providerId="ADAL" clId="{42D7EC03-9693-5841-8777-448DDBD84D20}" dt="2026-03-04T07:18:38.823" v="14328" actId="478"/>
          <ac:grpSpMkLst>
            <pc:docMk/>
            <pc:sldMk cId="1836909838" sldId="593"/>
            <ac:grpSpMk id="41" creationId="{6CDA3606-CA99-0CE4-B97F-F7178AE0BF1C}"/>
          </ac:grpSpMkLst>
        </pc:grpChg>
        <pc:picChg chg="add mod">
          <ac:chgData name="Yu Mao (SDS,118010224)" userId="1bbae264-552e-41b8-9f18-7e823f2686ac" providerId="ADAL" clId="{42D7EC03-9693-5841-8777-448DDBD84D20}" dt="2026-03-04T07:26:39.383" v="14484" actId="1076"/>
          <ac:picMkLst>
            <pc:docMk/>
            <pc:sldMk cId="1836909838" sldId="593"/>
            <ac:picMk id="2" creationId="{63FA9C30-EBC7-5959-C3AE-27DDEBBBC784}"/>
          </ac:picMkLst>
        </pc:picChg>
        <pc:picChg chg="del">
          <ac:chgData name="Yu Mao (SDS,118010224)" userId="1bbae264-552e-41b8-9f18-7e823f2686ac" providerId="ADAL" clId="{42D7EC03-9693-5841-8777-448DDBD84D20}" dt="2026-03-04T07:18:41.401" v="14330" actId="478"/>
          <ac:picMkLst>
            <pc:docMk/>
            <pc:sldMk cId="1836909838" sldId="593"/>
            <ac:picMk id="22" creationId="{4C2CCA89-1E56-BB3C-0A55-2200E758865C}"/>
          </ac:picMkLst>
        </pc:picChg>
      </pc:sldChg>
      <pc:sldChg chg="addSp delSp modSp add mod">
        <pc:chgData name="Yu Mao (SDS,118010224)" userId="1bbae264-552e-41b8-9f18-7e823f2686ac" providerId="ADAL" clId="{42D7EC03-9693-5841-8777-448DDBD84D20}" dt="2026-03-04T08:54:01.896" v="16449" actId="20577"/>
        <pc:sldMkLst>
          <pc:docMk/>
          <pc:sldMk cId="1517500322" sldId="594"/>
        </pc:sldMkLst>
        <pc:spChg chg="mod">
          <ac:chgData name="Yu Mao (SDS,118010224)" userId="1bbae264-552e-41b8-9f18-7e823f2686ac" providerId="ADAL" clId="{42D7EC03-9693-5841-8777-448DDBD84D20}" dt="2026-03-04T08:54:01.896" v="16449" actId="20577"/>
          <ac:spMkLst>
            <pc:docMk/>
            <pc:sldMk cId="1517500322" sldId="594"/>
            <ac:spMk id="5" creationId="{96A310E9-48AA-9183-5B49-0C55365C62A7}"/>
          </ac:spMkLst>
        </pc:spChg>
        <pc:spChg chg="add del mod">
          <ac:chgData name="Yu Mao (SDS,118010224)" userId="1bbae264-552e-41b8-9f18-7e823f2686ac" providerId="ADAL" clId="{42D7EC03-9693-5841-8777-448DDBD84D20}" dt="2026-03-04T07:43:46.911" v="15169" actId="478"/>
          <ac:spMkLst>
            <pc:docMk/>
            <pc:sldMk cId="1517500322" sldId="594"/>
            <ac:spMk id="7" creationId="{0E7DD5D8-7E03-0EAC-3ED6-FDB7AE416D1E}"/>
          </ac:spMkLst>
        </pc:spChg>
        <pc:spChg chg="add mod">
          <ac:chgData name="Yu Mao (SDS,118010224)" userId="1bbae264-552e-41b8-9f18-7e823f2686ac" providerId="ADAL" clId="{42D7EC03-9693-5841-8777-448DDBD84D20}" dt="2026-03-04T07:32:08.259" v="14747"/>
          <ac:spMkLst>
            <pc:docMk/>
            <pc:sldMk cId="1517500322" sldId="594"/>
            <ac:spMk id="8" creationId="{ACCF6ED1-AD19-1075-736C-EE9E4147CCA1}"/>
          </ac:spMkLst>
        </pc:spChg>
        <pc:spChg chg="add del mod">
          <ac:chgData name="Yu Mao (SDS,118010224)" userId="1bbae264-552e-41b8-9f18-7e823f2686ac" providerId="ADAL" clId="{42D7EC03-9693-5841-8777-448DDBD84D20}" dt="2026-03-04T07:41:12.963" v="15143" actId="21"/>
          <ac:spMkLst>
            <pc:docMk/>
            <pc:sldMk cId="1517500322" sldId="594"/>
            <ac:spMk id="9" creationId="{7D2A39A1-487C-A951-0818-F56B9CC22BC9}"/>
          </ac:spMkLst>
        </pc:spChg>
        <pc:spChg chg="add del mod">
          <ac:chgData name="Yu Mao (SDS,118010224)" userId="1bbae264-552e-41b8-9f18-7e823f2686ac" providerId="ADAL" clId="{42D7EC03-9693-5841-8777-448DDBD84D20}" dt="2026-03-04T07:35:36.732" v="14972" actId="478"/>
          <ac:spMkLst>
            <pc:docMk/>
            <pc:sldMk cId="1517500322" sldId="594"/>
            <ac:spMk id="10" creationId="{AFF16F67-BE49-9DE3-01D2-011CCE36E111}"/>
          </ac:spMkLst>
        </pc:spChg>
        <pc:spChg chg="add mod">
          <ac:chgData name="Yu Mao (SDS,118010224)" userId="1bbae264-552e-41b8-9f18-7e823f2686ac" providerId="ADAL" clId="{42D7EC03-9693-5841-8777-448DDBD84D20}" dt="2026-03-04T07:54:57.725" v="15463" actId="1036"/>
          <ac:spMkLst>
            <pc:docMk/>
            <pc:sldMk cId="1517500322" sldId="594"/>
            <ac:spMk id="11" creationId="{CFEE1C0E-FD47-1231-FB6F-8623B9FC974A}"/>
          </ac:spMkLst>
        </pc:spChg>
        <pc:spChg chg="add mod">
          <ac:chgData name="Yu Mao (SDS,118010224)" userId="1bbae264-552e-41b8-9f18-7e823f2686ac" providerId="ADAL" clId="{42D7EC03-9693-5841-8777-448DDBD84D20}" dt="2026-03-04T07:54:51.943" v="15450" actId="2711"/>
          <ac:spMkLst>
            <pc:docMk/>
            <pc:sldMk cId="1517500322" sldId="594"/>
            <ac:spMk id="12" creationId="{FFEBDC88-63A2-53A2-BEF6-243908347702}"/>
          </ac:spMkLst>
        </pc:spChg>
        <pc:spChg chg="del">
          <ac:chgData name="Yu Mao (SDS,118010224)" userId="1bbae264-552e-41b8-9f18-7e823f2686ac" providerId="ADAL" clId="{42D7EC03-9693-5841-8777-448DDBD84D20}" dt="2026-03-04T07:34:22.355" v="14955" actId="478"/>
          <ac:spMkLst>
            <pc:docMk/>
            <pc:sldMk cId="1517500322" sldId="594"/>
            <ac:spMk id="23" creationId="{B0A94D1E-BA7A-7CC4-AC21-DED7D268E872}"/>
          </ac:spMkLst>
        </pc:spChg>
        <pc:picChg chg="del">
          <ac:chgData name="Yu Mao (SDS,118010224)" userId="1bbae264-552e-41b8-9f18-7e823f2686ac" providerId="ADAL" clId="{42D7EC03-9693-5841-8777-448DDBD84D20}" dt="2026-03-04T07:34:22.355" v="14955" actId="478"/>
          <ac:picMkLst>
            <pc:docMk/>
            <pc:sldMk cId="1517500322" sldId="594"/>
            <ac:picMk id="2" creationId="{1FFE2F85-4423-0D56-591C-9D70B5DF4061}"/>
          </ac:picMkLst>
        </pc:picChg>
        <pc:picChg chg="add mod">
          <ac:chgData name="Yu Mao (SDS,118010224)" userId="1bbae264-552e-41b8-9f18-7e823f2686ac" providerId="ADAL" clId="{42D7EC03-9693-5841-8777-448DDBD84D20}" dt="2026-03-04T07:45:07.057" v="15177" actId="1076"/>
          <ac:picMkLst>
            <pc:docMk/>
            <pc:sldMk cId="1517500322" sldId="594"/>
            <ac:picMk id="3" creationId="{D0FAB029-C7F2-CB71-4E32-63A55C722CCE}"/>
          </ac:picMkLst>
        </pc:picChg>
        <pc:picChg chg="add mod">
          <ac:chgData name="Yu Mao (SDS,118010224)" userId="1bbae264-552e-41b8-9f18-7e823f2686ac" providerId="ADAL" clId="{42D7EC03-9693-5841-8777-448DDBD84D20}" dt="2026-03-04T07:54:57.725" v="15463" actId="1036"/>
          <ac:picMkLst>
            <pc:docMk/>
            <pc:sldMk cId="1517500322" sldId="594"/>
            <ac:picMk id="6" creationId="{35A837CD-FF87-1CB8-337E-FC1153D701A1}"/>
          </ac:picMkLst>
        </pc:picChg>
      </pc:sldChg>
      <pc:sldChg chg="addSp delSp modSp add del mod">
        <pc:chgData name="Yu Mao (SDS,118010224)" userId="1bbae264-552e-41b8-9f18-7e823f2686ac" providerId="ADAL" clId="{42D7EC03-9693-5841-8777-448DDBD84D20}" dt="2026-03-04T08:21:29.210" v="16102" actId="2696"/>
        <pc:sldMkLst>
          <pc:docMk/>
          <pc:sldMk cId="1151714293" sldId="595"/>
        </pc:sldMkLst>
        <pc:spChg chg="mod">
          <ac:chgData name="Yu Mao (SDS,118010224)" userId="1bbae264-552e-41b8-9f18-7e823f2686ac" providerId="ADAL" clId="{42D7EC03-9693-5841-8777-448DDBD84D20}" dt="2026-03-04T08:04:20.795" v="15861" actId="20577"/>
          <ac:spMkLst>
            <pc:docMk/>
            <pc:sldMk cId="1151714293" sldId="595"/>
            <ac:spMk id="9" creationId="{6E908B75-5DFF-5420-9795-74EE3B43F52B}"/>
          </ac:spMkLst>
        </pc:spChg>
        <pc:spChg chg="add del mod">
          <ac:chgData name="Yu Mao (SDS,118010224)" userId="1bbae264-552e-41b8-9f18-7e823f2686ac" providerId="ADAL" clId="{42D7EC03-9693-5841-8777-448DDBD84D20}" dt="2026-03-04T08:04:23.994" v="15863" actId="478"/>
          <ac:spMkLst>
            <pc:docMk/>
            <pc:sldMk cId="1151714293" sldId="595"/>
            <ac:spMk id="10" creationId="{71D8727B-3681-A89F-F723-70D4917A57EA}"/>
          </ac:spMkLst>
        </pc:spChg>
        <pc:spChg chg="del">
          <ac:chgData name="Yu Mao (SDS,118010224)" userId="1bbae264-552e-41b8-9f18-7e823f2686ac" providerId="ADAL" clId="{42D7EC03-9693-5841-8777-448DDBD84D20}" dt="2026-03-04T07:47:27.417" v="15267" actId="478"/>
          <ac:spMkLst>
            <pc:docMk/>
            <pc:sldMk cId="1151714293" sldId="595"/>
            <ac:spMk id="11" creationId="{4C05470A-B506-87C1-379A-D30FFB0185CC}"/>
          </ac:spMkLst>
        </pc:spChg>
        <pc:spChg chg="del">
          <ac:chgData name="Yu Mao (SDS,118010224)" userId="1bbae264-552e-41b8-9f18-7e823f2686ac" providerId="ADAL" clId="{42D7EC03-9693-5841-8777-448DDBD84D20}" dt="2026-03-04T07:47:27.417" v="15267" actId="478"/>
          <ac:spMkLst>
            <pc:docMk/>
            <pc:sldMk cId="1151714293" sldId="595"/>
            <ac:spMk id="12" creationId="{FD622FCD-F568-8F61-6DD6-59EB9F0FF98B}"/>
          </ac:spMkLst>
        </pc:spChg>
        <pc:spChg chg="add mod">
          <ac:chgData name="Yu Mao (SDS,118010224)" userId="1bbae264-552e-41b8-9f18-7e823f2686ac" providerId="ADAL" clId="{42D7EC03-9693-5841-8777-448DDBD84D20}" dt="2026-03-04T07:53:15.035" v="15337"/>
          <ac:spMkLst>
            <pc:docMk/>
            <pc:sldMk cId="1151714293" sldId="595"/>
            <ac:spMk id="13" creationId="{70AD7BEC-3ED4-26C9-5F58-E8A9C7C1482E}"/>
          </ac:spMkLst>
        </pc:spChg>
        <pc:picChg chg="add del mod modCrop">
          <ac:chgData name="Yu Mao (SDS,118010224)" userId="1bbae264-552e-41b8-9f18-7e823f2686ac" providerId="ADAL" clId="{42D7EC03-9693-5841-8777-448DDBD84D20}" dt="2026-03-04T08:04:22.665" v="15862" actId="478"/>
          <ac:picMkLst>
            <pc:docMk/>
            <pc:sldMk cId="1151714293" sldId="595"/>
            <ac:picMk id="2" creationId="{B1E8AD5A-08B1-A54B-FFFB-CA45F4C2794C}"/>
          </ac:picMkLst>
        </pc:picChg>
        <pc:picChg chg="del">
          <ac:chgData name="Yu Mao (SDS,118010224)" userId="1bbae264-552e-41b8-9f18-7e823f2686ac" providerId="ADAL" clId="{42D7EC03-9693-5841-8777-448DDBD84D20}" dt="2026-03-04T07:47:27.417" v="15267" actId="478"/>
          <ac:picMkLst>
            <pc:docMk/>
            <pc:sldMk cId="1151714293" sldId="595"/>
            <ac:picMk id="3" creationId="{2390C018-A95B-7E83-7628-43EC758357EB}"/>
          </ac:picMkLst>
        </pc:picChg>
        <pc:picChg chg="del">
          <ac:chgData name="Yu Mao (SDS,118010224)" userId="1bbae264-552e-41b8-9f18-7e823f2686ac" providerId="ADAL" clId="{42D7EC03-9693-5841-8777-448DDBD84D20}" dt="2026-03-04T07:47:27.417" v="15267" actId="478"/>
          <ac:picMkLst>
            <pc:docMk/>
            <pc:sldMk cId="1151714293" sldId="595"/>
            <ac:picMk id="6" creationId="{9BE09CDC-1FD2-FA3A-CF25-F9A28B4B6BFB}"/>
          </ac:picMkLst>
        </pc:picChg>
        <pc:picChg chg="add del mod">
          <ac:chgData name="Yu Mao (SDS,118010224)" userId="1bbae264-552e-41b8-9f18-7e823f2686ac" providerId="ADAL" clId="{42D7EC03-9693-5841-8777-448DDBD84D20}" dt="2026-03-04T08:04:22.665" v="15862" actId="478"/>
          <ac:picMkLst>
            <pc:docMk/>
            <pc:sldMk cId="1151714293" sldId="595"/>
            <ac:picMk id="7" creationId="{2C7ADA59-62A6-0292-3F63-25DC55FF0DBC}"/>
          </ac:picMkLst>
        </pc:picChg>
        <pc:picChg chg="add del mod modCrop">
          <ac:chgData name="Yu Mao (SDS,118010224)" userId="1bbae264-552e-41b8-9f18-7e823f2686ac" providerId="ADAL" clId="{42D7EC03-9693-5841-8777-448DDBD84D20}" dt="2026-03-04T08:04:22.665" v="15862" actId="478"/>
          <ac:picMkLst>
            <pc:docMk/>
            <pc:sldMk cId="1151714293" sldId="595"/>
            <ac:picMk id="8" creationId="{860A2B3B-13A8-93FE-7F5F-0F351CE16EF3}"/>
          </ac:picMkLst>
        </pc:picChg>
      </pc:sldChg>
      <pc:sldChg chg="addSp modSp add del mod">
        <pc:chgData name="Yu Mao (SDS,118010224)" userId="1bbae264-552e-41b8-9f18-7e823f2686ac" providerId="ADAL" clId="{42D7EC03-9693-5841-8777-448DDBD84D20}" dt="2026-03-04T08:21:24.532" v="16100" actId="2696"/>
        <pc:sldMkLst>
          <pc:docMk/>
          <pc:sldMk cId="3531468383" sldId="596"/>
        </pc:sldMkLst>
        <pc:spChg chg="add mod">
          <ac:chgData name="Yu Mao (SDS,118010224)" userId="1bbae264-552e-41b8-9f18-7e823f2686ac" providerId="ADAL" clId="{42D7EC03-9693-5841-8777-448DDBD84D20}" dt="2026-03-04T08:21:19.362" v="16097" actId="1076"/>
          <ac:spMkLst>
            <pc:docMk/>
            <pc:sldMk cId="3531468383" sldId="596"/>
            <ac:spMk id="3" creationId="{7E8C3D7E-44B6-3816-0F46-E0F554593515}"/>
          </ac:spMkLst>
        </pc:spChg>
        <pc:spChg chg="mod">
          <ac:chgData name="Yu Mao (SDS,118010224)" userId="1bbae264-552e-41b8-9f18-7e823f2686ac" providerId="ADAL" clId="{42D7EC03-9693-5841-8777-448DDBD84D20}" dt="2026-03-04T08:21:19.863" v="16099" actId="20577"/>
          <ac:spMkLst>
            <pc:docMk/>
            <pc:sldMk cId="3531468383" sldId="596"/>
            <ac:spMk id="5" creationId="{00A54C91-7B47-A100-3851-CE6292654745}"/>
          </ac:spMkLst>
        </pc:spChg>
        <pc:spChg chg="mod">
          <ac:chgData name="Yu Mao (SDS,118010224)" userId="1bbae264-552e-41b8-9f18-7e823f2686ac" providerId="ADAL" clId="{42D7EC03-9693-5841-8777-448DDBD84D20}" dt="2026-03-04T08:14:14.064" v="15937" actId="14100"/>
          <ac:spMkLst>
            <pc:docMk/>
            <pc:sldMk cId="3531468383" sldId="596"/>
            <ac:spMk id="9" creationId="{0EDB1F49-48B7-66E8-6BB8-3F9F7003A24D}"/>
          </ac:spMkLst>
        </pc:spChg>
        <pc:picChg chg="add mod">
          <ac:chgData name="Yu Mao (SDS,118010224)" userId="1bbae264-552e-41b8-9f18-7e823f2686ac" providerId="ADAL" clId="{42D7EC03-9693-5841-8777-448DDBD84D20}" dt="2026-03-04T08:21:18.978" v="16095" actId="1076"/>
          <ac:picMkLst>
            <pc:docMk/>
            <pc:sldMk cId="3531468383" sldId="596"/>
            <ac:picMk id="2" creationId="{FC0A2FD2-86DC-ECAA-10BF-AEE5D2D59350}"/>
          </ac:picMkLst>
        </pc:picChg>
      </pc:sldChg>
      <pc:sldChg chg="modSp add mod">
        <pc:chgData name="Yu Mao (SDS,118010224)" userId="1bbae264-552e-41b8-9f18-7e823f2686ac" providerId="ADAL" clId="{42D7EC03-9693-5841-8777-448DDBD84D20}" dt="2026-03-04T08:54:09.945" v="16458" actId="20577"/>
        <pc:sldMkLst>
          <pc:docMk/>
          <pc:sldMk cId="3633387093" sldId="596"/>
        </pc:sldMkLst>
        <pc:spChg chg="mod">
          <ac:chgData name="Yu Mao (SDS,118010224)" userId="1bbae264-552e-41b8-9f18-7e823f2686ac" providerId="ADAL" clId="{42D7EC03-9693-5841-8777-448DDBD84D20}" dt="2026-03-04T08:23:55.350" v="16156" actId="1076"/>
          <ac:spMkLst>
            <pc:docMk/>
            <pc:sldMk cId="3633387093" sldId="596"/>
            <ac:spMk id="3" creationId="{7E8C3D7E-44B6-3816-0F46-E0F554593515}"/>
          </ac:spMkLst>
        </pc:spChg>
        <pc:spChg chg="mod">
          <ac:chgData name="Yu Mao (SDS,118010224)" userId="1bbae264-552e-41b8-9f18-7e823f2686ac" providerId="ADAL" clId="{42D7EC03-9693-5841-8777-448DDBD84D20}" dt="2026-03-04T08:54:09.945" v="16458" actId="20577"/>
          <ac:spMkLst>
            <pc:docMk/>
            <pc:sldMk cId="3633387093" sldId="596"/>
            <ac:spMk id="5" creationId="{00A54C91-7B47-A100-3851-CE6292654745}"/>
          </ac:spMkLst>
        </pc:spChg>
        <pc:picChg chg="mod">
          <ac:chgData name="Yu Mao (SDS,118010224)" userId="1bbae264-552e-41b8-9f18-7e823f2686ac" providerId="ADAL" clId="{42D7EC03-9693-5841-8777-448DDBD84D20}" dt="2026-03-04T08:23:57.477" v="16157" actId="1076"/>
          <ac:picMkLst>
            <pc:docMk/>
            <pc:sldMk cId="3633387093" sldId="596"/>
            <ac:picMk id="2" creationId="{FC0A2FD2-86DC-ECAA-10BF-AEE5D2D59350}"/>
          </ac:picMkLst>
        </pc:picChg>
      </pc:sldChg>
      <pc:sldChg chg="modSp add mod">
        <pc:chgData name="Yu Mao (SDS,118010224)" userId="1bbae264-552e-41b8-9f18-7e823f2686ac" providerId="ADAL" clId="{42D7EC03-9693-5841-8777-448DDBD84D20}" dt="2026-03-04T08:56:04.122" v="16462" actId="20577"/>
        <pc:sldMkLst>
          <pc:docMk/>
          <pc:sldMk cId="1994423289" sldId="597"/>
        </pc:sldMkLst>
        <pc:spChg chg="mod">
          <ac:chgData name="Yu Mao (SDS,118010224)" userId="1bbae264-552e-41b8-9f18-7e823f2686ac" providerId="ADAL" clId="{42D7EC03-9693-5841-8777-448DDBD84D20}" dt="2026-03-04T08:56:04.122" v="16462" actId="20577"/>
          <ac:spMkLst>
            <pc:docMk/>
            <pc:sldMk cId="1994423289" sldId="597"/>
            <ac:spMk id="3" creationId="{D262ADC6-C586-5544-9190-31AE1B69DD32}"/>
          </ac:spMkLst>
        </pc:spChg>
      </pc:sldChg>
      <pc:sldChg chg="modSp add mod">
        <pc:chgData name="Yu Mao (SDS,118010224)" userId="1bbae264-552e-41b8-9f18-7e823f2686ac" providerId="ADAL" clId="{42D7EC03-9693-5841-8777-448DDBD84D20}" dt="2026-03-04T08:56:09.884" v="16466" actId="20577"/>
        <pc:sldMkLst>
          <pc:docMk/>
          <pc:sldMk cId="2458748160" sldId="598"/>
        </pc:sldMkLst>
        <pc:spChg chg="mod">
          <ac:chgData name="Yu Mao (SDS,118010224)" userId="1bbae264-552e-41b8-9f18-7e823f2686ac" providerId="ADAL" clId="{42D7EC03-9693-5841-8777-448DDBD84D20}" dt="2026-03-04T08:56:09.884" v="16466" actId="20577"/>
          <ac:spMkLst>
            <pc:docMk/>
            <pc:sldMk cId="2458748160" sldId="598"/>
            <ac:spMk id="3" creationId="{557AF6F0-C5E7-0D29-3478-D5C22B651E57}"/>
          </ac:spMkLst>
        </pc:spChg>
      </pc:sldChg>
      <pc:sldChg chg="modSp add del mod">
        <pc:chgData name="Yu Mao (SDS,118010224)" userId="1bbae264-552e-41b8-9f18-7e823f2686ac" providerId="ADAL" clId="{42D7EC03-9693-5841-8777-448DDBD84D20}" dt="2026-03-04T08:42:21.660" v="16359" actId="2696"/>
        <pc:sldMkLst>
          <pc:docMk/>
          <pc:sldMk cId="3531468383" sldId="599"/>
        </pc:sldMkLst>
        <pc:spChg chg="mod">
          <ac:chgData name="Yu Mao (SDS,118010224)" userId="1bbae264-552e-41b8-9f18-7e823f2686ac" providerId="ADAL" clId="{42D7EC03-9693-5841-8777-448DDBD84D20}" dt="2026-03-04T08:41:08.373" v="16347" actId="20577"/>
          <ac:spMkLst>
            <pc:docMk/>
            <pc:sldMk cId="3531468383" sldId="599"/>
            <ac:spMk id="5" creationId="{00A54C91-7B47-A100-3851-CE6292654745}"/>
          </ac:spMkLst>
        </pc:spChg>
      </pc:sldChg>
      <pc:sldChg chg="modSp add mod">
        <pc:chgData name="Yu Mao (SDS,118010224)" userId="1bbae264-552e-41b8-9f18-7e823f2686ac" providerId="ADAL" clId="{42D7EC03-9693-5841-8777-448DDBD84D20}" dt="2026-03-04T09:33:34.713" v="16541" actId="20577"/>
        <pc:sldMkLst>
          <pc:docMk/>
          <pc:sldMk cId="885487085" sldId="600"/>
        </pc:sldMkLst>
        <pc:spChg chg="mod">
          <ac:chgData name="Yu Mao (SDS,118010224)" userId="1bbae264-552e-41b8-9f18-7e823f2686ac" providerId="ADAL" clId="{42D7EC03-9693-5841-8777-448DDBD84D20}" dt="2026-03-04T09:33:34.713" v="16541" actId="20577"/>
          <ac:spMkLst>
            <pc:docMk/>
            <pc:sldMk cId="885487085" sldId="600"/>
            <ac:spMk id="18" creationId="{87BEBF07-88F2-2281-DD25-69CDBC292E23}"/>
          </ac:spMkLst>
        </pc:spChg>
      </pc:sldChg>
      <pc:sldChg chg="add del">
        <pc:chgData name="Yu Mao (SDS,118010224)" userId="1bbae264-552e-41b8-9f18-7e823f2686ac" providerId="ADAL" clId="{42D7EC03-9693-5841-8777-448DDBD84D20}" dt="2026-03-04T08:44:24.001" v="16387" actId="2696"/>
        <pc:sldMkLst>
          <pc:docMk/>
          <pc:sldMk cId="824019258" sldId="601"/>
        </pc:sldMkLst>
      </pc:sldChg>
      <pc:sldChg chg="addSp delSp modSp add mod">
        <pc:chgData name="Yu Mao (SDS,118010224)" userId="1bbae264-552e-41b8-9f18-7e823f2686ac" providerId="ADAL" clId="{42D7EC03-9693-5841-8777-448DDBD84D20}" dt="2026-03-04T08:54:06.475" v="16454" actId="20577"/>
        <pc:sldMkLst>
          <pc:docMk/>
          <pc:sldMk cId="330743507" sldId="602"/>
        </pc:sldMkLst>
        <pc:spChg chg="mod">
          <ac:chgData name="Yu Mao (SDS,118010224)" userId="1bbae264-552e-41b8-9f18-7e823f2686ac" providerId="ADAL" clId="{42D7EC03-9693-5841-8777-448DDBD84D20}" dt="2026-03-04T08:54:06.475" v="16454" actId="20577"/>
          <ac:spMkLst>
            <pc:docMk/>
            <pc:sldMk cId="330743507" sldId="602"/>
            <ac:spMk id="5" creationId="{D5222770-0E40-01A6-F940-F9F257CD7E68}"/>
          </ac:spMkLst>
        </pc:spChg>
        <pc:spChg chg="mod">
          <ac:chgData name="Yu Mao (SDS,118010224)" userId="1bbae264-552e-41b8-9f18-7e823f2686ac" providerId="ADAL" clId="{42D7EC03-9693-5841-8777-448DDBD84D20}" dt="2026-03-04T08:53:48.417" v="16443" actId="2711"/>
          <ac:spMkLst>
            <pc:docMk/>
            <pc:sldMk cId="330743507" sldId="602"/>
            <ac:spMk id="9" creationId="{509A9ADB-8DFC-15FE-75EF-E9A555138A44}"/>
          </ac:spMkLst>
        </pc:spChg>
        <pc:spChg chg="mod">
          <ac:chgData name="Yu Mao (SDS,118010224)" userId="1bbae264-552e-41b8-9f18-7e823f2686ac" providerId="ADAL" clId="{42D7EC03-9693-5841-8777-448DDBD84D20}" dt="2026-03-04T08:51:53.495" v="16435" actId="20577"/>
          <ac:spMkLst>
            <pc:docMk/>
            <pc:sldMk cId="330743507" sldId="602"/>
            <ac:spMk id="18" creationId="{F90911AB-EC28-2481-6151-0061B38583C5}"/>
          </ac:spMkLst>
        </pc:spChg>
        <pc:picChg chg="del">
          <ac:chgData name="Yu Mao (SDS,118010224)" userId="1bbae264-552e-41b8-9f18-7e823f2686ac" providerId="ADAL" clId="{42D7EC03-9693-5841-8777-448DDBD84D20}" dt="2026-03-04T08:50:00.253" v="16395" actId="478"/>
          <ac:picMkLst>
            <pc:docMk/>
            <pc:sldMk cId="330743507" sldId="602"/>
            <ac:picMk id="2" creationId="{64D77BF4-0E1A-67C1-2DEA-44D9CEFDE2E4}"/>
          </ac:picMkLst>
        </pc:picChg>
        <pc:picChg chg="add mod">
          <ac:chgData name="Yu Mao (SDS,118010224)" userId="1bbae264-552e-41b8-9f18-7e823f2686ac" providerId="ADAL" clId="{42D7EC03-9693-5841-8777-448DDBD84D20}" dt="2026-03-04T08:51:41.170" v="16428" actId="14100"/>
          <ac:picMkLst>
            <pc:docMk/>
            <pc:sldMk cId="330743507" sldId="602"/>
            <ac:picMk id="3" creationId="{8CEFDEF4-D90B-6FBD-C5C2-36C8CCFC78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CDB5-6AAF-8239-AF71-BF50CA60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CF9123E-782D-55B3-4F8F-6DEA98288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0CF79C-5AA7-DEF9-1920-C22BB6BF2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AC3AC1-D4D8-AD8A-98C3-2BC443F85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61F1-66D0-5385-3010-D5D40DAB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C9A3F81-DF2D-C70F-02F7-B23F48B96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73EB39-9D4E-7753-E636-AB968951C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7B5F3A-02C5-6CCB-BC27-B5258F57D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035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461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2CEF-E927-4CD5-ABA7-585C78E9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B02FC4-13C0-C368-23DC-92F14BCAD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00E2C2-DAD8-553B-B7CD-B0C4FB281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7F067D-8069-824B-9485-C56C5E834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48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C04E-AADE-2C65-F803-F17BE067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DCA1DDA-5C90-634F-EF82-A94E00C1D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8C70E5-AD17-3A3F-9D22-74EA77961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2B57AA-F8A4-E9AA-406C-748AC81E7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469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35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8C48C-A20D-AE8E-E111-747A45F5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DCD6FF-D4CC-3896-A226-C44F3C1C0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1E7BD3-BF1B-0764-C8A4-5F3758A94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EB34-E86E-8D21-EBF2-DEFDA86F3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191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438A-F19F-C9E3-BA41-2BBFDC5A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818960-3CBA-3388-B2FD-7A9C264FD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562C7D-B0F1-1FFE-33F5-438D11C0A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E0C40C-84CC-880E-7020-2F4F98C11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1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8BCB-9AB4-B1B2-CE2A-4BAB56B5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16A6D68-715B-E990-8CB7-21296D51D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5B8AC2-DAA0-DC49-733F-4BF67A615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A957FF-852C-C387-8D3D-5D0B5BC1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26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536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E50E-B5A3-3ABD-DACD-8ADC36F8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1B6ABE-9C16-56AF-6B1B-022AEC108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8B2C69-F52A-2703-9C2A-2A29BBFD0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780179-70DD-5767-E327-0265D55C5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819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4ED3-D62A-5D38-5E33-7C2269C2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172010-A44C-566E-E0E0-E0179BB8F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D286CE-7C34-9CBB-3694-F51305A95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4D82EE-0257-0B8C-B875-FE7325BA7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412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74EB-32AB-49D5-49F8-E91F4D32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891518-C6AB-94E6-BD91-1A8F60B7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98C944-77ED-3CE6-4717-C450AFB3A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2B9DD-0B1A-DF1E-1CC3-7D92468FE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041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9FB9-7776-3D56-E006-645A35BB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631DC1-68DB-8916-050F-2059CBEE5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6955DF-D443-8637-52C4-3007BDA35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B22E4-E4B4-060A-B577-6ED1D9305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951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7D57-4910-F6AA-A062-20897837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785ABF-5359-8286-5702-CFC556AB9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5342BE-033E-F133-A26E-79BFE1B38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7AB66-E6B4-AC0E-964A-835A01A94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376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5DFA-7B33-4A82-D573-8D103F36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E3D0DD7-8DBF-2F11-013B-8A83FC237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49A061-E4BF-DE2A-9366-630AC4E37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9D8D94-8E45-0F5A-34A6-0288D6C2D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62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3554-925B-CF42-EC64-DA91ED1A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93AFBC-4B48-2BFB-826D-DE9F2AEE7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7EA65-0B8B-BE41-B842-125323869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E9C4A-3DA1-22A4-FE0A-9E0166DFA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911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067A-F579-64F2-E76E-5673A861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4060B-A50C-70AE-57D7-EB86A3268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804080-BA26-9FC8-77FB-B61059C9C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6CBA73-237B-07D3-5D52-2BE0251D7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789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4884B-C3B0-00DE-A831-9256983B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5358BB-4138-5675-1BC9-BE7C34148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77422-2693-4BCD-A68A-6881596B5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AD8F5-DA5D-F786-1052-802D116D0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7594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FEE5-3FEC-5B52-A0C9-2AE72D35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3FF053-85A2-05FD-1025-AA16B9F0A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EFDD9-A0C8-95BA-E6E2-BE58430BD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6D8489-DF79-28C7-5516-9286F542F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820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86CE-5A21-ABE8-1382-D57D986B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EC13E6-2E25-F334-F6CA-B60B9B602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AD903D-D2A1-F6CD-33AA-2D986A714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A6E16-8D75-BE89-3E5B-88722C651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865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A83C-802D-2E69-C5D3-C3BA1207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86C65D-0783-3F51-A009-F6173A1D3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C7794A-2A6C-6B81-ACF3-B6DEA165E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AB6CD-D163-0F08-BF8E-7360368F3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2387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896A-0163-F89A-4AB5-DE31626B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C6D892-0F7F-37EA-D56A-8FD843632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1CE2C7-BB05-07C4-619B-C1308F693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E29B00-A5F7-B39C-4089-BDFDACBFD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6466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79F9-F42F-B344-E6DD-874900994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65323-44C5-2A58-866D-AA992612D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50C9E0-71D2-C5DB-58EE-983E8CA4D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FACF87-9DDC-6BB2-E9B6-C7DB132D4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876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2A09-D165-D0AE-859A-1C5A998E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995EFD-3015-3668-E357-8EC1CE821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78F028-73BE-9736-75BF-F0B511BCE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D4646-2C52-7CA9-804B-B7BEE3941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544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E754-6E42-B3FD-267B-CADE9B05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31B713-5E9B-FF27-DD4C-5B1921CFC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CEDB0-518A-1EEF-51F7-7420AC7DE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25A28-FBA1-2361-9022-FCFC72141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7178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4197-8236-4973-15EC-2239D80F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65BEF5D-0406-8DBB-9518-7D92AD18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F63362-BB16-F410-E50F-23CC13021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A844D9-5574-4C88-6F0A-81009A6BC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1546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4CFE-25CB-1FB2-4E66-31FBA8AB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2B94AA-2E41-1E3F-0F1E-1B89BDFA9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1EB283-622B-573B-0852-0355D8A4C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6C1A0A-55CB-B3EA-7AC1-61717D706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3859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2F4C-AD30-BA2F-2732-473BC05E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3C7C6-B2DF-80B5-D9DD-5BBC935FE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BBC17-A5D3-855C-4652-6DB85D82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6C3DD6-3368-7EC1-10C6-60689A6DA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9488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BE46-3623-344E-3BFA-EA86FD2E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9D95D1-CF58-89B6-3B3F-631B7BEE7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EE484D-69E8-BA8D-FCFB-B8549180D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1F6145-2E53-2A07-A56E-60ADA81C7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8053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D276-0B9D-AE9E-4DE8-29F93B01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86042E-E31E-7257-782B-EA4DCE138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61BC5D-8BBE-5AF2-4C4E-223DF0C14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62B7CD-0D36-13DD-F472-A8EAFD68D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6723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5A98-689D-3EC3-EB16-BAF17589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E82A83-6999-3424-68A5-57279C992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5AF9B-3F15-F74E-CA7A-39699F3FC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13A65-7473-95A7-ED53-10E58DBF9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2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A4DF-7FA6-DA3D-B280-496670D3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77CCFF7-0BA8-4385-24D6-927F02122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96F358-1F70-E04C-9353-8D5EC2FDC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C18422-3D5A-36B5-2E7E-183D45F96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0429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F37-18C4-255C-1357-C3C0B485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50F9A23-952D-18C3-E6D7-3251AC7E3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523E46-10A3-56AE-7BE7-1C50199EC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4136EC-E699-E128-C88B-9C271EF5E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39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4" y="1546545"/>
            <a:ext cx="11396871" cy="1882455"/>
          </a:xfrm>
        </p:spPr>
        <p:txBody>
          <a:bodyPr/>
          <a:lstStyle/>
          <a:p>
            <a:pPr algn="ctr"/>
            <a:r>
              <a:rPr lang="en-US" altLang="zh-CN" sz="4800" dirty="0"/>
              <a:t>Data-Driven Control for Cloud Resources</a:t>
            </a:r>
            <a:br>
              <a:rPr lang="en-US" altLang="zh-CN" sz="4400" dirty="0"/>
            </a:b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200" dirty="0"/>
              <a:t>2026.03.05</a:t>
            </a:r>
            <a:endParaRPr lang="zh-TW" alt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b="1" dirty="0"/>
              <a:t>Yu Mao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86DA-4DA1-7214-2DBE-6D83E009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FFED1-5490-85A4-1E2E-7ECE14D5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80A5A7-93F7-336A-9D94-7FA99243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AD20CBA4-52DB-AE8C-714A-0C72FE94D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3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FBB2-A4B6-A129-9830-A20D32A2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D92AFA-3C21-E38E-67B3-6E4D686A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C287E-DA45-B6C1-4EA1-3D7ED7A97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84DDF295-7D87-9452-0442-D2035D12C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27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(1/2)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25537"/>
            <a:ext cx="5386874" cy="4831917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cloud resources?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resources are </a:t>
            </a:r>
            <a:r>
              <a:rPr lang="en-US" altLang="zh-CN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computing infrastructures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host and orchestrate running applications. 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lvl="2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packaged running programs.</a:t>
            </a:r>
          </a:p>
          <a:p>
            <a:pPr lvl="2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Pod: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Smallest deployable unit grouping containers.</a:t>
            </a:r>
          </a:p>
          <a:p>
            <a:pPr lvl="2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or virtual servers hosting Pods.</a:t>
            </a:r>
          </a:p>
          <a:p>
            <a:pPr lvl="2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coordinated group of nodes.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9B9C70-CD49-D0CC-3B7F-20D1E32DC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26" y="2013104"/>
            <a:ext cx="5996474" cy="254434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7F7FC92-C626-1F6A-6786-AEA70B651CC1}"/>
              </a:ext>
            </a:extLst>
          </p:cNvPr>
          <p:cNvSpPr txBox="1"/>
          <p:nvPr/>
        </p:nvSpPr>
        <p:spPr>
          <a:xfrm>
            <a:off x="6953036" y="4639153"/>
            <a:ext cx="4481453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1: Overview of Cloud Resource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F3760E3-A7FD-2CF2-C56D-A1C76F3AECAE}"/>
              </a:ext>
            </a:extLst>
          </p:cNvPr>
          <p:cNvSpPr/>
          <p:nvPr/>
        </p:nvSpPr>
        <p:spPr bwMode="auto">
          <a:xfrm>
            <a:off x="6195526" y="1931401"/>
            <a:ext cx="5852094" cy="2544346"/>
          </a:xfrm>
          <a:prstGeom prst="roundRect">
            <a:avLst>
              <a:gd name="adj" fmla="val 16169"/>
            </a:avLst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527617F-2E30-2077-DB9D-2744ED05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33" r="6194" b="22708"/>
          <a:stretch>
            <a:fillRect/>
          </a:stretch>
        </p:blipFill>
        <p:spPr>
          <a:xfrm>
            <a:off x="8541922" y="1636521"/>
            <a:ext cx="1163551" cy="463142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0F377D96-767E-726E-F5A8-6302D930A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4358-CF72-D917-35C7-B50B75A5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9756-56B7-EE66-92F7-4FC92569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(2/2)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E48B-2F1C-7752-1DC2-F99ED42A7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7732296" cy="497046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in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resources?</a:t>
            </a:r>
          </a:p>
          <a:p>
            <a:pPr lvl="1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Long-Running Applications (LRAs)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Workloads that continuously occupy cloud computing resources over extended periods.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LRAs typically includes online web services, continuous machine learning training workloads, and databases.</a:t>
            </a:r>
          </a:p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guarantee performance?</a:t>
            </a:r>
          </a:p>
          <a:p>
            <a:pPr lvl="1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 Objectives (SLOs)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performance requirements and metric guarantees established to ensure reliable application service.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SLOs often mandate keeping </a:t>
            </a:r>
            <a:r>
              <a:rPr lang="en-US" altLang="zh-CN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CPU and memory utilization at a certain threshold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buffer for sudden surges in user requests.</a:t>
            </a:r>
          </a:p>
        </p:txBody>
      </p:sp>
      <p:pic>
        <p:nvPicPr>
          <p:cNvPr id="1028" name="Picture 4" descr="How to launch an Apache Web Server from the CLI | by Marshall Hubbard |  Nerd For Tech | Medium">
            <a:extLst>
              <a:ext uri="{FF2B5EF4-FFF2-40B4-BE49-F238E27FC236}">
                <a16:creationId xmlns:a16="http://schemas.microsoft.com/office/drawing/2014/main" id="{B6D99A46-DBF6-E073-F284-811E8DE3F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664" y="1468569"/>
            <a:ext cx="2392562" cy="119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apache/mxnet: Lightweight, Portable, Flexible Distributed/Mobile  Deep Learning with Dynamic, Mutation-aware Dataflow Dep Scheduler; for  Python, R, Julia, Scala, Go, Javascript and more">
            <a:extLst>
              <a:ext uri="{FF2B5EF4-FFF2-40B4-BE49-F238E27FC236}">
                <a16:creationId xmlns:a16="http://schemas.microsoft.com/office/drawing/2014/main" id="{B872C660-B9E6-A09E-C604-DD81E75C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852" y="2515889"/>
            <a:ext cx="1801287" cy="61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EE9F0CF5-70A3-42D7-AD84-F78EDFC5D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119" y="1820566"/>
            <a:ext cx="1196281" cy="119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A3CCE3-E7CB-4EC2-B79E-9E62B68C192C}"/>
              </a:ext>
            </a:extLst>
          </p:cNvPr>
          <p:cNvSpPr txBox="1"/>
          <p:nvPr/>
        </p:nvSpPr>
        <p:spPr>
          <a:xfrm>
            <a:off x="8930858" y="3310245"/>
            <a:ext cx="2392562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2: LRAs Examples.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815D6B6-9B0F-91C4-4AF4-F8F148252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58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C6F2-B946-4768-50F7-B284CF9E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C5D3A-A922-05F5-1025-58C48BE3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54056-656D-FAB2-5CA0-B72480AB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8C4267B-753C-7576-7E1F-7CB449506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4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E221-8BA6-11F1-B20A-2CF34722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B607-D6AC-79C6-B8C1-241BAD7D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(1/3)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387142-EFE2-14C5-DEBC-0A671FBA7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1F167971-78C9-2C18-1981-165940526981}"/>
              </a:ext>
            </a:extLst>
          </p:cNvPr>
          <p:cNvSpPr txBox="1">
            <a:spLocks/>
          </p:cNvSpPr>
          <p:nvPr/>
        </p:nvSpPr>
        <p:spPr bwMode="auto">
          <a:xfrm>
            <a:off x="624994" y="1125537"/>
            <a:ext cx="9876465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Resource Management: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&amp; Compliance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the optimal scheduling strategy to strictly meet </a:t>
            </a:r>
            <a:r>
              <a:rPr lang="en-US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SLOs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minimizing overall operational </a:t>
            </a:r>
            <a:r>
              <a:rPr lang="en-US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both economic efficiency and environmental friendliness.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Scheduling: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Scale: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thousands of diverse LRAs as containers scheduled across hundreds of nodes.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Systems: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Unpredictable requests and changing tasks continuously alter the system's internal dynamics.</a:t>
            </a:r>
          </a:p>
        </p:txBody>
      </p:sp>
    </p:spTree>
    <p:extLst>
      <p:ext uri="{BB962C8B-B14F-4D97-AF65-F5344CB8AC3E}">
        <p14:creationId xmlns:p14="http://schemas.microsoft.com/office/powerpoint/2010/main" val="55523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5F7F-E9AC-0E38-4342-D55EEDE8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BF8D-0A1E-A91B-2186-4244CB0A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(2/3)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E08FC32-5AE2-B84B-F20F-63F5BDB06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BACEEF7D-E172-6362-4D90-4AF4748F9945}"/>
              </a:ext>
            </a:extLst>
          </p:cNvPr>
          <p:cNvSpPr txBox="1">
            <a:spLocks/>
          </p:cNvSpPr>
          <p:nvPr/>
        </p:nvSpPr>
        <p:spPr bwMode="auto">
          <a:xfrm>
            <a:off x="624993" y="1125538"/>
            <a:ext cx="9479901" cy="41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Data-driven methods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 Explicit Modeling: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relying on rigid, explicit models for highly complex systems, we can leverage </a:t>
            </a:r>
            <a:r>
              <a:rPr lang="en-US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abundant operational data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(logs, traces, profiling) to implicitly capture system dynamics or directly learn control policies.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Important Factors for Cloud Resource Control: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Minimizing overall resource costs and maximizing utilization for a given set of requirements</a:t>
            </a:r>
            <a:r>
              <a:rPr lang="zh-CN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SLOs.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strict SLO satisfaction for smooth, uninterrupted operations under uncertainties.</a:t>
            </a:r>
            <a:endParaRPr lang="en-US" altLang="zh-CN" sz="2733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4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4AE5-4F93-4F41-0833-73FDA193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5376-899F-EC62-0EA4-F2E6DB25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(3/3)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02A3A21-AE02-FF81-3C66-1181E7A5F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1D38509-C038-85BB-3F67-641B8E2B01D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96708" y="1305975"/>
            <a:ext cx="49755" cy="3097802"/>
          </a:xfrm>
          <a:prstGeom prst="straightConnector1">
            <a:avLst/>
          </a:prstGeom>
          <a:noFill/>
          <a:ln w="412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lg" len="med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C4DECE0-A55E-18B6-26B0-2FC424543F79}"/>
              </a:ext>
            </a:extLst>
          </p:cNvPr>
          <p:cNvSpPr txBox="1"/>
          <p:nvPr/>
        </p:nvSpPr>
        <p:spPr>
          <a:xfrm>
            <a:off x="7424392" y="4691676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3: Proposed Methods.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86F1E9-C395-2138-28F1-972C28955AF8}"/>
              </a:ext>
            </a:extLst>
          </p:cNvPr>
          <p:cNvSpPr txBox="1"/>
          <p:nvPr/>
        </p:nvSpPr>
        <p:spPr>
          <a:xfrm>
            <a:off x="9613411" y="3992423"/>
            <a:ext cx="1328049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Robustness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549777-004A-933A-B527-B5C3AE6B65C6}"/>
              </a:ext>
            </a:extLst>
          </p:cNvPr>
          <p:cNvSpPr txBox="1"/>
          <p:nvPr/>
        </p:nvSpPr>
        <p:spPr>
          <a:xfrm>
            <a:off x="7653684" y="1305975"/>
            <a:ext cx="1741323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SLOs Guarantee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8674289-C865-03A3-E3B8-446E1596744A}"/>
              </a:ext>
            </a:extLst>
          </p:cNvPr>
          <p:cNvSpPr/>
          <p:nvPr/>
        </p:nvSpPr>
        <p:spPr bwMode="auto">
          <a:xfrm>
            <a:off x="9759708" y="2251537"/>
            <a:ext cx="229146" cy="2214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EE8EF1E-1DE4-8C0A-FA01-52AC41736318}"/>
              </a:ext>
            </a:extLst>
          </p:cNvPr>
          <p:cNvSpPr/>
          <p:nvPr/>
        </p:nvSpPr>
        <p:spPr bwMode="auto">
          <a:xfrm>
            <a:off x="8053931" y="3671142"/>
            <a:ext cx="229146" cy="2214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4A8B7FA-DB55-243E-A2E9-ED5B5B82717E}"/>
              </a:ext>
            </a:extLst>
          </p:cNvPr>
          <p:cNvSpPr/>
          <p:nvPr/>
        </p:nvSpPr>
        <p:spPr bwMode="auto">
          <a:xfrm>
            <a:off x="8608429" y="2714732"/>
            <a:ext cx="229146" cy="2214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790F05-1DAA-6EB2-3F87-0101F6AB6D78}"/>
              </a:ext>
            </a:extLst>
          </p:cNvPr>
          <p:cNvSpPr txBox="1"/>
          <p:nvPr/>
        </p:nvSpPr>
        <p:spPr>
          <a:xfrm>
            <a:off x="9216358" y="1906416"/>
            <a:ext cx="1328049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OptScaler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E130A4-4FFE-1308-FB5C-9B1EF435C390}"/>
              </a:ext>
            </a:extLst>
          </p:cNvPr>
          <p:cNvSpPr txBox="1"/>
          <p:nvPr/>
        </p:nvSpPr>
        <p:spPr>
          <a:xfrm>
            <a:off x="7637915" y="3382398"/>
            <a:ext cx="750886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﻿﻿Metis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C044A9-9C02-057B-599B-BAD663063938}"/>
              </a:ext>
            </a:extLst>
          </p:cNvPr>
          <p:cNvSpPr txBox="1"/>
          <p:nvPr/>
        </p:nvSpPr>
        <p:spPr>
          <a:xfrm>
            <a:off x="8347477" y="2379737"/>
            <a:ext cx="686136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﻿Tetris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64E7410-346E-CEE5-D885-A932D70D780D}"/>
              </a:ext>
            </a:extLst>
          </p:cNvPr>
          <p:cNvCxnSpPr>
            <a:cxnSpLocks/>
          </p:cNvCxnSpPr>
          <p:nvPr/>
        </p:nvCxnSpPr>
        <p:spPr bwMode="auto">
          <a:xfrm>
            <a:off x="7637915" y="4385059"/>
            <a:ext cx="3087496" cy="0"/>
          </a:xfrm>
          <a:prstGeom prst="straightConnector1">
            <a:avLst/>
          </a:prstGeom>
          <a:noFill/>
          <a:ln w="412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lg" len="med"/>
          </a:ln>
          <a:effectLst/>
        </p:spPr>
      </p:cxnSp>
      <p:sp>
        <p:nvSpPr>
          <p:cNvPr id="26" name="内容占位符 5">
            <a:extLst>
              <a:ext uri="{FF2B5EF4-FFF2-40B4-BE49-F238E27FC236}">
                <a16:creationId xmlns:a16="http://schemas.microsoft.com/office/drawing/2014/main" id="{45411456-53E4-BE29-5BE7-D3F1EA5BB922}"/>
              </a:ext>
            </a:extLst>
          </p:cNvPr>
          <p:cNvSpPr txBox="1">
            <a:spLocks/>
          </p:cNvSpPr>
          <p:nvPr/>
        </p:nvSpPr>
        <p:spPr bwMode="auto">
          <a:xfrm>
            <a:off x="624994" y="1125538"/>
            <a:ext cx="5912966" cy="356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Proposed Methods: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(Reinforcement Learning (RL)):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scheduling policies directly from data.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(Model Predictive Control (MPC)):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scheduling via constrained optimization.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2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(Robust MPC):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uncertainty into optimization.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A6C1A4B-7B02-3892-E2F1-4CD439F06E1A}"/>
              </a:ext>
            </a:extLst>
          </p:cNvPr>
          <p:cNvCxnSpPr>
            <a:cxnSpLocks/>
          </p:cNvCxnSpPr>
          <p:nvPr/>
        </p:nvCxnSpPr>
        <p:spPr bwMode="auto">
          <a:xfrm flipV="1">
            <a:off x="8268967" y="2964547"/>
            <a:ext cx="341580" cy="641011"/>
          </a:xfrm>
          <a:prstGeom prst="straightConnector1">
            <a:avLst/>
          </a:prstGeom>
          <a:noFill/>
          <a:ln w="1587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2BEF68C-A010-2B69-4E52-09E4B669C102}"/>
              </a:ext>
            </a:extLst>
          </p:cNvPr>
          <p:cNvCxnSpPr>
            <a:cxnSpLocks/>
          </p:cNvCxnSpPr>
          <p:nvPr/>
        </p:nvCxnSpPr>
        <p:spPr bwMode="auto">
          <a:xfrm flipV="1">
            <a:off x="8905461" y="2361020"/>
            <a:ext cx="829166" cy="352334"/>
          </a:xfrm>
          <a:prstGeom prst="straightConnector1">
            <a:avLst/>
          </a:prstGeom>
          <a:noFill/>
          <a:ln w="1587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59035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C1A4-FD10-38E6-6BA6-68FB9EFC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A658C-0048-DCEE-B9F7-CFA15E42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A20E18-476C-F83A-4EAD-20753596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2BE0DBD-CE42-A7C4-CF75-00C46AEAF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02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37A3A8-A18E-BA84-C43F-B25DFE84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(1/6)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4D0DB-67CF-0B9C-BF5F-968276889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FC22260-1939-BED1-CE2F-50645A3E627F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7376005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Tolerance: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LRAs are less sensitive to scheduling latency, allowing us to compute more sophisticated scheduling decisions.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paradigm to directly map system states to optimal placement actions, bypassing manual heuristic constraints.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RL to automatically and dynamically schedule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incoming LRA task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08CE8DD-ECD4-0F10-1E0E-DC27EA64D426}"/>
              </a:ext>
            </a:extLst>
          </p:cNvPr>
          <p:cNvSpPr/>
          <p:nvPr/>
        </p:nvSpPr>
        <p:spPr bwMode="auto">
          <a:xfrm>
            <a:off x="8989508" y="1943100"/>
            <a:ext cx="2085976" cy="48577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37A21B3-DEF0-43A4-0E8F-14B094182939}"/>
              </a:ext>
            </a:extLst>
          </p:cNvPr>
          <p:cNvSpPr/>
          <p:nvPr/>
        </p:nvSpPr>
        <p:spPr bwMode="auto">
          <a:xfrm>
            <a:off x="8989508" y="3057525"/>
            <a:ext cx="2085976" cy="4857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BBA38-332B-A82C-3A87-9F368B6DD3AB}"/>
              </a:ext>
            </a:extLst>
          </p:cNvPr>
          <p:cNvSpPr txBox="1"/>
          <p:nvPr/>
        </p:nvSpPr>
        <p:spPr>
          <a:xfrm>
            <a:off x="9638798" y="1973283"/>
            <a:ext cx="78739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dirty="0">
                <a:ea typeface="標楷體" pitchFamily="65" charset="-120"/>
                <a:cs typeface="Calibri" pitchFamily="34" charset="0"/>
              </a:rPr>
              <a:t>Agent</a:t>
            </a:r>
            <a:endParaRPr kumimoji="1" lang="zh-CN" altLang="en-US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2B0A7F-C7E9-7D0B-4830-76E14EE4F774}"/>
              </a:ext>
            </a:extLst>
          </p:cNvPr>
          <p:cNvSpPr txBox="1"/>
          <p:nvPr/>
        </p:nvSpPr>
        <p:spPr>
          <a:xfrm>
            <a:off x="9292550" y="3115746"/>
            <a:ext cx="1479892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dirty="0">
                <a:ea typeface="標楷體" pitchFamily="65" charset="-120"/>
                <a:cs typeface="Calibri" pitchFamily="34" charset="0"/>
              </a:rPr>
              <a:t>Environment</a:t>
            </a:r>
            <a:endParaRPr kumimoji="1" lang="zh-CN" altLang="en-US" dirty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77B625A7-2F96-90DF-6439-2F244FD017C7}"/>
              </a:ext>
            </a:extLst>
          </p:cNvPr>
          <p:cNvCxnSpPr>
            <a:stCxn id="2" idx="3"/>
            <a:endCxn id="7" idx="3"/>
          </p:cNvCxnSpPr>
          <p:nvPr/>
        </p:nvCxnSpPr>
        <p:spPr bwMode="auto">
          <a:xfrm>
            <a:off x="11075484" y="2185988"/>
            <a:ext cx="12700" cy="1114425"/>
          </a:xfrm>
          <a:prstGeom prst="bentConnector3">
            <a:avLst>
              <a:gd name="adj1" fmla="val 2812504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C8873BB8-2626-2B69-D852-9B0D8BFD2F85}"/>
              </a:ext>
            </a:extLst>
          </p:cNvPr>
          <p:cNvCxnSpPr>
            <a:stCxn id="7" idx="1"/>
            <a:endCxn id="2" idx="1"/>
          </p:cNvCxnSpPr>
          <p:nvPr/>
        </p:nvCxnSpPr>
        <p:spPr bwMode="auto">
          <a:xfrm rot="10800000">
            <a:off x="8989508" y="2185989"/>
            <a:ext cx="12700" cy="1114425"/>
          </a:xfrm>
          <a:prstGeom prst="bentConnector3">
            <a:avLst>
              <a:gd name="adj1" fmla="val 3150000"/>
            </a:avLst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B9F18EA-D8C3-D079-2F11-9777F801CBD9}"/>
              </a:ext>
            </a:extLst>
          </p:cNvPr>
          <p:cNvSpPr txBox="1"/>
          <p:nvPr/>
        </p:nvSpPr>
        <p:spPr>
          <a:xfrm>
            <a:off x="11088184" y="2586149"/>
            <a:ext cx="683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Action</a:t>
            </a:r>
            <a:endParaRPr kumimoji="1" lang="zh-CN" altLang="en-US" sz="14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C93215-E48C-DC45-8D51-59DFE6624037}"/>
              </a:ext>
            </a:extLst>
          </p:cNvPr>
          <p:cNvSpPr txBox="1"/>
          <p:nvPr/>
        </p:nvSpPr>
        <p:spPr>
          <a:xfrm>
            <a:off x="8187685" y="2478428"/>
            <a:ext cx="80182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State</a:t>
            </a:r>
          </a:p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Reward</a:t>
            </a:r>
            <a:endParaRPr kumimoji="1" lang="zh-CN" altLang="en-US" sz="14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D1A923-B48E-F891-0D2D-1975E9546504}"/>
              </a:ext>
            </a:extLst>
          </p:cNvPr>
          <p:cNvSpPr txBox="1"/>
          <p:nvPr/>
        </p:nvSpPr>
        <p:spPr>
          <a:xfrm>
            <a:off x="8154506" y="3687076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4: Overview of RL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1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C82E-3B9D-405E-6F0C-21207180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5F8369E-9708-1B1A-923A-425DE749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(2/6)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1C0100-5E9C-28D6-34D7-579F53139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734156B8-7F20-F292-388C-53741D15CB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24995" y="1125538"/>
                <a:ext cx="7415919" cy="2691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Translating Scheduling into RL:</a:t>
                </a:r>
              </a:p>
              <a:p>
                <a:pPr lvl="1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/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Container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one-hot vector indicating its application ID.</a:t>
                </a:r>
              </a:p>
              <a:p>
                <a:pPr lvl="2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𝑴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indicate the number of containers belong to each M applications.</a:t>
                </a:r>
              </a:p>
              <a:p>
                <a:pPr lvl="2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zh-CN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𝑴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</a:t>
                </a:r>
                <a:r>
                  <a:rPr lang="en-US" altLang="zh-CN" sz="1467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zh-CN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 container onto node </a:t>
                </a:r>
                <a14:m>
                  <m:oMath xmlns:m="http://schemas.openxmlformats.org/officeDocument/2006/math"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734156B8-7F20-F292-388C-53741D15C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995" y="1125538"/>
                <a:ext cx="7415919" cy="2691720"/>
              </a:xfrm>
              <a:prstGeom prst="rect">
                <a:avLst/>
              </a:prstGeom>
              <a:blipFill>
                <a:blip r:embed="rId3"/>
                <a:stretch>
                  <a:fillRect l="-684" t="-1878" r="-1709" b="-23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FA14CD5C-2897-14F7-02C5-B5BE7420AF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774"/>
          <a:stretch>
            <a:fillRect/>
          </a:stretch>
        </p:blipFill>
        <p:spPr>
          <a:xfrm>
            <a:off x="7416798" y="2709862"/>
            <a:ext cx="4746777" cy="27609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内容占位符 5">
                <a:extLst>
                  <a:ext uri="{FF2B5EF4-FFF2-40B4-BE49-F238E27FC236}">
                    <a16:creationId xmlns:a16="http://schemas.microsoft.com/office/drawing/2014/main" id="{46EF9587-31A6-1D5C-12FE-9C57D429193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24994" y="3744688"/>
                <a:ext cx="6969161" cy="2204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1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Reward:</a:t>
                </a:r>
              </a:p>
              <a:p>
                <a:pPr lvl="2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Delayed Reward: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Evaluated only at the final step </a:t>
                </a:r>
                <a14:m>
                  <m:oMath xmlns:m="http://schemas.openxmlformats.org/officeDocument/2006/math"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after the entire batch is scheduled. </a:t>
                </a:r>
              </a:p>
              <a:p>
                <a:pPr lvl="1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Policy:</a:t>
                </a:r>
              </a:p>
              <a:p>
                <a:pPr lvl="2"/>
                <a:r>
                  <a:rPr lang="en-US" altLang="zh-CN" sz="2000" u="sng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REINFORCE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zh-CN" sz="2000" u="sng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Experience Replay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(historical high-reward transitions).</a:t>
                </a:r>
              </a:p>
            </p:txBody>
          </p:sp>
        </mc:Choice>
        <mc:Fallback>
          <p:sp>
            <p:nvSpPr>
              <p:cNvPr id="10" name="内容占位符 5">
                <a:extLst>
                  <a:ext uri="{FF2B5EF4-FFF2-40B4-BE49-F238E27FC236}">
                    <a16:creationId xmlns:a16="http://schemas.microsoft.com/office/drawing/2014/main" id="{46EF9587-31A6-1D5C-12FE-9C57D4291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994" y="3744688"/>
                <a:ext cx="6969161" cy="2204131"/>
              </a:xfrm>
              <a:prstGeom prst="rect">
                <a:avLst/>
              </a:prstGeom>
              <a:blipFill>
                <a:blip r:embed="rId5"/>
                <a:stretch>
                  <a:fillRect t="-1143" r="-182" b="-57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1717148A-7531-849E-7BE9-A4CD603A001F}"/>
              </a:ext>
            </a:extLst>
          </p:cNvPr>
          <p:cNvSpPr txBox="1"/>
          <p:nvPr/>
        </p:nvSpPr>
        <p:spPr>
          <a:xfrm>
            <a:off x="7912197" y="5393908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5: LRAs Scheduling Workflow.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0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7C6-F331-61AD-C1BB-829F9E74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FB08735-472D-C490-ED66-392A73A8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(3/6)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B89275-147E-E3C6-20BA-5A8A721D8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AF28C4D-7346-AD11-79AC-114E319B632C}"/>
              </a:ext>
            </a:extLst>
          </p:cNvPr>
          <p:cNvSpPr txBox="1">
            <a:spLocks/>
          </p:cNvSpPr>
          <p:nvPr/>
        </p:nvSpPr>
        <p:spPr bwMode="auto">
          <a:xfrm>
            <a:off x="624996" y="1125537"/>
            <a:ext cx="5833861" cy="456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Environment Simulator: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Metrics: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RPS directly, avoiding complex low-level resource modeling.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 accuracy with minimal training data.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﻿Hierarchical RL (HRL):</a:t>
            </a:r>
          </a:p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Decomposition: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massive search spaces into simple sub-cluster selections.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Sub-schedulers: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Offline-trained agents handle local placements, dramatically accelerating online scheduling.</a:t>
            </a: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533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AA2F41F-124D-23E4-466B-D7E1C308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562"/>
          <a:stretch>
            <a:fillRect/>
          </a:stretch>
        </p:blipFill>
        <p:spPr>
          <a:xfrm>
            <a:off x="6662057" y="1724381"/>
            <a:ext cx="5529943" cy="380919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B46C318-596D-4592-FAFA-75BD8B08ECFE}"/>
              </a:ext>
            </a:extLst>
          </p:cNvPr>
          <p:cNvSpPr txBox="1"/>
          <p:nvPr/>
        </p:nvSpPr>
        <p:spPr>
          <a:xfrm>
            <a:off x="7549039" y="5689600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6: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﻿Hierarchical RL</a:t>
            </a:r>
            <a:r>
              <a:rPr lang="zh-CN" altLang="en-US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92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306F-B4A5-B502-EBC7-570B0775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9EF3E86-D0BB-591F-11A3-26E30EFD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(4/6)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2A420-7364-1819-1627-64B7715DC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8078984-D771-792B-5017-245EF5764A1C}"/>
              </a:ext>
            </a:extLst>
          </p:cNvPr>
          <p:cNvSpPr txBox="1">
            <a:spLocks/>
          </p:cNvSpPr>
          <p:nvPr/>
        </p:nvSpPr>
        <p:spPr bwMode="auto">
          <a:xfrm>
            <a:off x="624996" y="1125537"/>
            <a:ext cx="4150204" cy="4206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architecture of Metis: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and batch container requests.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(HRL):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RL Agent explores placements via the Environment Simulator.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 Launcher deploys the batch.</a:t>
            </a:r>
          </a:p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Feedback: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Profiler returns real metrics to refine the Simulator.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533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A93661-D4C5-BFA7-8058-8B3BD68FE9B5}"/>
              </a:ext>
            </a:extLst>
          </p:cNvPr>
          <p:cNvSpPr txBox="1"/>
          <p:nvPr/>
        </p:nvSpPr>
        <p:spPr>
          <a:xfrm>
            <a:off x="6620125" y="5331989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7: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BB9C62-C039-9D5E-C029-1A3FD32FA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086" y="1125537"/>
            <a:ext cx="6662057" cy="413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40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F9680-3779-CE42-FF1D-8080B65D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7B4E156-2F06-D9D7-9F52-193F63FA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(5/6)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DB1D0-A7A0-9EBD-3332-D254CCBDB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EBB5558C-E2F8-1CAE-2F22-91497E03352E}"/>
              </a:ext>
            </a:extLst>
          </p:cNvPr>
          <p:cNvSpPr txBox="1">
            <a:spLocks/>
          </p:cNvSpPr>
          <p:nvPr/>
        </p:nvSpPr>
        <p:spPr bwMode="auto">
          <a:xfrm>
            <a:off x="624996" y="1125537"/>
            <a:ext cx="4948490" cy="4206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81-node Amazon EC2 cluster.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Workloads: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real-world Long-Running Applications (LRAs).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Batches: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200, 300, and 400 containers per group.</a:t>
            </a:r>
          </a:p>
          <a:p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Medea: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Constraint-based scheduler (ILP solver).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Paragon: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heuristic scheduler (Interference minimization).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6CCA90-D8B3-9647-1CBB-A5E6EA0F9598}"/>
              </a:ext>
            </a:extLst>
          </p:cNvPr>
          <p:cNvSpPr txBox="1"/>
          <p:nvPr/>
        </p:nvSpPr>
        <p:spPr>
          <a:xfrm>
            <a:off x="5624588" y="4650387"/>
            <a:ext cx="6567412" cy="5847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8: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Metis, Medea and Paragon in an 81-Node Cluster. (Boxes depict the 25</a:t>
            </a:r>
            <a:r>
              <a:rPr lang="en-US" altLang="zh-CN" sz="16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50</a:t>
            </a:r>
            <a:r>
              <a:rPr lang="en-US" altLang="zh-CN" sz="16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75</a:t>
            </a:r>
            <a:r>
              <a:rPr lang="en-US" altLang="zh-CN" sz="16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percentiles, and whiskers the 5</a:t>
            </a:r>
            <a:r>
              <a:rPr lang="en-US" altLang="zh-CN" sz="16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95</a:t>
            </a:r>
            <a:r>
              <a:rPr lang="en-US" altLang="zh-CN" sz="16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78954B-1FEF-CDCF-68AF-2F8DEA401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142" y="1673468"/>
            <a:ext cx="6390367" cy="298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6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9F0E-392E-FB7E-ECA5-89FC435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A688A3C-BF19-7724-51F9-6ACA8EE3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Metis (6/6)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72117-C7C5-A2B8-F011-93B0120E2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EB40F61-36DF-B053-BF00-0D0C33AF5B9A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9056034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Challenges: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 Satisfaction: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Adjusting the RL reward function is often insufficient to strictly guarantee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 Objectives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Placement: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flexibility relies on runtime container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or rescheduling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Metis is limited to single, initial placement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08983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0543-16E0-0CDF-21B7-9F7E6A97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39A93-7515-7DC3-76D7-E1162A34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8E2E26-D0AE-0E35-4EF1-92FF9A56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F13C7CB-E8B5-A513-8320-0DD65F490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22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170A-29DD-7C71-BDF0-9DAC25F9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E04C8E9-6229-876F-7E7E-10D9CC44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(1/10)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971D86-6BC2-CBC2-6560-EE0FA0E67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B9BB2E97-B0DF-4FDE-BE1B-4EB8E5EFDC05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6543396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Migrations: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Reactive adjustments cause "ping-pong" migrations, wasting resources.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 Violations: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guarantee performance during sudden load spikes.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Predictive Control (MPC):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Formulates proactive scheduling as a constrained optimization problem over a finite future horizon to guarantee SLOs.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Workflow: </a:t>
            </a:r>
            <a:r>
              <a:rPr lang="en" altLang="zh-C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Observe </a:t>
            </a:r>
            <a:r>
              <a:rPr lang="en" altLang="zh-C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itchFamily="2" charset="2"/>
              </a:rPr>
              <a:t> Predict  Optimize.</a:t>
            </a:r>
            <a:endParaRPr lang="en-US" altLang="zh-CN" sz="2000" kern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39BB79BD-CDEE-718C-A78F-CC72FDE591A1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 bwMode="auto">
          <a:xfrm>
            <a:off x="10223575" y="1622464"/>
            <a:ext cx="774868" cy="2251506"/>
          </a:xfrm>
          <a:prstGeom prst="bentConnector3">
            <a:avLst>
              <a:gd name="adj1" fmla="val 129502"/>
            </a:avLst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BB422F34-5A09-FAE8-5962-5B63246C8EE9}"/>
              </a:ext>
            </a:extLst>
          </p:cNvPr>
          <p:cNvCxnSpPr>
            <a:cxnSpLocks/>
            <a:stCxn id="11" idx="1"/>
            <a:endCxn id="10" idx="1"/>
          </p:cNvCxnSpPr>
          <p:nvPr/>
        </p:nvCxnSpPr>
        <p:spPr bwMode="auto">
          <a:xfrm rot="10800000" flipH="1">
            <a:off x="7489819" y="1622464"/>
            <a:ext cx="647779" cy="2251506"/>
          </a:xfrm>
          <a:prstGeom prst="bentConnector3">
            <a:avLst>
              <a:gd name="adj1" fmla="val -35290"/>
            </a:avLst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2D1C7FD-92D9-FABA-BB6A-33520DFFD660}"/>
              </a:ext>
            </a:extLst>
          </p:cNvPr>
          <p:cNvSpPr txBox="1"/>
          <p:nvPr/>
        </p:nvSpPr>
        <p:spPr>
          <a:xfrm>
            <a:off x="10765182" y="2277290"/>
            <a:ext cx="8018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State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A304E7-2BA3-A405-C97A-A76C8B9E695E}"/>
              </a:ext>
            </a:extLst>
          </p:cNvPr>
          <p:cNvSpPr txBox="1"/>
          <p:nvPr/>
        </p:nvSpPr>
        <p:spPr>
          <a:xfrm>
            <a:off x="7366142" y="5325789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9: Basic MPC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BDA5048-E0F8-A7F2-A2C4-795C346EFBC0}"/>
              </a:ext>
            </a:extLst>
          </p:cNvPr>
          <p:cNvSpPr/>
          <p:nvPr/>
        </p:nvSpPr>
        <p:spPr bwMode="auto">
          <a:xfrm>
            <a:off x="8137599" y="1222852"/>
            <a:ext cx="2085976" cy="79922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>
                <a:latin typeface="Arial" pitchFamily="34" charset="0"/>
                <a:ea typeface="新細明體" pitchFamily="18" charset="-120"/>
              </a:rPr>
              <a:t>Environment</a:t>
            </a:r>
            <a:endParaRPr kumimoji="1" lang="zh-CN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2946EC8-C26A-04B6-3793-197A45A38E85}"/>
              </a:ext>
            </a:extLst>
          </p:cNvPr>
          <p:cNvSpPr/>
          <p:nvPr/>
        </p:nvSpPr>
        <p:spPr bwMode="auto">
          <a:xfrm>
            <a:off x="7489820" y="2573957"/>
            <a:ext cx="3508623" cy="26000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4372E1E1-8B36-9A12-B787-E29E49C4B708}"/>
              </a:ext>
            </a:extLst>
          </p:cNvPr>
          <p:cNvCxnSpPr>
            <a:cxnSpLocks/>
            <a:stCxn id="14" idx="3"/>
            <a:endCxn id="16" idx="3"/>
          </p:cNvCxnSpPr>
          <p:nvPr/>
        </p:nvCxnSpPr>
        <p:spPr bwMode="auto">
          <a:xfrm>
            <a:off x="9990984" y="3209946"/>
            <a:ext cx="296136" cy="1118270"/>
          </a:xfrm>
          <a:prstGeom prst="bentConnector3">
            <a:avLst>
              <a:gd name="adj1" fmla="val 177194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D31C4A94-17F1-C96F-D94E-A9F0CECF9CC7}"/>
              </a:ext>
            </a:extLst>
          </p:cNvPr>
          <p:cNvCxnSpPr>
            <a:cxnSpLocks/>
            <a:stCxn id="16" idx="1"/>
            <a:endCxn id="14" idx="1"/>
          </p:cNvCxnSpPr>
          <p:nvPr/>
        </p:nvCxnSpPr>
        <p:spPr bwMode="auto">
          <a:xfrm rot="10800000" flipH="1">
            <a:off x="8201143" y="3209946"/>
            <a:ext cx="307255" cy="1118270"/>
          </a:xfrm>
          <a:prstGeom prst="bentConnector3">
            <a:avLst>
              <a:gd name="adj1" fmla="val -74401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5C0B940-CF36-F809-A9C8-DEECC0945BE5}"/>
              </a:ext>
            </a:extLst>
          </p:cNvPr>
          <p:cNvSpPr txBox="1"/>
          <p:nvPr/>
        </p:nvSpPr>
        <p:spPr>
          <a:xfrm>
            <a:off x="8555940" y="4775318"/>
            <a:ext cx="1725589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MPC Module</a:t>
            </a:r>
            <a:endParaRPr kumimoji="1" lang="zh-CN" altLang="en-US" sz="1600" dirty="0">
              <a:latin typeface="Arial" panose="020B0604020202020204" pitchFamily="34" charset="0"/>
              <a:ea typeface="標楷體" pitchFamily="65" charset="-12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1394878-6BD5-1BF5-F546-77AFF6619B71}"/>
              </a:ext>
            </a:extLst>
          </p:cNvPr>
          <p:cNvSpPr txBox="1"/>
          <p:nvPr/>
        </p:nvSpPr>
        <p:spPr>
          <a:xfrm>
            <a:off x="6835537" y="2288436"/>
            <a:ext cx="8018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Action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62D8B63-6C1E-B2AC-9F3E-4875885AFA7B}"/>
              </a:ext>
            </a:extLst>
          </p:cNvPr>
          <p:cNvSpPr txBox="1"/>
          <p:nvPr/>
        </p:nvSpPr>
        <p:spPr>
          <a:xfrm>
            <a:off x="9978684" y="3380124"/>
            <a:ext cx="99212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 anchorCtr="1">
            <a:spAutoFit/>
          </a:bodyPr>
          <a:lstStyle/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State </a:t>
            </a:r>
          </a:p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Prediction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773B452-D847-00E6-FE9F-18059BD5C602}"/>
              </a:ext>
            </a:extLst>
          </p:cNvPr>
          <p:cNvSpPr txBox="1"/>
          <p:nvPr/>
        </p:nvSpPr>
        <p:spPr>
          <a:xfrm>
            <a:off x="7662455" y="3546928"/>
            <a:ext cx="8018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 anchorCtr="1">
            <a:spAutoFit/>
          </a:bodyPr>
          <a:lstStyle/>
          <a:p>
            <a:pPr algn="ctr"/>
            <a:r>
              <a:rPr kumimoji="1" lang="en-US" altLang="zh-CN" sz="1400" dirty="0">
                <a:ea typeface="標楷體" pitchFamily="65" charset="-120"/>
                <a:cs typeface="Calibri" pitchFamily="34" charset="0"/>
              </a:rPr>
              <a:t>Action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F0A8C25-C2C9-2F77-7A53-8AA783A42EA3}"/>
              </a:ext>
            </a:extLst>
          </p:cNvPr>
          <p:cNvSpPr/>
          <p:nvPr/>
        </p:nvSpPr>
        <p:spPr bwMode="auto">
          <a:xfrm>
            <a:off x="8508399" y="2867057"/>
            <a:ext cx="1482585" cy="6857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>
                <a:latin typeface="Arial" pitchFamily="34" charset="0"/>
                <a:ea typeface="新細明體" pitchFamily="18" charset="-120"/>
              </a:rPr>
              <a:t>Model</a:t>
            </a:r>
            <a:endParaRPr kumimoji="1" lang="zh-CN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E516600-AC44-3B72-FE17-8D69392A6FBE}"/>
              </a:ext>
            </a:extLst>
          </p:cNvPr>
          <p:cNvSpPr/>
          <p:nvPr/>
        </p:nvSpPr>
        <p:spPr bwMode="auto">
          <a:xfrm>
            <a:off x="8201144" y="3928604"/>
            <a:ext cx="2085976" cy="7992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>
                <a:latin typeface="Arial" pitchFamily="34" charset="0"/>
                <a:ea typeface="新細明體" pitchFamily="18" charset="-120"/>
              </a:rPr>
              <a:t>Optimization Solver</a:t>
            </a:r>
            <a:endParaRPr kumimoji="1" lang="zh-CN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471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3CB1-5B7C-A5C2-38F4-DAAF562E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3875F14-07AB-6F29-F1F6-712FD358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(2/10)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A9F160-9CF9-A65F-E820-AC7EECB82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FDEBF861-9270-7487-D798-A63C78A35B76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5587119" cy="42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Resource Consumption Prediction: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Categorize containers into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workloads.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Prediction:</a:t>
            </a:r>
          </a:p>
          <a:p>
            <a:pPr lvl="2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Integrated Moving Average (ARIMA).</a:t>
            </a:r>
          </a:p>
          <a:p>
            <a:pPr lvl="2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Aperiodic: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(LSTM).</a:t>
            </a:r>
            <a:endParaRPr lang="en-US" altLang="zh-CN" sz="2533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a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predictive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every single container.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694A43-6857-D9FA-F0EE-04E9DC02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114" y="1474725"/>
            <a:ext cx="5929389" cy="270380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4D0DC7F-087C-32F5-2A55-07BADB1863D3}"/>
              </a:ext>
            </a:extLst>
          </p:cNvPr>
          <p:cNvSpPr txBox="1"/>
          <p:nvPr/>
        </p:nvSpPr>
        <p:spPr>
          <a:xfrm>
            <a:off x="6408360" y="4178526"/>
            <a:ext cx="5733143" cy="5847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10: Examples of  Containers with Periodic/Aperiodic Resource Consumption Patterns.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77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82F6-8B7A-6691-F6EF-42393239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8D172C3-78EE-1C37-4CAA-DB6680E9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(3/10)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9067F-9856-E228-D492-C3A0B0184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5C4E50D-EA89-E691-8BD4-0951B8084FFD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6543396" cy="315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Scheduling into MPC: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Loal-balancing cost: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DEF061-369D-163B-58E8-4064C5A6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69" y="2108001"/>
            <a:ext cx="6269448" cy="21737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9CBB7E5-7F05-D58F-C0A9-D3A9876E0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769" y="1431973"/>
            <a:ext cx="4504048" cy="47005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CDFC79-9BC1-7BCF-56E0-63ECBBDF225D}"/>
              </a:ext>
            </a:extLst>
          </p:cNvPr>
          <p:cNvSpPr txBox="1"/>
          <p:nvPr/>
        </p:nvSpPr>
        <p:spPr>
          <a:xfrm>
            <a:off x="7168391" y="1093419"/>
            <a:ext cx="4809744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1: Key Notations of Dynamics Model of Tetris.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446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39C0-7257-8F46-F85D-2CA615E2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D2F20C8-2A08-EA88-5642-0A3878B9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(4/10)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5ABA6-EA73-3E58-1DB7-65726E549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127217A6-EA9E-58CC-069F-D7FEC12B8204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6543396" cy="315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Scheduling into MPC: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cost: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EDC825-0C50-3EFA-AA1A-DCCE7E075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69" y="1431973"/>
            <a:ext cx="4504048" cy="47005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D829A62-C98A-B6D3-C732-A1D6C308FE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29"/>
          <a:stretch>
            <a:fillRect/>
          </a:stretch>
        </p:blipFill>
        <p:spPr>
          <a:xfrm>
            <a:off x="1882279" y="2206051"/>
            <a:ext cx="3717471" cy="9013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BAB6C4-DC00-3F82-1685-0DF35086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739" y="3474974"/>
            <a:ext cx="4512355" cy="4623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7154256-59BE-750E-2EDF-FCB7EC2C1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846" y="4442467"/>
            <a:ext cx="3763693" cy="599818"/>
          </a:xfrm>
          <a:prstGeom prst="rect">
            <a:avLst/>
          </a:prstGeom>
        </p:spPr>
      </p:pic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66AB4573-C6BF-95C6-7365-AC110FAC53D8}"/>
              </a:ext>
            </a:extLst>
          </p:cNvPr>
          <p:cNvSpPr txBox="1">
            <a:spLocks/>
          </p:cNvSpPr>
          <p:nvPr/>
        </p:nvSpPr>
        <p:spPr bwMode="auto">
          <a:xfrm>
            <a:off x="1285351" y="2966622"/>
            <a:ext cx="862763" cy="462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内容占位符 5">
            <a:extLst>
              <a:ext uri="{FF2B5EF4-FFF2-40B4-BE49-F238E27FC236}">
                <a16:creationId xmlns:a16="http://schemas.microsoft.com/office/drawing/2014/main" id="{7C344415-18C3-6977-F9E4-5A13EDD906BA}"/>
              </a:ext>
            </a:extLst>
          </p:cNvPr>
          <p:cNvSpPr txBox="1">
            <a:spLocks/>
          </p:cNvSpPr>
          <p:nvPr/>
        </p:nvSpPr>
        <p:spPr bwMode="auto">
          <a:xfrm>
            <a:off x="1285351" y="4073772"/>
            <a:ext cx="550706" cy="462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DD9BA6-E93E-2E05-399F-849D366303CB}"/>
              </a:ext>
            </a:extLst>
          </p:cNvPr>
          <p:cNvSpPr txBox="1"/>
          <p:nvPr/>
        </p:nvSpPr>
        <p:spPr>
          <a:xfrm>
            <a:off x="7168391" y="1093419"/>
            <a:ext cx="4809744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1: Key Notations of Dynamics Model of Tetris.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108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75DC-96DF-C19E-E550-EB611BB7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01CBE0E-BE27-0257-13D8-913973A0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(5/10)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D16EE-2477-E3D4-A8EA-167058239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6D74CFD-121C-771C-8A68-C4F10D1F425F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6543396" cy="315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Scheduling into MPC: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cost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F52605-B985-7EDC-9383-CDB16391B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69" y="1431973"/>
            <a:ext cx="4504048" cy="47005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01B884-73DD-4C3F-9625-CB5C3B854006}"/>
              </a:ext>
            </a:extLst>
          </p:cNvPr>
          <p:cNvSpPr txBox="1"/>
          <p:nvPr/>
        </p:nvSpPr>
        <p:spPr>
          <a:xfrm>
            <a:off x="7168391" y="1093419"/>
            <a:ext cx="4809744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1: Key Notations of Dynamics Model of Tetris.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F6DBDD-04C5-D6C2-656C-272ED44A2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130" y="1947069"/>
            <a:ext cx="3416300" cy="571500"/>
          </a:xfrm>
          <a:prstGeom prst="rect">
            <a:avLst/>
          </a:prstGeom>
        </p:spPr>
      </p:pic>
      <p:sp>
        <p:nvSpPr>
          <p:cNvPr id="7" name="内容占位符 5">
            <a:extLst>
              <a:ext uri="{FF2B5EF4-FFF2-40B4-BE49-F238E27FC236}">
                <a16:creationId xmlns:a16="http://schemas.microsoft.com/office/drawing/2014/main" id="{1628A428-49A8-C6D5-548B-EE3D5199DB86}"/>
              </a:ext>
            </a:extLst>
          </p:cNvPr>
          <p:cNvSpPr txBox="1">
            <a:spLocks/>
          </p:cNvSpPr>
          <p:nvPr/>
        </p:nvSpPr>
        <p:spPr bwMode="auto">
          <a:xfrm>
            <a:off x="624995" y="2514942"/>
            <a:ext cx="6543396" cy="57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problem: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853544-38CC-BD53-6B73-DB101ECA6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2902340"/>
            <a:ext cx="3204739" cy="15634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44B7346-7E38-6A84-35E2-E905D76B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548" y="4461334"/>
            <a:ext cx="4829633" cy="143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60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CDBD-3377-C0FE-F9AE-FEB38D0D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9407224-981E-CD14-B0CC-36C9D9D0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(6/10)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38C955-48D4-FFE0-EA73-4EC4D31F6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7BCEB5FF-69FC-CAD0-3F69-9A4FBF210C49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6543396" cy="3156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Accelerating MPC: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full MILP problem for large-scale clusters is computationally intractable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utilization thresholds to restrict migration candidates:</a:t>
            </a:r>
          </a:p>
          <a:p>
            <a:pPr marL="457176" lvl="1" indent="0">
              <a:buNone/>
            </a:pPr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5206CF-8F66-53F9-3916-F225C69E0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69" y="1431973"/>
            <a:ext cx="4504048" cy="47005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37DCA6-74F7-DB75-53BA-90D3C915DE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284"/>
          <a:stretch>
            <a:fillRect/>
          </a:stretch>
        </p:blipFill>
        <p:spPr>
          <a:xfrm>
            <a:off x="489759" y="2875882"/>
            <a:ext cx="4430005" cy="18184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5">
                <a:extLst>
                  <a:ext uri="{FF2B5EF4-FFF2-40B4-BE49-F238E27FC236}">
                    <a16:creationId xmlns:a16="http://schemas.microsoft.com/office/drawing/2014/main" id="{2903ED60-A170-18FD-FBB3-5A596451AEF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64922" y="4896665"/>
                <a:ext cx="5799618" cy="13993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en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minimum number of containers which satisfies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  <m:e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𝑐𝑝</m:t>
                        </m:r>
                        <m:sSup>
                          <m:sSupPr>
                            <m:ctrlP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𝐶𝑃𝑈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acc>
                      </m:e>
                    </m:nary>
                  </m:oMath>
                </a14:m>
                <a:r>
                  <a:rPr lang="en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𝑚𝑒𝑚</m:t>
                            </m:r>
                          </m:e>
                          <m:sup>
                            <m: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𝑀𝐸𝑀</m:t>
                            </m:r>
                            <m: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2000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acc>
                      </m:e>
                    </m:nary>
                  </m:oMath>
                </a14:m>
                <a:endParaRPr lang="en" altLang="zh-CN" sz="20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5">
                <a:extLst>
                  <a:ext uri="{FF2B5EF4-FFF2-40B4-BE49-F238E27FC236}">
                    <a16:creationId xmlns:a16="http://schemas.microsoft.com/office/drawing/2014/main" id="{2903ED60-A170-18FD-FBB3-5A596451A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4922" y="4896665"/>
                <a:ext cx="5799618" cy="1399333"/>
              </a:xfrm>
              <a:prstGeom prst="rect">
                <a:avLst/>
              </a:prstGeom>
              <a:blipFill>
                <a:blip r:embed="rId5"/>
                <a:stretch>
                  <a:fillRect l="-1092" t="-7207" b="-342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81AEB40D-6ACC-456E-258C-04D32424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82" t="68242"/>
          <a:stretch>
            <a:fillRect/>
          </a:stretch>
        </p:blipFill>
        <p:spPr>
          <a:xfrm>
            <a:off x="4132504" y="3822365"/>
            <a:ext cx="3417866" cy="8901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85F755-50B0-F51F-6753-B4DDD6E57D8A}"/>
              </a:ext>
            </a:extLst>
          </p:cNvPr>
          <p:cNvSpPr txBox="1"/>
          <p:nvPr/>
        </p:nvSpPr>
        <p:spPr>
          <a:xfrm>
            <a:off x="7168391" y="1093419"/>
            <a:ext cx="4809744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1: Key Notations of Dynamics Model of Tetris.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95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CB7E-AF66-AC41-6CA8-5517F1F9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D1FB4E2-E73A-D462-8BE0-DC9E5575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(7/10)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01634-DB84-15AD-FED3-86A7376D9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296BB47-C355-6094-5879-5DEE3706C2BD}"/>
              </a:ext>
            </a:extLst>
          </p:cNvPr>
          <p:cNvSpPr txBox="1">
            <a:spLocks/>
          </p:cNvSpPr>
          <p:nvPr/>
        </p:nvSpPr>
        <p:spPr bwMode="auto">
          <a:xfrm>
            <a:off x="624995" y="1112285"/>
            <a:ext cx="5403585" cy="378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Accelerating MPC: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Method: </a:t>
            </a:r>
          </a:p>
          <a:p>
            <a:pPr lvl="2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Solutions: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Randomly sample possible scheduling actions instead of computing explicit exact solutions.</a:t>
            </a:r>
          </a:p>
          <a:p>
            <a:pPr lvl="2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Selection: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sampled trajectories and apply the one with the minimum projected cost.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FD4EEE6-8E6E-6030-40D4-FD31141B84A6}"/>
                  </a:ext>
                </a:extLst>
              </p:cNvPr>
              <p:cNvSpPr txBox="1"/>
              <p:nvPr/>
            </p:nvSpPr>
            <p:spPr>
              <a:xfrm>
                <a:off x="6649203" y="1098046"/>
                <a:ext cx="5542797" cy="584775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Algorithm 1: </a:t>
                </a:r>
                <a:r>
                  <a:rPr lang="en" altLang="zh-CN" sz="1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Monte Carlo Method for MPC Solving in Tetris.</a:t>
                </a:r>
              </a:p>
              <a:p>
                <a:pPr algn="ctr"/>
                <a:r>
                  <a:rPr kumimoji="1" lang="en" altLang="zh-CN" sz="1600" kern="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b="0" i="1" kern="0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0" i="1" kern="0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600" b="0" i="1" kern="0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" altLang="zh-CN" sz="1600" kern="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is the mapping from container set </a:t>
                </a:r>
                <a14:m>
                  <m:oMath xmlns:m="http://schemas.openxmlformats.org/officeDocument/2006/math">
                    <m:r>
                      <a:rPr kumimoji="1" lang="en-US" altLang="zh-CN" sz="1600" b="0" i="1" kern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" altLang="zh-CN" sz="1600" kern="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to server set </a:t>
                </a:r>
                <a14:m>
                  <m:oMath xmlns:m="http://schemas.openxmlformats.org/officeDocument/2006/math">
                    <m:r>
                      <a:rPr kumimoji="1" lang="en-US" altLang="zh-CN" sz="1600" b="0" i="1" kern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kumimoji="1" lang="en" altLang="zh-CN" sz="1600" kern="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kumimoji="1" lang="en-US" altLang="zh-CN" sz="1600" b="0" i="1" kern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" altLang="zh-CN" sz="1600" kern="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.)</a:t>
                </a:r>
                <a:endParaRPr kumimoji="1" lang="zh-CN" altLang="en-US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FD4EEE6-8E6E-6030-40D4-FD31141B8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203" y="1098046"/>
                <a:ext cx="5542797" cy="584775"/>
              </a:xfrm>
              <a:prstGeom prst="rect">
                <a:avLst/>
              </a:prstGeom>
              <a:blipFill>
                <a:blip r:embed="rId3"/>
                <a:stretch>
                  <a:fillRect l="-1142" t="-2128" r="-1142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D973A30E-45A5-4FD5-7002-0A6A49246CE8}"/>
              </a:ext>
            </a:extLst>
          </p:cNvPr>
          <p:cNvGrpSpPr/>
          <p:nvPr/>
        </p:nvGrpSpPr>
        <p:grpSpPr>
          <a:xfrm>
            <a:off x="6981373" y="1682821"/>
            <a:ext cx="4732537" cy="4303778"/>
            <a:chOff x="7168391" y="1580205"/>
            <a:chExt cx="4732537" cy="4303778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AE7D7E2-CFE4-4F4E-8A3D-770052E63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68391" y="1580205"/>
              <a:ext cx="4732537" cy="430377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4DA216E-730D-2B4F-1715-B6F0350EF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27133" y="3446928"/>
              <a:ext cx="1387079" cy="27624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279BFFA-4CB1-42D6-70B1-5292D94B5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19656" y="3446928"/>
              <a:ext cx="1147349" cy="262085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F02C941-8420-804A-0DB6-8BEF77098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3642" y="3709013"/>
              <a:ext cx="1055314" cy="271157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F943F9D-33FB-799D-3CC0-373BEC57612E}"/>
                </a:ext>
              </a:extLst>
            </p:cNvPr>
            <p:cNvSpPr/>
            <p:nvPr/>
          </p:nvSpPr>
          <p:spPr bwMode="auto">
            <a:xfrm>
              <a:off x="9388956" y="3732094"/>
              <a:ext cx="1270226" cy="248076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C39AA31-4C72-E15B-F3EA-D87EA7C1F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89291" y="4688040"/>
              <a:ext cx="496152" cy="248076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0634F1C-A03E-5B1E-9EA3-5E2A0419CC2E}"/>
                </a:ext>
              </a:extLst>
            </p:cNvPr>
            <p:cNvSpPr/>
            <p:nvPr/>
          </p:nvSpPr>
          <p:spPr bwMode="auto">
            <a:xfrm>
              <a:off x="10785442" y="4666436"/>
              <a:ext cx="906885" cy="248076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276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A3E4-A633-0088-3C82-9C533109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70C1BF2-37F3-B024-3AD6-60F18D4D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(8/10)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06B558-A2A8-411B-C148-861E98BBA0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30457E4-0E8E-C38C-FEF0-175076874EA8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4900527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architecture of Tetris: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Trains dedicated hybrid models (ARIMA/LSTM) to forecast future resource demands for each container.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Formulates SLOs and physical capacities as strict constraints within an optimization problem.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FFC92B-FC13-63B1-CDC4-C741EFC7FF60}"/>
              </a:ext>
            </a:extLst>
          </p:cNvPr>
          <p:cNvSpPr txBox="1"/>
          <p:nvPr/>
        </p:nvSpPr>
        <p:spPr>
          <a:xfrm>
            <a:off x="6861181" y="4931945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11: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 Tetris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E2A128-F094-7442-B0D7-65B2AD1F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23" y="1685931"/>
            <a:ext cx="6427294" cy="324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85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C7E-36DF-FDBF-5E84-BD6767E4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53C7D75-FBDB-ABD0-048D-81CBC654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(9/10)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1A4DDF-E503-EAC3-704E-483882697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7A241D3E-4BA1-5A35-A382-5AF7CA7FA8EB}"/>
              </a:ext>
            </a:extLst>
          </p:cNvPr>
          <p:cNvSpPr txBox="1">
            <a:spLocks/>
          </p:cNvSpPr>
          <p:nvPr/>
        </p:nvSpPr>
        <p:spPr bwMode="auto">
          <a:xfrm>
            <a:off x="624996" y="1125537"/>
            <a:ext cx="4948490" cy="467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10-node Amazon EC2 cluster (m6a.large instances).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Workloads: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representative containerized applications (Apache Tomcat, Redis, and ResNet50).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containers evaluated over 5 timeslots (5 minutes per timeslot).</a:t>
            </a:r>
          </a:p>
          <a:p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Sandpiper: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worst-fit scheduler (minimizes resource load index).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Metis+: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RL-based scheduler (optimizes scheduling over infinite future).</a:t>
            </a:r>
          </a:p>
          <a:p>
            <a:pPr marL="457176" lvl="1" indent="0">
              <a:buNone/>
            </a:pP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BEBF07-88F2-2281-DD25-69CDBC292E23}"/>
              </a:ext>
            </a:extLst>
          </p:cNvPr>
          <p:cNvSpPr txBox="1"/>
          <p:nvPr/>
        </p:nvSpPr>
        <p:spPr>
          <a:xfrm>
            <a:off x="5624588" y="4650387"/>
            <a:ext cx="6567412" cy="5847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12: ﻿Performance comparison of Tetris with Sandpiper and Metis+ strategies under K8s-based prototype experiments.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B3A77-9A69-072A-98E9-2ED6ABDB3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791" y="1947555"/>
            <a:ext cx="6461209" cy="270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87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C394-EC35-DA1F-B260-0CFF62F5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50524B9-1EB9-B4E1-7B71-D46657A7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Tetris (10/10)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C9C88B-A091-672A-EB29-86EEA7C31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05D29EB-2E52-54A6-F1A9-917BD1AA3D8C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9056034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Challenges: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Overhead: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Per-container predictive modeling is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unscalable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massive clusters.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 Uncertainty: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entirely on deterministic Neural Network predictions. Fails to provide robustness against </a:t>
            </a:r>
            <a:r>
              <a:rPr lang="en-US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inevitable prediction errors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377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0EBC-D430-4A14-1F96-4E63BF88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8EFAB-6567-229D-C4A2-3E6DABF0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67B1C0-7299-2DEC-9151-F1B88D07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27F6264-1515-5B2A-722F-CF55CC2E4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358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5867-4431-FD12-3F7F-E2726BA5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4855008-4290-2329-6291-C7279C78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OptScaler</a:t>
            </a:r>
            <a:r>
              <a:rPr lang="en-US" altLang="zh-CN" dirty="0"/>
              <a:t> (1/5)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CE4FB-D8F5-412B-DA5E-61234B03B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C93069F-2650-40BF-6223-8EF560EBA843}"/>
              </a:ext>
            </a:extLst>
          </p:cNvPr>
          <p:cNvSpPr txBox="1">
            <a:spLocks/>
          </p:cNvSpPr>
          <p:nvPr/>
        </p:nvSpPr>
        <p:spPr bwMode="auto">
          <a:xfrm>
            <a:off x="624996" y="1125538"/>
            <a:ext cx="6101482" cy="353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Prediction: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single model for all LRAs (long/short-term patterns).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MPC: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Incorporates prediction uncertainty to strictly guarantee SLOs.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Settings: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Nodes: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node runs the exact same combination of LRAs.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1:1 Mapping: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container strictly hosts only one LRA.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00C4F5-F0A9-0D1F-35CD-26EADCB847D6}"/>
              </a:ext>
            </a:extLst>
          </p:cNvPr>
          <p:cNvSpPr txBox="1"/>
          <p:nvPr/>
        </p:nvSpPr>
        <p:spPr>
          <a:xfrm>
            <a:off x="8002090" y="5364967"/>
            <a:ext cx="3626402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13: Cluster Settings for 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OptScaler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FB6AD47-3A0A-2640-AD2A-306F17844E09}"/>
              </a:ext>
            </a:extLst>
          </p:cNvPr>
          <p:cNvSpPr/>
          <p:nvPr/>
        </p:nvSpPr>
        <p:spPr bwMode="auto">
          <a:xfrm>
            <a:off x="7307799" y="1479176"/>
            <a:ext cx="4645017" cy="3800579"/>
          </a:xfrm>
          <a:prstGeom prst="roundRect">
            <a:avLst>
              <a:gd name="adj" fmla="val 16169"/>
            </a:avLst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4B91415-9E47-A167-085A-1347FF7DC1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33" r="6194" b="22708"/>
          <a:stretch>
            <a:fillRect/>
          </a:stretch>
        </p:blipFill>
        <p:spPr>
          <a:xfrm>
            <a:off x="9228116" y="1235777"/>
            <a:ext cx="1053137" cy="419193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7E731C96-A106-2A2F-AEBD-4027C771895E}"/>
              </a:ext>
            </a:extLst>
          </p:cNvPr>
          <p:cNvGrpSpPr/>
          <p:nvPr/>
        </p:nvGrpSpPr>
        <p:grpSpPr>
          <a:xfrm>
            <a:off x="7568561" y="1636280"/>
            <a:ext cx="1550207" cy="3481316"/>
            <a:chOff x="6014565" y="2684939"/>
            <a:chExt cx="1550207" cy="3481316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8EF46401-1344-4F36-2106-5EEC425AB6ED}"/>
                </a:ext>
              </a:extLst>
            </p:cNvPr>
            <p:cNvSpPr/>
            <p:nvPr/>
          </p:nvSpPr>
          <p:spPr bwMode="auto">
            <a:xfrm>
              <a:off x="6014565" y="2855935"/>
              <a:ext cx="1550207" cy="3310320"/>
            </a:xfrm>
            <a:prstGeom prst="roundRect">
              <a:avLst>
                <a:gd name="adj" fmla="val 16169"/>
              </a:avLst>
            </a:pr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A9B68C4-F27E-000B-1E0F-ED8C37D2DAE5}"/>
                </a:ext>
              </a:extLst>
            </p:cNvPr>
            <p:cNvSpPr/>
            <p:nvPr/>
          </p:nvSpPr>
          <p:spPr bwMode="auto">
            <a:xfrm>
              <a:off x="6108354" y="3096577"/>
              <a:ext cx="1349721" cy="2889886"/>
            </a:xfrm>
            <a:prstGeom prst="roundRect">
              <a:avLst>
                <a:gd name="adj" fmla="val 16169"/>
              </a:avLst>
            </a:pr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CC8A97C7-3FA7-F963-7DC6-485DAA29EF27}"/>
                </a:ext>
              </a:extLst>
            </p:cNvPr>
            <p:cNvSpPr/>
            <p:nvPr/>
          </p:nvSpPr>
          <p:spPr bwMode="auto">
            <a:xfrm>
              <a:off x="6260755" y="3248978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7F2DDB8-49E3-54F6-1609-55C2B46758EB}"/>
                </a:ext>
              </a:extLst>
            </p:cNvPr>
            <p:cNvSpPr txBox="1"/>
            <p:nvPr/>
          </p:nvSpPr>
          <p:spPr>
            <a:xfrm>
              <a:off x="6202845" y="3308528"/>
              <a:ext cx="1173645" cy="584775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(LRA1)</a:t>
              </a:r>
            </a:p>
          </p:txBody>
        </p:sp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EE34F355-7C00-AA65-9BF1-4D2DAEBE16D9}"/>
                </a:ext>
              </a:extLst>
            </p:cNvPr>
            <p:cNvSpPr/>
            <p:nvPr/>
          </p:nvSpPr>
          <p:spPr bwMode="auto">
            <a:xfrm>
              <a:off x="6260755" y="4188183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F5659A6-13D6-62FA-4C9C-222F4EC18EDC}"/>
                </a:ext>
              </a:extLst>
            </p:cNvPr>
            <p:cNvSpPr txBox="1"/>
            <p:nvPr/>
          </p:nvSpPr>
          <p:spPr>
            <a:xfrm>
              <a:off x="6202845" y="4239791"/>
              <a:ext cx="1173645" cy="33855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</p:txBody>
        </p:sp>
        <p:pic>
          <p:nvPicPr>
            <p:cNvPr id="32" name="Picture 4" descr="How to launch an Apache Web Server from the CLI | by Marshall Hubbard |  Nerd For Tech | Medium">
              <a:extLst>
                <a:ext uri="{FF2B5EF4-FFF2-40B4-BE49-F238E27FC236}">
                  <a16:creationId xmlns:a16="http://schemas.microsoft.com/office/drawing/2014/main" id="{B6076EFF-466F-D24E-D70B-59279A2A5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606" y="3607127"/>
              <a:ext cx="764789" cy="38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6" descr="GitHub - apache/mxnet: Lightweight, Portable, Flexible Distributed/Mobile  Deep Learning with Dynamic, Mutation-aware Dataflow Dep Scheduler; for  Python, R, Julia, Scala, Go, Javascript and more">
              <a:extLst>
                <a:ext uri="{FF2B5EF4-FFF2-40B4-BE49-F238E27FC236}">
                  <a16:creationId xmlns:a16="http://schemas.microsoft.com/office/drawing/2014/main" id="{5B4E67F5-F23F-24D6-D520-72306FC178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7297" y="4585376"/>
              <a:ext cx="754810" cy="258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296D736-5B06-F8CB-D377-26A73CF5152A}"/>
                </a:ext>
              </a:extLst>
            </p:cNvPr>
            <p:cNvSpPr/>
            <p:nvPr/>
          </p:nvSpPr>
          <p:spPr bwMode="auto">
            <a:xfrm>
              <a:off x="6244373" y="5116036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pic>
          <p:nvPicPr>
            <p:cNvPr id="34" name="Picture 8" descr="Redis original wordmark logo - free Icon PNG, SVG">
              <a:extLst>
                <a:ext uri="{FF2B5EF4-FFF2-40B4-BE49-F238E27FC236}">
                  <a16:creationId xmlns:a16="http://schemas.microsoft.com/office/drawing/2014/main" id="{594523E0-7755-5627-A5BF-42B5FC29B3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727"/>
            <a:stretch>
              <a:fillRect/>
            </a:stretch>
          </p:blipFill>
          <p:spPr bwMode="auto">
            <a:xfrm>
              <a:off x="6512258" y="5497005"/>
              <a:ext cx="518677" cy="338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154D93D-CB23-D220-D983-B47B7487C362}"/>
                </a:ext>
              </a:extLst>
            </p:cNvPr>
            <p:cNvSpPr txBox="1"/>
            <p:nvPr/>
          </p:nvSpPr>
          <p:spPr>
            <a:xfrm>
              <a:off x="6197674" y="5138931"/>
              <a:ext cx="1173645" cy="33855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E5BA63-FE0D-35C6-72E8-E57A07205684}"/>
                </a:ext>
              </a:extLst>
            </p:cNvPr>
            <p:cNvSpPr txBox="1"/>
            <p:nvPr/>
          </p:nvSpPr>
          <p:spPr>
            <a:xfrm>
              <a:off x="6461203" y="2684939"/>
              <a:ext cx="65692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Node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CF500D5-2719-6C81-5CD6-2223ACF94BC1}"/>
              </a:ext>
            </a:extLst>
          </p:cNvPr>
          <p:cNvGrpSpPr/>
          <p:nvPr/>
        </p:nvGrpSpPr>
        <p:grpSpPr>
          <a:xfrm>
            <a:off x="9371953" y="1619751"/>
            <a:ext cx="1550207" cy="3481316"/>
            <a:chOff x="6014565" y="2684939"/>
            <a:chExt cx="1550207" cy="3481316"/>
          </a:xfrm>
        </p:grpSpPr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4F8B2054-DCE0-E0BA-674F-8722E7569B9E}"/>
                </a:ext>
              </a:extLst>
            </p:cNvPr>
            <p:cNvSpPr/>
            <p:nvPr/>
          </p:nvSpPr>
          <p:spPr bwMode="auto">
            <a:xfrm>
              <a:off x="6014565" y="2855935"/>
              <a:ext cx="1550207" cy="3310320"/>
            </a:xfrm>
            <a:prstGeom prst="roundRect">
              <a:avLst>
                <a:gd name="adj" fmla="val 16169"/>
              </a:avLst>
            </a:pr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3" name="圆角矩形 42">
              <a:extLst>
                <a:ext uri="{FF2B5EF4-FFF2-40B4-BE49-F238E27FC236}">
                  <a16:creationId xmlns:a16="http://schemas.microsoft.com/office/drawing/2014/main" id="{D22224CA-AF71-960D-CDDF-B6085F4FC036}"/>
                </a:ext>
              </a:extLst>
            </p:cNvPr>
            <p:cNvSpPr/>
            <p:nvPr/>
          </p:nvSpPr>
          <p:spPr bwMode="auto">
            <a:xfrm>
              <a:off x="6108354" y="3096577"/>
              <a:ext cx="1349721" cy="2889886"/>
            </a:xfrm>
            <a:prstGeom prst="roundRect">
              <a:avLst>
                <a:gd name="adj" fmla="val 16169"/>
              </a:avLst>
            </a:pr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4" name="圆角矩形 43">
              <a:extLst>
                <a:ext uri="{FF2B5EF4-FFF2-40B4-BE49-F238E27FC236}">
                  <a16:creationId xmlns:a16="http://schemas.microsoft.com/office/drawing/2014/main" id="{B66C4A37-631F-8544-6DA1-3F8084D959B1}"/>
                </a:ext>
              </a:extLst>
            </p:cNvPr>
            <p:cNvSpPr/>
            <p:nvPr/>
          </p:nvSpPr>
          <p:spPr bwMode="auto">
            <a:xfrm>
              <a:off x="6260755" y="3248978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189FF04-FFBA-44AC-1E97-A1A207ADC9A1}"/>
                </a:ext>
              </a:extLst>
            </p:cNvPr>
            <p:cNvSpPr txBox="1"/>
            <p:nvPr/>
          </p:nvSpPr>
          <p:spPr>
            <a:xfrm>
              <a:off x="6202845" y="3308528"/>
              <a:ext cx="1173645" cy="584775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(LRA1)</a:t>
              </a: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C348C02E-80CE-1D34-B06D-C7EEFC1F38D3}"/>
                </a:ext>
              </a:extLst>
            </p:cNvPr>
            <p:cNvSpPr/>
            <p:nvPr/>
          </p:nvSpPr>
          <p:spPr bwMode="auto">
            <a:xfrm>
              <a:off x="6260755" y="4188183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BE33C15-1649-5B90-CE00-638C4E6D354A}"/>
                </a:ext>
              </a:extLst>
            </p:cNvPr>
            <p:cNvSpPr txBox="1"/>
            <p:nvPr/>
          </p:nvSpPr>
          <p:spPr>
            <a:xfrm>
              <a:off x="6202845" y="4239791"/>
              <a:ext cx="1173645" cy="33855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</p:txBody>
        </p:sp>
        <p:pic>
          <p:nvPicPr>
            <p:cNvPr id="48" name="Picture 4" descr="How to launch an Apache Web Server from the CLI | by Marshall Hubbard |  Nerd For Tech | Medium">
              <a:extLst>
                <a:ext uri="{FF2B5EF4-FFF2-40B4-BE49-F238E27FC236}">
                  <a16:creationId xmlns:a16="http://schemas.microsoft.com/office/drawing/2014/main" id="{AF65A81F-2543-8003-5C82-57AE584EA9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1606" y="3607127"/>
              <a:ext cx="764789" cy="38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6" descr="GitHub - apache/mxnet: Lightweight, Portable, Flexible Distributed/Mobile  Deep Learning with Dynamic, Mutation-aware Dataflow Dep Scheduler; for  Python, R, Julia, Scala, Go, Javascript and more">
              <a:extLst>
                <a:ext uri="{FF2B5EF4-FFF2-40B4-BE49-F238E27FC236}">
                  <a16:creationId xmlns:a16="http://schemas.microsoft.com/office/drawing/2014/main" id="{E6DE8A05-0BC8-6C2E-EE59-A15B358DD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7297" y="4585376"/>
              <a:ext cx="754810" cy="258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1E4293A2-EDBE-9C62-2C1B-4FDC14CA0AF4}"/>
                </a:ext>
              </a:extLst>
            </p:cNvPr>
            <p:cNvSpPr/>
            <p:nvPr/>
          </p:nvSpPr>
          <p:spPr bwMode="auto">
            <a:xfrm>
              <a:off x="6244373" y="5116036"/>
              <a:ext cx="1054446" cy="794386"/>
            </a:xfrm>
            <a:prstGeom prst="roundRect">
              <a:avLst>
                <a:gd name="adj" fmla="val 16169"/>
              </a:avLst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pic>
          <p:nvPicPr>
            <p:cNvPr id="51" name="Picture 8" descr="Redis original wordmark logo - free Icon PNG, SVG">
              <a:extLst>
                <a:ext uri="{FF2B5EF4-FFF2-40B4-BE49-F238E27FC236}">
                  <a16:creationId xmlns:a16="http://schemas.microsoft.com/office/drawing/2014/main" id="{795F5932-6EAE-4456-2540-9F2A81FFCA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727"/>
            <a:stretch>
              <a:fillRect/>
            </a:stretch>
          </p:blipFill>
          <p:spPr bwMode="auto">
            <a:xfrm>
              <a:off x="6512258" y="5497005"/>
              <a:ext cx="518677" cy="338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693C50C-DECC-20AA-56BC-6C9F00BE2C04}"/>
                </a:ext>
              </a:extLst>
            </p:cNvPr>
            <p:cNvSpPr txBox="1"/>
            <p:nvPr/>
          </p:nvSpPr>
          <p:spPr>
            <a:xfrm>
              <a:off x="6197674" y="5138931"/>
              <a:ext cx="1173645" cy="33855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Container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A662AA9-9A8D-6C1F-33AD-53E4D424FE6F}"/>
                </a:ext>
              </a:extLst>
            </p:cNvPr>
            <p:cNvSpPr txBox="1"/>
            <p:nvPr/>
          </p:nvSpPr>
          <p:spPr>
            <a:xfrm>
              <a:off x="6461203" y="2684939"/>
              <a:ext cx="65692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Node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257AF54A-1009-220F-8F3A-B5F233E5DA17}"/>
              </a:ext>
            </a:extLst>
          </p:cNvPr>
          <p:cNvSpPr txBox="1"/>
          <p:nvPr/>
        </p:nvSpPr>
        <p:spPr>
          <a:xfrm>
            <a:off x="11121055" y="3146106"/>
            <a:ext cx="492443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2400" b="1" dirty="0">
                <a:ea typeface="標楷體" pitchFamily="65" charset="-120"/>
                <a:cs typeface="Calibri" pitchFamily="34" charset="0"/>
              </a:rPr>
              <a:t>…</a:t>
            </a:r>
            <a:endParaRPr kumimoji="1" lang="zh-CN" altLang="en-US" b="1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314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4BC3-4764-604D-5FF0-09BE654A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83581C9-6D4E-835C-1648-715664F8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OptScaler</a:t>
            </a:r>
            <a:r>
              <a:rPr lang="en-US" altLang="zh-CN" dirty="0"/>
              <a:t> (2/5)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DF822-C59B-D024-3279-7783BB20A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4267C0F-0ED4-4E91-6380-92B64F2D0B81}"/>
              </a:ext>
            </a:extLst>
          </p:cNvPr>
          <p:cNvSpPr txBox="1">
            <a:spLocks/>
          </p:cNvSpPr>
          <p:nvPr/>
        </p:nvSpPr>
        <p:spPr bwMode="auto">
          <a:xfrm>
            <a:off x="624995" y="1641152"/>
            <a:ext cx="5330539" cy="206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Periodic Block: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series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diverse daily/weekly periodic patterns.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Local Block: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" altLang="zh-CN" sz="20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Seq2seq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wit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Flow-Attention to capture local trends and unexpected spikes.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93CC93-DD16-393B-DB18-9A459484D5E3}"/>
              </a:ext>
            </a:extLst>
          </p:cNvPr>
          <p:cNvSpPr txBox="1"/>
          <p:nvPr/>
        </p:nvSpPr>
        <p:spPr>
          <a:xfrm>
            <a:off x="6692394" y="4777064"/>
            <a:ext cx="4762743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14: 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OptScaler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Long/Short-term Prediction Block.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FA9C30-EBC7-5959-C3AE-27DDEBBBC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534" y="1503094"/>
            <a:ext cx="6236465" cy="3154632"/>
          </a:xfrm>
          <a:prstGeom prst="rect">
            <a:avLst/>
          </a:prstGeom>
        </p:spPr>
      </p:pic>
      <p:sp>
        <p:nvSpPr>
          <p:cNvPr id="3" name="内容占位符 5">
            <a:extLst>
              <a:ext uri="{FF2B5EF4-FFF2-40B4-BE49-F238E27FC236}">
                <a16:creationId xmlns:a16="http://schemas.microsoft.com/office/drawing/2014/main" id="{05A4ED3F-AEC9-188B-4770-69C21F907566}"/>
              </a:ext>
            </a:extLst>
          </p:cNvPr>
          <p:cNvSpPr txBox="1">
            <a:spLocks/>
          </p:cNvSpPr>
          <p:nvPr/>
        </p:nvSpPr>
        <p:spPr bwMode="auto">
          <a:xfrm>
            <a:off x="624995" y="1126359"/>
            <a:ext cx="5583407" cy="514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Prediction (Proactive Module):</a:t>
            </a:r>
          </a:p>
        </p:txBody>
      </p:sp>
    </p:spTree>
    <p:extLst>
      <p:ext uri="{BB962C8B-B14F-4D97-AF65-F5344CB8AC3E}">
        <p14:creationId xmlns:p14="http://schemas.microsoft.com/office/powerpoint/2010/main" val="1836909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14C6-408E-8C37-09E6-BBAC59B8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6A310E9-48AA-9183-5B49-0C55365C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OptScaler</a:t>
            </a:r>
            <a:r>
              <a:rPr lang="en-US" altLang="zh-CN" dirty="0"/>
              <a:t> (3/5)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0D2F03-41B4-0AA1-02D8-BB61C616A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7D2A39A1-487C-A951-0818-F56B9CC22BC9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8"/>
            <a:ext cx="7372129" cy="1902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Estimation (Reactive Module):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Linear CPU Estimator: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FAB029-C7F2-CB71-4E32-63A55C72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014" y="1962388"/>
            <a:ext cx="2774089" cy="5984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A837CD-FF87-1CB8-337E-FC1153D7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636" y="4370848"/>
            <a:ext cx="3993327" cy="598455"/>
          </a:xfrm>
          <a:prstGeom prst="rect">
            <a:avLst/>
          </a:prstGeom>
        </p:spPr>
      </p:pic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CFEE1C0E-FD47-1231-FB6F-8623B9FC974A}"/>
              </a:ext>
            </a:extLst>
          </p:cNvPr>
          <p:cNvSpPr txBox="1">
            <a:spLocks/>
          </p:cNvSpPr>
          <p:nvPr/>
        </p:nvSpPr>
        <p:spPr bwMode="auto">
          <a:xfrm>
            <a:off x="1415407" y="4969303"/>
            <a:ext cx="8611996" cy="1044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76" lvl="1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specific formulation allows the MPC to use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Constraints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mathematically guaranteeing SLO confidence even when predictions deviate.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5">
                <a:extLst>
                  <a:ext uri="{FF2B5EF4-FFF2-40B4-BE49-F238E27FC236}">
                    <a16:creationId xmlns:a16="http://schemas.microsoft.com/office/drawing/2014/main" id="{FFEBDC88-63A2-53A2-BEF6-24390834770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24995" y="2582082"/>
                <a:ext cx="7372129" cy="1630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2"/>
                <a14:m>
                  <m:oMath xmlns:m="http://schemas.openxmlformats.org/officeDocument/2006/math"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CN" sz="2000" i="1" kern="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is the CPU utilization,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  <m:r>
                      <m:rPr>
                        <m:nor/>
                      </m:rPr>
                      <a:rPr lang="en-US" altLang="zh-CN" sz="2000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m:rPr>
                        <m:nor/>
                      </m:rPr>
                      <a:rPr lang="en-US" altLang="zh-CN" sz="2000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^</m:t>
                    </m:r>
                    <m:r>
                      <m:rPr>
                        <m:nor/>
                      </m:rPr>
                      <a:rPr lang="en-US" altLang="zh-CN" sz="2000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000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workload vector for all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LRAs,</a:t>
                </a:r>
              </a:p>
              <a:p>
                <a:pPr lvl="2"/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is the number of nodes,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slope and intercept for linear model,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uncertainty obeys:</a:t>
                </a:r>
              </a:p>
            </p:txBody>
          </p:sp>
        </mc:Choice>
        <mc:Fallback xmlns="">
          <p:sp>
            <p:nvSpPr>
              <p:cNvPr id="12" name="内容占位符 5">
                <a:extLst>
                  <a:ext uri="{FF2B5EF4-FFF2-40B4-BE49-F238E27FC236}">
                    <a16:creationId xmlns:a16="http://schemas.microsoft.com/office/drawing/2014/main" id="{FFEBDC88-63A2-53A2-BEF6-243908347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995" y="2582082"/>
                <a:ext cx="7372129" cy="1630431"/>
              </a:xfrm>
              <a:prstGeom prst="rect">
                <a:avLst/>
              </a:prstGeom>
              <a:blipFill>
                <a:blip r:embed="rId5"/>
                <a:stretch>
                  <a:fillRect t="-2326" b="-2170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500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FD1A8-1C86-E8AC-B3BB-C6DCE08B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5222770-0E40-01A6-F940-F9F257CD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OptScaler</a:t>
            </a:r>
            <a:r>
              <a:rPr lang="en-US" altLang="zh-CN" dirty="0"/>
              <a:t> (4/5)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268D0D-5E41-D2FC-B6AA-9CA4C537D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509A9ADB-8DFC-15FE-75EF-E9A555138A44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4900527" cy="4557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architecture of </a:t>
            </a:r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 all LRA workloads using a unified model (Fourier + Seq2seq).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Reactive: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Fine-tunes the CPU estimator via Online Linear Regression and real-time feedback.</a:t>
            </a:r>
          </a:p>
          <a:p>
            <a:pPr lvl="1"/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optimal scaling plans by feeding predictions and feedback into a Robust MPC.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0911AB-EC28-2481-6151-0061B38583C5}"/>
              </a:ext>
            </a:extLst>
          </p:cNvPr>
          <p:cNvSpPr txBox="1"/>
          <p:nvPr/>
        </p:nvSpPr>
        <p:spPr>
          <a:xfrm>
            <a:off x="7092625" y="5700937"/>
            <a:ext cx="375597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 15: 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EFDEF4-D90B-6FBD-C5C2-36C8CCFC7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439" y="1105987"/>
            <a:ext cx="4392351" cy="459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40F1-B336-0D90-29C9-02BD0AAB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0A54C91-7B47-A100-3851-CE629265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OptScaler</a:t>
            </a:r>
            <a:r>
              <a:rPr lang="en-US" altLang="zh-CN" dirty="0"/>
              <a:t> (5/5)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5063F-50C8-51C4-D615-9CF7087AA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0EDB1F49-48B7-66E8-6BB8-3F9F7003A24D}"/>
              </a:ext>
            </a:extLst>
          </p:cNvPr>
          <p:cNvSpPr txBox="1">
            <a:spLocks/>
          </p:cNvSpPr>
          <p:nvPr/>
        </p:nvSpPr>
        <p:spPr bwMode="auto">
          <a:xfrm>
            <a:off x="624995" y="1125537"/>
            <a:ext cx="11327822" cy="692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0A2FD2-86DC-ECAA-10BF-AEE5D2D5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42" y="2548902"/>
            <a:ext cx="10023982" cy="32946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8C3D7E-44B6-3816-0F46-E0F554593515}"/>
                  </a:ext>
                </a:extLst>
              </p:cNvPr>
              <p:cNvSpPr txBox="1"/>
              <p:nvPr/>
            </p:nvSpPr>
            <p:spPr>
              <a:xfrm>
                <a:off x="700581" y="1697900"/>
                <a:ext cx="10790838" cy="851002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Table 2: ﻿Comparison on </a:t>
                </a:r>
                <a:r>
                  <a:rPr kumimoji="1" lang="en-US" altLang="zh-CN" sz="1600" dirty="0" err="1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OptScaler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with other three types of </a:t>
                </a:r>
                <a:r>
                  <a:rPr kumimoji="1" lang="en-US" altLang="zh-CN" sz="1600" dirty="0" err="1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autoscalers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(﻿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𝑣𝑟</m:t>
                        </m:r>
                      </m:sub>
                    </m:sSub>
                  </m:oMath>
                </a14:m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denotes the SLO violation rate,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𝑠𝑢𝑚</m:t>
                        </m:r>
                      </m:sub>
                    </m:sSub>
                  </m:oMath>
                </a14:m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denotes the accumulated magnitude of SLO violation,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標楷體" pitchFamily="65" charset="-120"/>
                            <a:cs typeface="Times New Roman" panose="020206030504050203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kumimoji="1" lang="en-US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denotes the resource cost.</a:t>
                </a:r>
                <a:r>
                  <a:rPr kumimoji="1" lang="zh-CN" altLang="en-US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600" b="0" i="1" smtClean="0">
                        <a:latin typeface="Cambria Math" panose="02040503050406030204" pitchFamily="18" charset="0"/>
                        <a:ea typeface="標楷體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kumimoji="1" lang="zh-CN" altLang="en-US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 </a:t>
                </a:r>
                <a:r>
                  <a:rPr kumimoji="1" lang="en" altLang="zh-CN" sz="1600" dirty="0">
                    <a:latin typeface="Times New Roman" panose="02020603050405020304" pitchFamily="18" charset="0"/>
                    <a:ea typeface="標楷體" pitchFamily="65" charset="-120"/>
                    <a:cs typeface="Times New Roman" panose="02020603050405020304" pitchFamily="18" charset="0"/>
                  </a:rPr>
                  <a:t>is the percentile of recent CPU utilization samples of Autopilot. D is the time horizon in the optimization model.)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E8C3D7E-44B6-3816-0F46-E0F55459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1" y="1697900"/>
                <a:ext cx="10790838" cy="851002"/>
              </a:xfrm>
              <a:prstGeom prst="rect">
                <a:avLst/>
              </a:prstGeom>
              <a:blipFill>
                <a:blip r:embed="rId4"/>
                <a:stretch>
                  <a:fillRect t="-1471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387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1569-1C8A-A75B-AA8C-CBFD9A94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FD0F90-BC42-AD9A-B028-3A6A98EF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62ADC6-C586-5544-9190-31AE1B69D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696C311-2F06-FD71-CA62-6247891B6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423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2D34-6F5D-0C83-71A3-B5C5168E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AA9750D-869A-C200-2EE5-D8B1E07F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 (1/1)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84A16E-E0AA-76E1-A1F6-A555003FF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53FF7D9F-1225-843A-172D-12A2CC82D7FA}"/>
              </a:ext>
            </a:extLst>
          </p:cNvPr>
          <p:cNvSpPr txBox="1">
            <a:spLocks/>
          </p:cNvSpPr>
          <p:nvPr/>
        </p:nvSpPr>
        <p:spPr bwMode="auto">
          <a:xfrm>
            <a:off x="455372" y="1264050"/>
            <a:ext cx="10595455" cy="44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Scheduling Paradigms: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Metis (RL): Soft constraints. Scalable but lacks strict SLO guarantees.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Tetris (MPC): Hard constraints. Proactive but vulnerable to deterministic prediction errors.</a:t>
            </a:r>
          </a:p>
          <a:p>
            <a:pPr lvl="1"/>
            <a:r>
              <a:rPr lang="en-US" altLang="zh-C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(Robust MPC): Chance constraints. Collaborative architecture handling inherent uncertainty.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  <a:p>
            <a:pPr lvl="1"/>
            <a:r>
              <a:rPr lang="en-US" altLang="zh-CN" sz="1867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Model Learning:</a:t>
            </a:r>
            <a:r>
              <a:rPr lang="en-US" altLang="zh-CN" sz="1867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adapting predictive models on-the-fly with minimal system overhead.</a:t>
            </a:r>
          </a:p>
          <a:p>
            <a:pPr lvl="1"/>
            <a:r>
              <a:rPr lang="en-US" altLang="zh-CN" sz="1867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Analysis:</a:t>
            </a:r>
            <a:r>
              <a:rPr lang="en-US" altLang="zh-CN" sz="1867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Establishing rigorous stability and optimality bounds for data-driven control in dynamic cloud environments.</a:t>
            </a: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49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DAAF-BFD4-FEF3-6F9D-35534775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2177D-EC79-F9F2-8C7C-4B9FE9C8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7AF6F0-C5E7-0D29-3478-D5C22B651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﻿Metis (5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﻿Tetris (7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OptScaler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E37C813-FC69-F78F-5346-9CC5E57F7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74816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4547</TotalTime>
  <Words>2277</Words>
  <Application>Microsoft Macintosh PowerPoint</Application>
  <PresentationFormat>宽屏</PresentationFormat>
  <Paragraphs>361</Paragraphs>
  <Slides>36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楷体</vt:lpstr>
      <vt:lpstr>標楷體</vt:lpstr>
      <vt:lpstr>MS Sans Serif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Data-Driven Control for Cloud Resources  2026.03.05</vt:lpstr>
      <vt:lpstr>Outline</vt:lpstr>
      <vt:lpstr>Outline</vt:lpstr>
      <vt:lpstr>Introduction (1/2)</vt:lpstr>
      <vt:lpstr>Introduction (2/2)</vt:lpstr>
      <vt:lpstr>Outline</vt:lpstr>
      <vt:lpstr>Background &amp; Motivation (1/3)</vt:lpstr>
      <vt:lpstr>Background &amp; Motivation (2/3)</vt:lpstr>
      <vt:lpstr>Background &amp; Motivation (3/3)</vt:lpstr>
      <vt:lpstr>Outline</vt:lpstr>
      <vt:lpstr>Metis (1/6)</vt:lpstr>
      <vt:lpstr>Metis (2/6)</vt:lpstr>
      <vt:lpstr>Metis (3/6)</vt:lpstr>
      <vt:lpstr>Metis (4/6)</vt:lpstr>
      <vt:lpstr>Metis (5/6)</vt:lpstr>
      <vt:lpstr>Metis (6/6)</vt:lpstr>
      <vt:lpstr>Outline</vt:lpstr>
      <vt:lpstr>Tetris (1/10)</vt:lpstr>
      <vt:lpstr>Tetris (2/10)</vt:lpstr>
      <vt:lpstr>Tetris (3/10)</vt:lpstr>
      <vt:lpstr>Tetris (4/10)</vt:lpstr>
      <vt:lpstr>Tetris (5/10)</vt:lpstr>
      <vt:lpstr>Tetris (6/10)</vt:lpstr>
      <vt:lpstr>Tetris (7/10)</vt:lpstr>
      <vt:lpstr>Tetris (8/10)</vt:lpstr>
      <vt:lpstr>Tetris (9/10)</vt:lpstr>
      <vt:lpstr>Tetris (10/10)</vt:lpstr>
      <vt:lpstr>Outline</vt:lpstr>
      <vt:lpstr>OptScaler (1/5)</vt:lpstr>
      <vt:lpstr>OptScaler (2/5)</vt:lpstr>
      <vt:lpstr>OptScaler (3/5)</vt:lpstr>
      <vt:lpstr>OptScaler (4/5)</vt:lpstr>
      <vt:lpstr>OptScaler (5/5)</vt:lpstr>
      <vt:lpstr>Outline</vt:lpstr>
      <vt:lpstr>Conclusions (1/1)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Yu Mao (SDS,118010224)</cp:lastModifiedBy>
  <cp:revision>71</cp:revision>
  <dcterms:created xsi:type="dcterms:W3CDTF">2020-07-15T11:13:39Z</dcterms:created>
  <dcterms:modified xsi:type="dcterms:W3CDTF">2026-03-04T09:36:03Z</dcterms:modified>
</cp:coreProperties>
</file>