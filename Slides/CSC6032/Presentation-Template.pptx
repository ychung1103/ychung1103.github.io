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10"/>
  </p:notesMasterIdLst>
  <p:sldIdLst>
    <p:sldId id="256" r:id="rId3"/>
    <p:sldId id="258" r:id="rId4"/>
    <p:sldId id="289" r:id="rId5"/>
    <p:sldId id="516" r:id="rId6"/>
    <p:sldId id="517" r:id="rId7"/>
    <p:sldId id="509" r:id="rId8"/>
    <p:sldId id="518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2026/1/4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70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1882455"/>
          </a:xfrm>
        </p:spPr>
        <p:txBody>
          <a:bodyPr/>
          <a:lstStyle/>
          <a:p>
            <a:pPr algn="ctr"/>
            <a:r>
              <a:rPr lang="en-US" altLang="zh-CN" sz="4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Yeh-Ching Chung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Emulation Technique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538"/>
            <a:ext cx="10972800" cy="283686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talk about emulation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virtualization technique can be treated as a special case of emulation technique.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virtualization techniques were developed in or inherited from emulation technique.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emulation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method for enabling a (sub)system to present the same interface and characteristics as another.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6173" y="4082144"/>
            <a:ext cx="444613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4D8AE41-E9DB-DC4B-0813-8BAB041C6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Emulation Technique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678" y="1125538"/>
            <a:ext cx="10517722" cy="4796292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emulation implementations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Emulator interprets only one instruction at a time.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Binary Translation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Emulator translates a block of guest binary at a time and further optimizes for repeated instruction executions.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Binary Translation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hybrid approach of emulator, which mix two approaches above.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challenges and issues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mapping problem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DEEDA1E-DF89-AFB5-6372-BF049FEF9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6540" y="1077686"/>
            <a:ext cx="10112829" cy="145868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(VM) is a software implementation of a machine (i.e. a computer) that executes programs like a physical machine, i.e., add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Virtualizing Software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and support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or system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72" y="3004457"/>
            <a:ext cx="7543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219C45F4-7572-2CE8-3D02-7331B11AB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85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296525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241</Words>
  <Application>Microsoft Office PowerPoint</Application>
  <PresentationFormat>宽屏</PresentationFormat>
  <Paragraphs>53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MS Sans Serif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Virtualization Techniques</vt:lpstr>
      <vt:lpstr>Outline</vt:lpstr>
      <vt:lpstr>Virtualization Techniques</vt:lpstr>
      <vt:lpstr>Introduction - Emulation Technique (1)</vt:lpstr>
      <vt:lpstr>Introduction - Emulation Technique (2)</vt:lpstr>
      <vt:lpstr>Introduction - Virtual Machine</vt:lpstr>
      <vt:lpstr>Virtualization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Chung Yehching (SDS)</cp:lastModifiedBy>
  <cp:revision>14</cp:revision>
  <dcterms:created xsi:type="dcterms:W3CDTF">2020-07-15T11:13:39Z</dcterms:created>
  <dcterms:modified xsi:type="dcterms:W3CDTF">2026-01-04T07:58:06Z</dcterms:modified>
</cp:coreProperties>
</file>