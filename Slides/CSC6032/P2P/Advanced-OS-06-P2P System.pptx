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6.jpg" ContentType="image/jpg"/>
  <Override PartName="/ppt/media/image15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311" r:id="rId4"/>
    <p:sldId id="258" r:id="rId5"/>
    <p:sldId id="312" r:id="rId6"/>
    <p:sldId id="310" r:id="rId7"/>
    <p:sldId id="309" r:id="rId8"/>
    <p:sldId id="259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08" r:id="rId4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2" y="2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5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D5393-8BF9-42ED-B669-565C0909054E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8911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BEE11-F213-487C-A0EF-305D06D0EA9D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78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6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intel.com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P2P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CDBE3-98D7-B8FC-0EEA-DDCCCA745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5C818D-FD60-6805-C2D1-A4FE9D458CE1}"/>
              </a:ext>
            </a:extLst>
          </p:cNvPr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A7F0D-7BD4-E326-3260-347DE6C8BBA1}"/>
              </a:ext>
            </a:extLst>
          </p:cNvPr>
          <p:cNvSpPr txBox="1">
            <a:spLocks/>
          </p:cNvSpPr>
          <p:nvPr/>
        </p:nvSpPr>
        <p:spPr>
          <a:xfrm>
            <a:off x="1078029" y="818147"/>
            <a:ext cx="7272951" cy="260863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>
                <a:solidFill>
                  <a:srgbClr val="FF0000"/>
                </a:solidFill>
              </a:rPr>
              <a:t>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Technical Overview</a:t>
            </a:r>
            <a:endParaRPr lang="en-US" altLang="zh-CN" sz="2400" kern="0" spc="-8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RIOT in Action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FA89297F-C180-77BF-1F07-87E17BC25C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schemeClr val="bg1"/>
                </a:solidFill>
              </a:rPr>
              <a:t>2</a:t>
            </a:fld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98" y="92761"/>
            <a:ext cx="7929596" cy="519113"/>
          </a:xfrm>
        </p:spPr>
        <p:txBody>
          <a:bodyPr/>
          <a:lstStyle/>
          <a:p>
            <a:r>
              <a:rPr lang="en-US" altLang="zh-CN" spc="113" dirty="0"/>
              <a:t>Client-Server Model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63498" y="831065"/>
            <a:ext cx="6892847" cy="969016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Workstation is powerless that it can not do any task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user (Operator) can control the workstation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AFF3AB0-AA7E-3C8F-5D35-E2DA98AF87D9}"/>
              </a:ext>
            </a:extLst>
          </p:cNvPr>
          <p:cNvGrpSpPr/>
          <p:nvPr/>
        </p:nvGrpSpPr>
        <p:grpSpPr>
          <a:xfrm>
            <a:off x="2700814" y="1981809"/>
            <a:ext cx="3985821" cy="2570940"/>
            <a:chOff x="2845192" y="1981809"/>
            <a:chExt cx="3985821" cy="257094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66502FF-4066-F34C-ADB3-26FF42323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5192" y="1981809"/>
              <a:ext cx="3985821" cy="257094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7D46F71-B332-B5D1-4C09-108B7EBFA122}"/>
                </a:ext>
              </a:extLst>
            </p:cNvPr>
            <p:cNvSpPr txBox="1"/>
            <p:nvPr/>
          </p:nvSpPr>
          <p:spPr>
            <a:xfrm>
              <a:off x="4472152" y="3589141"/>
              <a:ext cx="971340" cy="33855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Pure P2P</a:t>
              </a:r>
              <a:endParaRPr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753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4657" y="837169"/>
            <a:ext cx="7218946" cy="1789753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sz="2000" spc="38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sz="2000" spc="94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4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sz="2000" spc="13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53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6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</a:t>
            </a:r>
            <a:endParaRPr lang="en-US" sz="2000" spc="2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Presents</a:t>
            </a:r>
            <a:r>
              <a:rPr sz="2000" spc="94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9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000" spc="16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sz="2000" spc="6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9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sz="2000" spc="18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Unused</a:t>
            </a:r>
            <a:r>
              <a:rPr sz="2000" spc="15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sz="2000" spc="21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8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spc="113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3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000" spc="143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sz="2000" spc="6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sz="2000" spc="-83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000" spc="4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sz="2000" spc="127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27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sz="2000" spc="153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spc="4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4FCDED-68DF-4288-E706-848707392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30F645-75D1-C10F-DE32-F694D710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6" y="108349"/>
            <a:ext cx="7674663" cy="519113"/>
          </a:xfrm>
        </p:spPr>
        <p:txBody>
          <a:bodyPr/>
          <a:lstStyle/>
          <a:p>
            <a:r>
              <a:rPr lang="en-US" altLang="zh-CN" spc="150" dirty="0"/>
              <a:t>Client/Server</a:t>
            </a:r>
            <a:r>
              <a:rPr lang="en-US" altLang="zh-CN" spc="240" dirty="0"/>
              <a:t> </a:t>
            </a:r>
            <a:r>
              <a:rPr lang="en-US" altLang="zh-CN" spc="45" dirty="0"/>
              <a:t>Limitations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98" y="92761"/>
            <a:ext cx="7929596" cy="519113"/>
          </a:xfrm>
        </p:spPr>
        <p:txBody>
          <a:bodyPr/>
          <a:lstStyle/>
          <a:p>
            <a:r>
              <a:rPr lang="en-US" altLang="zh-CN" spc="113" dirty="0"/>
              <a:t>P2P Model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63498" y="831065"/>
            <a:ext cx="7402986" cy="969016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Workstation is powerful enough to do some tasks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workstation and server can remote-control the workstation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9DD6D9-E6E0-36EE-3A69-ADEF8E6F0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22" y="2107857"/>
            <a:ext cx="2068201" cy="244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5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98" y="92761"/>
            <a:ext cx="7929596" cy="519113"/>
          </a:xfrm>
        </p:spPr>
        <p:txBody>
          <a:bodyPr/>
          <a:lstStyle/>
          <a:p>
            <a:r>
              <a:rPr lang="en-US" altLang="zh-CN" spc="113" dirty="0"/>
              <a:t>P2P</a:t>
            </a:r>
            <a:r>
              <a:rPr lang="en-US" altLang="zh-CN" spc="120" dirty="0"/>
              <a:t> </a:t>
            </a:r>
            <a:r>
              <a:rPr lang="en-US" altLang="zh-CN" spc="153" dirty="0"/>
              <a:t>Network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55032" y="831065"/>
            <a:ext cx="6910939" cy="2323232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network is a technology that enables two or more peers to collaborate spontaneously in a network of equal peers by using appropriate information and communication systems without the necessity for central coordination.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-8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File/information/resource </a:t>
            </a:r>
            <a:r>
              <a:rPr lang="en-US" altLang="zh-CN" sz="2000" spc="-8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</a:t>
            </a:r>
            <a:r>
              <a:rPr lang="en-US" altLang="zh-CN" sz="2400" spc="-8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zh-CN" sz="24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altLang="zh-CN" sz="2000" spc="3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000" spc="-8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-8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DBFABB89-B3B0-E19A-99D4-479A85BE30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0672" y="2785979"/>
            <a:ext cx="2034056" cy="167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9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EA62BE0-1B74-7635-9CD3-B31625F1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8" y="1946217"/>
            <a:ext cx="4482173" cy="25436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57686" y="822373"/>
            <a:ext cx="6478896" cy="964688"/>
          </a:xfrm>
          <a:prstGeom prst="rect">
            <a:avLst/>
          </a:prstGeom>
        </p:spPr>
        <p:txBody>
          <a:bodyPr vert="horz" wrap="square" lIns="0" tIns="40958" rIns="0" bIns="0" rtlCol="0">
            <a:spAutoFit/>
          </a:bodyPr>
          <a:lstStyle/>
          <a:p>
            <a:pPr indent="-1800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are</a:t>
            </a:r>
            <a:r>
              <a:rPr 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overlay networks withou</a:t>
            </a:r>
            <a:r>
              <a:rPr 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ontrol</a:t>
            </a:r>
            <a:r>
              <a:rPr 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application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are decentralized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27ED4E-52A0-DB62-711D-F0C184E5017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914400" y="82549"/>
            <a:ext cx="7761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Overlay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20C938CF-B688-6904-D930-7C7946DA0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98" y="92761"/>
            <a:ext cx="7929596" cy="519113"/>
          </a:xfrm>
        </p:spPr>
        <p:txBody>
          <a:bodyPr/>
          <a:lstStyle/>
          <a:p>
            <a:r>
              <a:rPr lang="en-US" altLang="zh-CN" spc="139" dirty="0"/>
              <a:t>Client-</a:t>
            </a:r>
            <a:r>
              <a:rPr lang="en-US" altLang="zh-CN" spc="146" dirty="0"/>
              <a:t>Server </a:t>
            </a:r>
            <a:r>
              <a:rPr lang="en-US" altLang="zh-CN" spc="68" dirty="0"/>
              <a:t>&amp;</a:t>
            </a:r>
            <a:r>
              <a:rPr lang="en-US" altLang="zh-CN" spc="83" dirty="0"/>
              <a:t> </a:t>
            </a:r>
            <a:r>
              <a:rPr lang="en-US" altLang="zh-CN" spc="113" dirty="0"/>
              <a:t>P2P</a:t>
            </a:r>
            <a:r>
              <a:rPr lang="en-US" altLang="zh-CN" spc="120" dirty="0"/>
              <a:t> </a:t>
            </a:r>
            <a:r>
              <a:rPr lang="en-US" altLang="zh-CN" spc="153" dirty="0"/>
              <a:t>Network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087656" y="898442"/>
            <a:ext cx="7449953" cy="2841323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5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spc="-23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altLang="zh-CN" sz="2000" spc="12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spcBef>
                <a:spcPts val="356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34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altLang="zh-CN" sz="2000" spc="34" dirty="0">
                <a:solidFill>
                  <a:srgbClr val="1818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spc="-8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6825" lvl="2" indent="-342900">
              <a:spcBef>
                <a:spcPts val="356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Computers</a:t>
            </a:r>
            <a:r>
              <a:rPr lang="en-US" altLang="zh-CN" sz="2000" spc="16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zh-CN" sz="2000" spc="23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</a:t>
            </a:r>
            <a:r>
              <a:rPr lang="en-US" altLang="zh-CN" sz="2000" spc="25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809625" lvl="1" indent="-342900">
              <a:spcBef>
                <a:spcPts val="356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Peers-to-Peer</a:t>
            </a:r>
            <a:r>
              <a:rPr lang="en-US" altLang="zh-CN" sz="2000" spc="15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spc="-15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(P2P)</a:t>
            </a:r>
            <a:endParaRPr lang="en-US" altLang="zh-CN" sz="200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6825" lvl="2" indent="-342900">
              <a:spcBef>
                <a:spcPts val="356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Computers</a:t>
            </a:r>
            <a:r>
              <a:rPr lang="en-US" altLang="zh-CN" sz="2000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zh-CN" sz="2000" spc="16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US" altLang="zh-CN" sz="2000" spc="2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409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67653" algn="l"/>
              </a:tabLst>
            </a:pPr>
            <a:r>
              <a:rPr lang="en-US" altLang="zh-CN" sz="2000" spc="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altLang="zh-CN" sz="2000" spc="19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r>
              <a:rPr lang="en-US" altLang="zh-CN" sz="2000" spc="5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</a:t>
            </a:r>
            <a:r>
              <a:rPr lang="en-US" altLang="zh-CN" sz="2000" spc="124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altLang="zh-CN" sz="2000" spc="10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409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67653" algn="l"/>
              </a:tabLst>
            </a:pPr>
            <a:r>
              <a:rPr lang="en-US" altLang="zh-CN" sz="2000" spc="49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</a:t>
            </a:r>
            <a:r>
              <a:rPr lang="en-US" altLang="zh-CN" sz="2000" spc="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2000" spc="-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lang="en-US" altLang="zh-CN" sz="2000" spc="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2000" spc="15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2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rare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9608" lvl="1" indent="-342900">
              <a:lnSpc>
                <a:spcPts val="2321"/>
              </a:lnSpc>
              <a:spcBef>
                <a:spcPts val="281"/>
              </a:spcBef>
              <a:buClr>
                <a:srgbClr val="181834"/>
              </a:buClr>
              <a:buFont typeface="Symbol" panose="05050102010706020507" pitchFamily="18" charset="2"/>
              <a:buChar char="-"/>
              <a:tabLst>
                <a:tab pos="564356" algn="l"/>
              </a:tabLst>
            </a:pP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en-US" altLang="zh-CN" sz="2000" spc="165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3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2000" spc="83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lang="en-US" altLang="zh-CN" sz="2000" spc="135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rely</a:t>
            </a:r>
            <a:r>
              <a:rPr lang="en-US" altLang="zh-CN" sz="2000" spc="23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9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2000" spc="113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US" altLang="zh-CN" sz="2000" spc="146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altLang="zh-CN" sz="2000" spc="79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spc="161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211C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98" y="92761"/>
            <a:ext cx="7929596" cy="519113"/>
          </a:xfrm>
        </p:spPr>
        <p:txBody>
          <a:bodyPr/>
          <a:lstStyle/>
          <a:p>
            <a:r>
              <a:rPr lang="en-US" altLang="zh-CN" spc="113" dirty="0"/>
              <a:t>P2P</a:t>
            </a:r>
            <a:r>
              <a:rPr lang="en-US" altLang="zh-CN" spc="120" dirty="0"/>
              <a:t> </a:t>
            </a:r>
            <a:r>
              <a:rPr lang="en-US" altLang="zh-CN" spc="153" dirty="0"/>
              <a:t>Network Features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93533" y="908067"/>
            <a:ext cx="6756933" cy="2815675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49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en-US" altLang="zh-CN" sz="2000" spc="1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2000" spc="-5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altLang="zh-CN" sz="2000" spc="-23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  <a:r>
              <a:rPr lang="en-US" altLang="zh-CN" sz="2000" spc="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1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routers</a:t>
            </a:r>
          </a:p>
          <a:p>
            <a:pPr marL="809625" lvl="1" indent="-342900">
              <a:spcBef>
                <a:spcPts val="356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105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</a:t>
            </a:r>
            <a:r>
              <a:rPr lang="en-US" altLang="zh-CN" sz="2000" spc="56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9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content,</a:t>
            </a:r>
            <a:r>
              <a:rPr lang="en-US" altLang="zh-CN" sz="2000" spc="4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42F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storage,</a:t>
            </a:r>
            <a:r>
              <a:rPr lang="en-US" altLang="zh-CN" sz="2000" spc="53" dirty="0">
                <a:solidFill>
                  <a:srgbClr val="342F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memory,</a:t>
            </a:r>
            <a:r>
              <a:rPr lang="en-US" altLang="zh-CN" sz="2000" spc="-172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en-US" altLang="zh-CN" sz="2000" spc="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15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2000" spc="-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</a:t>
            </a:r>
            <a:r>
              <a:rPr lang="en-US" altLang="zh-CN" sz="2000" spc="2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</a:t>
            </a:r>
            <a:r>
              <a:rPr lang="en-US" altLang="zh-CN" sz="2000" spc="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authority)</a:t>
            </a: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34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z="2000" spc="17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3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altLang="zh-CN" sz="2000" spc="64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spc="-19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spcBef>
                <a:spcPts val="356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49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n-US" altLang="zh-CN" sz="2000" spc="83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3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</a:t>
            </a:r>
            <a:r>
              <a:rPr lang="en-US" altLang="zh-CN" sz="2000" spc="1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26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spc="4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altLang="zh-CN" sz="2000" spc="34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"frequently“</a:t>
            </a: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109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collaborate</a:t>
            </a:r>
            <a:r>
              <a:rPr lang="en-US" altLang="zh-CN" sz="2000" spc="5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altLang="zh-CN" sz="2000" spc="1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2000" spc="109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zh-CN" sz="2000" spc="53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zh-CN" sz="2000" spc="16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(not</a:t>
            </a:r>
            <a:r>
              <a:rPr lang="en-US" altLang="zh-C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altLang="zh-CN" sz="2000" spc="33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well-known</a:t>
            </a:r>
            <a:r>
              <a:rPr lang="en-US" altLang="zh-CN" sz="2000" spc="293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servers)</a:t>
            </a: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-8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 have widely varying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29846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P2P</a:t>
            </a:r>
            <a:r>
              <a:rPr lang="en-US" altLang="zh-CN" spc="120" dirty="0"/>
              <a:t> </a:t>
            </a:r>
            <a:r>
              <a:rPr lang="en-US" altLang="zh-CN" spc="153" dirty="0"/>
              <a:t>Computing Features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251284" y="887576"/>
            <a:ext cx="7276699" cy="2302714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5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2000" spc="-56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en-US" altLang="zh-CN" sz="2000" spc="-86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18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116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en-US" altLang="zh-CN" sz="2000" spc="-131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4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altLang="zh-CN" sz="2000" spc="11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altLang="zh-CN" sz="2000" spc="244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altLang="zh-CN" sz="2000" spc="146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zh-CN" sz="2000" spc="94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altLang="zh-CN" sz="2000" spc="7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US" altLang="zh-CN" sz="2000" spc="22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altLang="zh-CN" sz="2000" spc="13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altLang="zh-CN" sz="2000" spc="14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altLang="zh-CN" sz="2000" spc="19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13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altLang="zh-CN" sz="2000" spc="127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altLang="zh-CN" sz="2000" spc="15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16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US" altLang="zh-CN" sz="2000" spc="10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2000" spc="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information,</a:t>
            </a:r>
            <a:r>
              <a:rPr lang="en-US" altLang="zh-CN" sz="2000" spc="64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zh-CN" sz="2000" spc="-10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cycles,</a:t>
            </a:r>
            <a:r>
              <a:rPr lang="en-US" altLang="zh-CN" sz="2000" spc="-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en-US" altLang="zh-CN" sz="2000" spc="15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storage,</a:t>
            </a:r>
            <a:r>
              <a:rPr lang="en-US" altLang="zh-CN" sz="2000" spc="64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19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altLang="zh-CN" sz="2000" spc="10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spc="20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356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56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2000" spc="-34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en-US" altLang="zh-CN" sz="2000" spc="-4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</a:t>
            </a:r>
            <a:r>
              <a:rPr lang="en-US" altLang="zh-CN" sz="2000" spc="10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US" altLang="zh-CN" sz="2000" spc="19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7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2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altLang="zh-CN" sz="2000" spc="-11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power,</a:t>
            </a:r>
            <a:r>
              <a:rPr lang="en-US" altLang="zh-CN" sz="2000" spc="9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altLang="zh-CN" sz="2000" spc="25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altLang="zh-CN" sz="2000" spc="161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304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</a:t>
            </a:r>
            <a:r>
              <a:rPr lang="en-US" altLang="zh-CN" sz="2000" spc="-8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connectivity,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</a:t>
            </a:r>
            <a:r>
              <a:rPr lang="en-US" altLang="zh-CN" sz="2000" spc="4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altLang="zh-CN" sz="2000" spc="19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13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n-US" altLang="zh-CN" sz="2000" spc="15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altLang="zh-CN" sz="2000" spc="14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</a:t>
            </a:r>
            <a:r>
              <a:rPr lang="en-US" altLang="zh-CN" sz="2000" spc="10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altLang="zh-CN" sz="2000" spc="19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24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spc="101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'benefit’ of</a:t>
            </a:r>
            <a:r>
              <a:rPr lang="en-US" altLang="zh-CN" sz="2000" spc="-116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978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P2P</a:t>
            </a:r>
            <a:r>
              <a:rPr lang="en-US" altLang="zh-CN" spc="120" dirty="0"/>
              <a:t> </a:t>
            </a:r>
            <a:r>
              <a:rPr lang="en-US" altLang="zh-CN" spc="153" dirty="0"/>
              <a:t>Architecture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083126" y="829826"/>
            <a:ext cx="7276699" cy="1892345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nodes are both clients and servers </a:t>
            </a:r>
          </a:p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and consume data 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node can initiate a connection 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 centralized data source 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</a:t>
            </a:r>
            <a:r>
              <a:rPr lang="en-US" altLang="zh-CN" sz="2000" spc="38" dirty="0" err="1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fonn</a:t>
            </a: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democracy on the Internet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38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threat to copy-right protection on the Internet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95F84E-A020-1785-4A31-AC842BEF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784" y="2997902"/>
            <a:ext cx="2654436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48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P2P</a:t>
            </a:r>
            <a:r>
              <a:rPr lang="en-US" altLang="zh-CN" spc="120" dirty="0"/>
              <a:t> Network Characteristics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14266" y="849077"/>
            <a:ext cx="7550735" cy="2200122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en-US" altLang="zh-CN" sz="2000" spc="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2000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ervers</a:t>
            </a:r>
            <a:r>
              <a:rPr lang="en-US" altLang="zh-CN" sz="20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</a:t>
            </a:r>
            <a:r>
              <a:rPr lang="en-US" altLang="zh-CN" sz="1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-1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en-US" altLang="zh-C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altLang="zh-C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zh-CN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spc="-2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en-US" altLang="zh-CN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CN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</a:t>
            </a:r>
            <a:r>
              <a:rPr lang="en-US" altLang="zh-CN" sz="16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orage,</a:t>
            </a:r>
            <a:r>
              <a:rPr lang="en-US" altLang="zh-CN" sz="2000" spc="-1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</a:t>
            </a:r>
            <a:r>
              <a:rPr lang="en-US" altLang="zh-CN" sz="2000" spc="-2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utonomous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(no</a:t>
            </a:r>
            <a:r>
              <a:rPr lang="en-US" altLang="zh-CN" sz="20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authority)</a:t>
            </a:r>
          </a:p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z="2000" spc="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dynamic</a:t>
            </a:r>
            <a:r>
              <a:rPr lang="en-US" altLang="zh-CN" sz="20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n-US" altLang="zh-CN" sz="20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leave</a:t>
            </a:r>
            <a:r>
              <a:rPr lang="en-US" altLang="zh-CN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z="2000" spc="1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c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ollaborate</a:t>
            </a:r>
            <a:r>
              <a:rPr lang="en-US" altLang="zh-CN" sz="20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zh-CN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zh-CN" sz="2000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well-known</a:t>
            </a:r>
            <a:r>
              <a:rPr lang="en-US" altLang="zh-CN" sz="2000" spc="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servers)</a:t>
            </a:r>
          </a:p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altLang="zh-CN" sz="2000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varying</a:t>
            </a:r>
            <a:r>
              <a:rPr lang="en-US" altLang="zh-CN" sz="20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24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Client Server vs. P2P Example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806B63-C3D4-0A73-710F-88DDE4609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4185" y="910001"/>
            <a:ext cx="5139891" cy="36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29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Large Scale Data Sharing of P2P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94E714-47AF-86DE-28E2-517D6002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641" y="938918"/>
            <a:ext cx="5576652" cy="345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2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P2P History: 1969 - 1995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14266" y="799462"/>
            <a:ext cx="7550735" cy="969016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1969</a:t>
            </a:r>
            <a:r>
              <a:rPr lang="en-US" altLang="zh-CN" sz="2000" spc="-113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38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1995:</a:t>
            </a:r>
            <a:r>
              <a:rPr lang="en-US" altLang="zh-CN" sz="2000" spc="1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-19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000" spc="124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75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beginning,</a:t>
            </a:r>
            <a:r>
              <a:rPr lang="en-US" altLang="zh-CN" sz="2000" spc="-9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zh-CN" sz="2000" spc="-8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altLang="zh-CN" sz="2000" spc="64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000" spc="-41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Arpanet/Internet</a:t>
            </a:r>
            <a:r>
              <a:rPr lang="en-US" altLang="zh-CN" sz="2000" spc="109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US" altLang="zh-CN" sz="2000" spc="-8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en-US" altLang="zh-CN" sz="2000" spc="-8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en-US" altLang="zh-CN" sz="2000" spc="11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altLang="zh-CN" sz="2000" spc="172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altLang="zh-CN" sz="2000" spc="83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capable</a:t>
            </a:r>
            <a:r>
              <a:rPr lang="en-US" altLang="zh-CN" sz="2000" spc="127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solidFill>
                  <a:srgbClr val="1C1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C125DA-0BFF-02CB-405B-7D37F308D4AE}"/>
              </a:ext>
            </a:extLst>
          </p:cNvPr>
          <p:cNvGrpSpPr/>
          <p:nvPr/>
        </p:nvGrpSpPr>
        <p:grpSpPr>
          <a:xfrm>
            <a:off x="1811738" y="1823638"/>
            <a:ext cx="5800675" cy="2614980"/>
            <a:chOff x="1890942" y="2060194"/>
            <a:chExt cx="5800675" cy="2614980"/>
          </a:xfrm>
        </p:grpSpPr>
        <p:sp>
          <p:nvSpPr>
            <p:cNvPr id="3" name="object 11">
              <a:extLst>
                <a:ext uri="{FF2B5EF4-FFF2-40B4-BE49-F238E27FC236}">
                  <a16:creationId xmlns:a16="http://schemas.microsoft.com/office/drawing/2014/main" id="{DF040E22-E1D3-EE70-F0B1-EDAEEF3E4913}"/>
                </a:ext>
              </a:extLst>
            </p:cNvPr>
            <p:cNvSpPr txBox="1"/>
            <p:nvPr/>
          </p:nvSpPr>
          <p:spPr>
            <a:xfrm>
              <a:off x="2275546" y="2083788"/>
              <a:ext cx="2175986" cy="776720"/>
            </a:xfrm>
            <a:prstGeom prst="rect">
              <a:avLst/>
            </a:prstGeom>
          </p:spPr>
          <p:txBody>
            <a:bodyPr vert="horz" wrap="square" lIns="0" tIns="28099" rIns="0" bIns="0" rtlCol="0">
              <a:spAutoFit/>
            </a:bodyPr>
            <a:lstStyle/>
            <a:p>
              <a:pPr marL="251936" indent="-242411">
                <a:spcBef>
                  <a:spcPts val="221"/>
                </a:spcBef>
                <a:buClr>
                  <a:srgbClr val="690F13"/>
                </a:buClr>
                <a:buChar char="•"/>
                <a:tabLst>
                  <a:tab pos="251936" algn="l"/>
                </a:tabLst>
              </a:pPr>
              <a:r>
                <a:rPr sz="1613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sz="1350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</a:t>
              </a:r>
              <a:r>
                <a:rPr sz="1500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</a:t>
              </a:r>
              <a:r>
                <a:rPr sz="1350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rm</a:t>
              </a:r>
              <a:r>
                <a:rPr sz="1350" spc="330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rou</a:t>
              </a:r>
              <a:r>
                <a:rPr sz="1500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</a:t>
              </a:r>
              <a:r>
                <a:rPr sz="1350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sz="1613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sz="161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52889" lvl="1" indent="-171450">
                <a:spcBef>
                  <a:spcPts val="139"/>
                </a:spcBef>
                <a:buClr>
                  <a:srgbClr val="690F13"/>
                </a:buClr>
                <a:buChar char="•"/>
                <a:tabLst>
                  <a:tab pos="252889" algn="l"/>
                </a:tabLst>
              </a:pPr>
              <a:r>
                <a:rPr sz="1350" spc="45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acce</a:t>
              </a:r>
              <a:r>
                <a:rPr sz="1500" spc="45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pt</a:t>
              </a:r>
              <a:r>
                <a:rPr sz="1500" spc="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500" spc="41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ftp</a:t>
              </a:r>
              <a:r>
                <a:rPr sz="1500" spc="-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connec</a:t>
              </a:r>
              <a:r>
                <a:rPr sz="150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</a:t>
              </a:r>
              <a:r>
                <a:rPr sz="135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ons</a:t>
              </a:r>
              <a:endParaRPr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52889" lvl="1" indent="-171450">
                <a:spcBef>
                  <a:spcPts val="161"/>
                </a:spcBef>
                <a:buClr>
                  <a:srgbClr val="690F13"/>
                </a:buClr>
                <a:buChar char="•"/>
                <a:tabLst>
                  <a:tab pos="252889" algn="l"/>
                </a:tabLst>
              </a:pPr>
              <a:r>
                <a:rPr sz="1350" spc="56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acce</a:t>
              </a:r>
              <a:r>
                <a:rPr sz="1500" spc="56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pt</a:t>
              </a:r>
              <a:r>
                <a:rPr sz="1500" spc="-41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500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1350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elne</a:t>
              </a:r>
              <a:r>
                <a:rPr sz="1500" spc="3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1500" spc="-15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connec</a:t>
              </a:r>
              <a:r>
                <a:rPr sz="150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</a:t>
              </a:r>
              <a:r>
                <a:rPr sz="135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ons</a:t>
              </a:r>
              <a:endParaRPr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61C77B71-62C4-4475-D76D-D4141BBC4D60}"/>
                </a:ext>
              </a:extLst>
            </p:cNvPr>
            <p:cNvSpPr txBox="1"/>
            <p:nvPr/>
          </p:nvSpPr>
          <p:spPr>
            <a:xfrm>
              <a:off x="5099244" y="2060194"/>
              <a:ext cx="1958816" cy="797238"/>
            </a:xfrm>
            <a:prstGeom prst="rect">
              <a:avLst/>
            </a:prstGeom>
          </p:spPr>
          <p:txBody>
            <a:bodyPr vert="horz" wrap="square" lIns="0" tIns="35719" rIns="0" bIns="0" rtlCol="0">
              <a:spAutoFit/>
            </a:bodyPr>
            <a:lstStyle/>
            <a:p>
              <a:pPr marL="9525">
                <a:spcBef>
                  <a:spcPts val="281"/>
                </a:spcBef>
              </a:pPr>
              <a:r>
                <a:rPr sz="1425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(l</a:t>
              </a:r>
              <a:r>
                <a:rPr sz="135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oca</a:t>
              </a:r>
              <a:r>
                <a:rPr sz="1463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1350" spc="49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sz="1350" spc="90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1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mach</a:t>
              </a:r>
              <a:r>
                <a:rPr sz="1613" spc="41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sz="1350" spc="41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nes)</a:t>
              </a:r>
              <a:endParaRPr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525">
                <a:spcBef>
                  <a:spcPts val="191"/>
                </a:spcBef>
              </a:pPr>
              <a:r>
                <a:rPr sz="1425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(fi</a:t>
              </a:r>
              <a:r>
                <a:rPr sz="1350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</a:t>
              </a:r>
              <a:r>
                <a:rPr sz="1350" spc="248" dirty="0">
                  <a:solidFill>
                    <a:srgbClr val="5E34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9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sz="1350" spc="49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har</a:t>
              </a:r>
              <a:r>
                <a:rPr sz="1500" spc="49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sz="1350" spc="49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sz="1425" spc="49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g)</a:t>
              </a:r>
              <a:endParaRPr sz="14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0001">
                <a:spcBef>
                  <a:spcPts val="161"/>
                </a:spcBef>
              </a:pPr>
              <a:r>
                <a:rPr sz="1350" spc="38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(d</a:t>
              </a:r>
              <a:r>
                <a:rPr sz="1500" spc="38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sz="1350" spc="38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sz="1500" spc="38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tri</a:t>
              </a:r>
              <a:r>
                <a:rPr sz="1350" spc="38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</a:t>
              </a:r>
              <a:r>
                <a:rPr sz="1500" spc="38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1350" spc="38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ed</a:t>
              </a:r>
              <a:r>
                <a:rPr sz="1350" spc="79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5" dirty="0">
                  <a:solidFill>
                    <a:srgbClr val="6B46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</a:t>
              </a:r>
              <a:r>
                <a:rPr sz="1500" spc="45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sz="1350" spc="45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sz="1500" spc="45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1350" spc="45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sz="1500" spc="45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</a:t>
              </a:r>
              <a:r>
                <a:rPr sz="1350" spc="45" dirty="0">
                  <a:solidFill>
                    <a:srgbClr val="5623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on)</a:t>
              </a:r>
              <a:endParaRPr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A73576F-D64D-5510-E5B0-0932CACF5718}"/>
                </a:ext>
              </a:extLst>
            </p:cNvPr>
            <p:cNvGrpSpPr/>
            <p:nvPr/>
          </p:nvGrpSpPr>
          <p:grpSpPr>
            <a:xfrm>
              <a:off x="1890942" y="2623784"/>
              <a:ext cx="5800675" cy="2051390"/>
              <a:chOff x="1890942" y="2639142"/>
              <a:chExt cx="5800675" cy="2051390"/>
            </a:xfrm>
          </p:grpSpPr>
          <p:pic>
            <p:nvPicPr>
              <p:cNvPr id="7" name="object 2">
                <a:extLst>
                  <a:ext uri="{FF2B5EF4-FFF2-40B4-BE49-F238E27FC236}">
                    <a16:creationId xmlns:a16="http://schemas.microsoft.com/office/drawing/2014/main" id="{D8025298-EEBF-D8C4-98BE-C24425877963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51514" y="3622035"/>
                <a:ext cx="40340" cy="525107"/>
              </a:xfrm>
              <a:prstGeom prst="rect">
                <a:avLst/>
              </a:prstGeom>
            </p:spPr>
          </p:pic>
          <p:pic>
            <p:nvPicPr>
              <p:cNvPr id="8" name="object 3">
                <a:extLst>
                  <a:ext uri="{FF2B5EF4-FFF2-40B4-BE49-F238E27FC236}">
                    <a16:creationId xmlns:a16="http://schemas.microsoft.com/office/drawing/2014/main" id="{40E80FD7-68ED-D33B-69A3-45878D41AF4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675941" y="3622035"/>
                <a:ext cx="40340" cy="525107"/>
              </a:xfrm>
              <a:prstGeom prst="rect">
                <a:avLst/>
              </a:prstGeom>
            </p:spPr>
          </p:pic>
          <p:pic>
            <p:nvPicPr>
              <p:cNvPr id="11" name="object 4">
                <a:extLst>
                  <a:ext uri="{FF2B5EF4-FFF2-40B4-BE49-F238E27FC236}">
                    <a16:creationId xmlns:a16="http://schemas.microsoft.com/office/drawing/2014/main" id="{E31F3D1C-F841-5F78-99FA-B78CB26B0EC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644115" y="3622035"/>
                <a:ext cx="40340" cy="403928"/>
              </a:xfrm>
              <a:prstGeom prst="rect">
                <a:avLst/>
              </a:prstGeom>
            </p:spPr>
          </p:pic>
          <p:pic>
            <p:nvPicPr>
              <p:cNvPr id="12" name="object 5">
                <a:extLst>
                  <a:ext uri="{FF2B5EF4-FFF2-40B4-BE49-F238E27FC236}">
                    <a16:creationId xmlns:a16="http://schemas.microsoft.com/office/drawing/2014/main" id="{D758B753-521C-926A-BB81-B071CC587F3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822504" y="3622035"/>
                <a:ext cx="389958" cy="403928"/>
              </a:xfrm>
              <a:prstGeom prst="rect">
                <a:avLst/>
              </a:prstGeom>
            </p:spPr>
          </p:pic>
          <p:grpSp>
            <p:nvGrpSpPr>
              <p:cNvPr id="13" name="object 6">
                <a:extLst>
                  <a:ext uri="{FF2B5EF4-FFF2-40B4-BE49-F238E27FC236}">
                    <a16:creationId xmlns:a16="http://schemas.microsoft.com/office/drawing/2014/main" id="{D177EC5D-F923-9289-6B78-E0FC8E2C6E67}"/>
                  </a:ext>
                </a:extLst>
              </p:cNvPr>
              <p:cNvGrpSpPr/>
              <p:nvPr/>
            </p:nvGrpSpPr>
            <p:grpSpPr>
              <a:xfrm>
                <a:off x="1922892" y="2639142"/>
                <a:ext cx="5768725" cy="1306037"/>
                <a:chOff x="1039855" y="3518854"/>
                <a:chExt cx="7691634" cy="1741382"/>
              </a:xfrm>
            </p:grpSpPr>
            <p:pic>
              <p:nvPicPr>
                <p:cNvPr id="19" name="object 7">
                  <a:extLst>
                    <a:ext uri="{FF2B5EF4-FFF2-40B4-BE49-F238E27FC236}">
                      <a16:creationId xmlns:a16="http://schemas.microsoft.com/office/drawing/2014/main" id="{2BCFCD67-7E60-455C-E685-45EC0F708762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211545" y="3518854"/>
                  <a:ext cx="519944" cy="1741382"/>
                </a:xfrm>
                <a:prstGeom prst="rect">
                  <a:avLst/>
                </a:prstGeom>
              </p:spPr>
            </p:pic>
            <p:sp>
              <p:nvSpPr>
                <p:cNvPr id="20" name="object 8">
                  <a:extLst>
                    <a:ext uri="{FF2B5EF4-FFF2-40B4-BE49-F238E27FC236}">
                      <a16:creationId xmlns:a16="http://schemas.microsoft.com/office/drawing/2014/main" id="{98BE8919-2291-8119-0A4F-D952F45204F1}"/>
                    </a:ext>
                  </a:extLst>
                </p:cNvPr>
                <p:cNvSpPr/>
                <p:nvPr/>
              </p:nvSpPr>
              <p:spPr>
                <a:xfrm>
                  <a:off x="1039855" y="3944259"/>
                  <a:ext cx="7171690" cy="951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1690" h="951864">
                      <a:moveTo>
                        <a:pt x="0" y="0"/>
                      </a:moveTo>
                      <a:lnTo>
                        <a:pt x="7171656" y="0"/>
                      </a:lnTo>
                    </a:path>
                    <a:path w="7171690" h="951864">
                      <a:moveTo>
                        <a:pt x="0" y="951476"/>
                      </a:moveTo>
                      <a:lnTo>
                        <a:pt x="5199451" y="951476"/>
                      </a:lnTo>
                    </a:path>
                  </a:pathLst>
                </a:custGeom>
                <a:ln w="26911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35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18356F19-CBFF-350F-6DC5-AD7A7D9CFA71}"/>
                  </a:ext>
                </a:extLst>
              </p:cNvPr>
              <p:cNvSpPr txBox="1"/>
              <p:nvPr/>
            </p:nvSpPr>
            <p:spPr>
              <a:xfrm>
                <a:off x="2057935" y="3110684"/>
                <a:ext cx="2148364" cy="315536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525">
                  <a:spcBef>
                    <a:spcPts val="75"/>
                  </a:spcBef>
                  <a:tabLst>
                    <a:tab pos="798195" algn="l"/>
                    <a:tab pos="1831181" algn="l"/>
                  </a:tabLst>
                </a:pPr>
                <a:r>
                  <a:rPr sz="2981" spc="84" baseline="1048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'50</a:t>
                </a:r>
                <a:r>
                  <a:rPr sz="2981" baseline="1048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sz="1988" spc="-19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`60</a:t>
                </a:r>
                <a:r>
                  <a:rPr sz="1988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sz="2981" spc="-28" baseline="1048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'70</a:t>
                </a:r>
                <a:endParaRPr sz="2981" baseline="1048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CBBED53A-2C22-BDE6-6A81-B6485801989B}"/>
                  </a:ext>
                </a:extLst>
              </p:cNvPr>
              <p:cNvSpPr txBox="1"/>
              <p:nvPr/>
            </p:nvSpPr>
            <p:spPr>
              <a:xfrm>
                <a:off x="4922114" y="3110684"/>
                <a:ext cx="2580799" cy="1354986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525">
                  <a:spcBef>
                    <a:spcPts val="75"/>
                  </a:spcBef>
                  <a:tabLst>
                    <a:tab pos="972979" algn="l"/>
                  </a:tabLst>
                </a:pPr>
                <a:r>
                  <a:rPr sz="2981" spc="-28" baseline="1048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'80</a:t>
                </a:r>
                <a:r>
                  <a:rPr sz="2981" baseline="1048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sz="1988" spc="-19" dirty="0">
                    <a:solidFill>
                      <a:srgbClr val="3338A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`90</a:t>
                </a:r>
                <a:endParaRPr sz="1988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844"/>
                  </a:spcBef>
                </a:pPr>
                <a:endParaRPr sz="1988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23975">
                  <a:lnSpc>
                    <a:spcPts val="1553"/>
                  </a:lnSpc>
                </a:pPr>
                <a:r>
                  <a:rPr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1994</a:t>
                </a:r>
                <a:endParaRPr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6291">
                  <a:lnSpc>
                    <a:spcPts val="1553"/>
                  </a:lnSpc>
                  <a:tabLst>
                    <a:tab pos="1330642" algn="l"/>
                  </a:tabLst>
                </a:pPr>
                <a:r>
                  <a:rPr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1992</a:t>
                </a:r>
                <a:r>
                  <a:rPr sz="1350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sz="135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10k</a:t>
                </a:r>
                <a:r>
                  <a:rPr sz="1350" spc="53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35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Web</a:t>
                </a:r>
                <a:r>
                  <a:rPr sz="1350" spc="-3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350" spc="3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Servers</a:t>
                </a:r>
                <a:endParaRPr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18198">
                  <a:spcBef>
                    <a:spcPts val="131"/>
                  </a:spcBef>
                </a:pPr>
                <a:r>
                  <a:rPr sz="1350" spc="6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 </a:t>
                </a:r>
                <a:r>
                  <a:rPr sz="135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Web </a:t>
                </a:r>
                <a:r>
                  <a:rPr sz="1350" spc="49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Servers</a:t>
                </a:r>
                <a:endParaRPr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B8526F39-F158-D118-C932-AD7D021EC4C5}"/>
                  </a:ext>
                </a:extLst>
              </p:cNvPr>
              <p:cNvSpPr txBox="1"/>
              <p:nvPr/>
            </p:nvSpPr>
            <p:spPr>
              <a:xfrm>
                <a:off x="1890942" y="4154448"/>
                <a:ext cx="998220" cy="407163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2392">
                  <a:lnSpc>
                    <a:spcPts val="1395"/>
                  </a:lnSpc>
                  <a:spcBef>
                    <a:spcPts val="75"/>
                  </a:spcBef>
                  <a:tabLst>
                    <a:tab pos="630555" algn="l"/>
                  </a:tabLst>
                </a:pPr>
                <a:r>
                  <a:rPr sz="1350" spc="23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1957</a:t>
                </a:r>
                <a:r>
                  <a:rPr sz="1350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1962</a:t>
                </a:r>
                <a:endParaRPr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525">
                  <a:lnSpc>
                    <a:spcPts val="1710"/>
                  </a:lnSpc>
                  <a:tabLst>
                    <a:tab pos="648652" algn="l"/>
                  </a:tabLst>
                </a:pPr>
                <a:r>
                  <a:rPr sz="120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20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20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sz="135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sz="120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sz="105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sz="1200" spc="26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sz="120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sz="1200" spc="-15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</a:t>
                </a:r>
                <a:r>
                  <a:rPr sz="1613" spc="-15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200" spc="-15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AA7162BB-C3C7-AA23-6384-3C361EF0E50F}"/>
                  </a:ext>
                </a:extLst>
              </p:cNvPr>
              <p:cNvSpPr txBox="1"/>
              <p:nvPr/>
            </p:nvSpPr>
            <p:spPr>
              <a:xfrm>
                <a:off x="3101800" y="4040001"/>
                <a:ext cx="1423511" cy="625171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448151">
                  <a:lnSpc>
                    <a:spcPts val="1395"/>
                  </a:lnSpc>
                  <a:spcBef>
                    <a:spcPts val="75"/>
                  </a:spcBef>
                </a:pPr>
                <a:r>
                  <a:rPr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1971</a:t>
                </a:r>
                <a:endPara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9875" defTabSz="452438">
                  <a:lnSpc>
                    <a:spcPts val="1710"/>
                  </a:lnSpc>
                </a:pPr>
                <a:r>
                  <a:rPr lang="en-US" sz="135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ema</a:t>
                </a:r>
                <a:r>
                  <a:rPr lang="en-US" sz="1050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313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313" spc="11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5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appears</a:t>
                </a:r>
                <a:endParaRPr 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9875" defTabSz="452438">
                  <a:lnSpc>
                    <a:spcPts val="1710"/>
                  </a:lnSpc>
                </a:pPr>
                <a:r>
                  <a:rPr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1969</a:t>
                </a:r>
                <a:r>
                  <a:rPr lang="en-US"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20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20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rp</a:t>
                </a:r>
                <a:r>
                  <a:rPr sz="120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ane</a:t>
                </a:r>
                <a:r>
                  <a:rPr sz="150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0D75F402-B93D-8462-690B-53367A476BFA}"/>
                  </a:ext>
                </a:extLst>
              </p:cNvPr>
              <p:cNvSpPr txBox="1"/>
              <p:nvPr/>
            </p:nvSpPr>
            <p:spPr>
              <a:xfrm>
                <a:off x="4936553" y="4497787"/>
                <a:ext cx="1533826" cy="192745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R="7620" algn="ctr">
                  <a:lnSpc>
                    <a:spcPts val="1421"/>
                  </a:lnSpc>
                  <a:spcBef>
                    <a:spcPts val="75"/>
                  </a:spcBef>
                </a:pPr>
                <a:r>
                  <a:rPr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1990</a:t>
                </a:r>
                <a:r>
                  <a:rPr lang="en-US" sz="1350" spc="-15" dirty="0">
                    <a:solidFill>
                      <a:srgbClr val="4F4B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350" spc="-23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WWW</a:t>
                </a:r>
                <a:r>
                  <a:rPr sz="1350" spc="-49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613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135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35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</a:t>
                </a:r>
                <a:r>
                  <a:rPr sz="1350" spc="-8" dirty="0">
                    <a:solidFill>
                      <a:srgbClr val="16161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osed</a:t>
                </a:r>
                <a:endParaRPr sz="13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431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P2P History: 1995 - 1999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14267" y="799462"/>
            <a:ext cx="7028706" cy="1673696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</a:t>
            </a:r>
            <a:r>
              <a:rPr lang="en-US" altLang="zh-CN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1999:</a:t>
            </a:r>
            <a:r>
              <a:rPr lang="en-US" altLang="zh-CN" spc="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altLang="zh-CN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explosion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499" lvl="1" indent="-217646">
              <a:lnSpc>
                <a:spcPts val="2231"/>
              </a:lnSpc>
              <a:spcBef>
                <a:spcPts val="116"/>
              </a:spcBef>
              <a:buClr>
                <a:srgbClr val="151515"/>
              </a:buClr>
              <a:buChar char="-"/>
              <a:tabLst>
                <a:tab pos="561499" algn="l"/>
              </a:tabLst>
            </a:pPr>
            <a:r>
              <a:rPr lang="en-US" altLang="zh-CN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lang="en-US" altLang="zh-CN" spc="-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"state</a:t>
            </a:r>
            <a:r>
              <a:rPr lang="en-US" altLang="zh-CN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grace"</a:t>
            </a:r>
            <a:r>
              <a:rPr lang="en-US" altLang="zh-CN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altLang="zh-CN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marR="135255" lvl="1" indent="-230029">
              <a:lnSpc>
                <a:spcPct val="87400"/>
              </a:lnSpc>
              <a:spcBef>
                <a:spcPts val="300"/>
              </a:spcBef>
              <a:buClr>
                <a:srgbClr val="151515"/>
              </a:buClr>
              <a:buChar char="-"/>
              <a:tabLst>
                <a:tab pos="572453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zh-CN" spc="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altLang="zh-CN" spc="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lang="en-US" altLang="zh-CN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hierarchically (client/server)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7728" lvl="2" indent="-167640">
              <a:lnSpc>
                <a:spcPts val="2066"/>
              </a:lnSpc>
              <a:buClr>
                <a:srgbClr val="640C11"/>
              </a:buClr>
              <a:buChar char="•"/>
              <a:tabLst>
                <a:tab pos="867728" algn="l"/>
              </a:tabLst>
            </a:pPr>
            <a:r>
              <a:rPr lang="en-US" altLang="zh-CN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en-US" altLang="zh-CN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lang="en-US" altLang="zh-CN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  <a:r>
              <a:rPr lang="en-US" altLang="zh-CN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</a:t>
            </a:r>
            <a:r>
              <a:rPr lang="en-US" altLang="zh-CN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4394" marR="3810" lvl="2" indent="-164306">
              <a:lnSpc>
                <a:spcPct val="79700"/>
              </a:lnSpc>
              <a:spcBef>
                <a:spcPts val="525"/>
              </a:spcBef>
              <a:buClr>
                <a:srgbClr val="640C11"/>
              </a:buClr>
              <a:buChar char="•"/>
              <a:tabLst>
                <a:tab pos="870585" algn="l"/>
              </a:tabLst>
            </a:pPr>
            <a:r>
              <a:rPr lang="en-US" altLang="zh-CN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altLang="zh-CN" spc="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en-US" altLang="zh-CN" spc="1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</a:t>
            </a:r>
            <a:r>
              <a:rPr lang="en-US" altLang="zh-CN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altLang="zh-CN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altLang="zh-CN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lang="en-US" altLang="zh-CN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(cut</a:t>
            </a:r>
            <a:r>
              <a:rPr lang="en-US" altLang="zh-CN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lang="en-US" altLang="zh-CN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pc="2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lang="en-US" altLang="zh-CN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altLang="zh-CN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EFE0136-6242-0E88-62E7-451EDE3A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89" y="2517978"/>
            <a:ext cx="5307821" cy="203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7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9F1AD-65C0-56CC-903C-D0781EDC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3D449A41-F039-62A5-5348-8A9933B6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92761"/>
            <a:ext cx="7969719" cy="519113"/>
          </a:xfrm>
        </p:spPr>
        <p:txBody>
          <a:bodyPr/>
          <a:lstStyle/>
          <a:p>
            <a:r>
              <a:rPr lang="en-US" altLang="zh-CN" spc="113" dirty="0"/>
              <a:t>P2P History: 1999 - Today</a:t>
            </a:r>
            <a:endParaRPr lang="zh-CN" alt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DD7454F-F4F1-0FBF-690D-219C863389D9}"/>
              </a:ext>
            </a:extLst>
          </p:cNvPr>
          <p:cNvSpPr txBox="1"/>
          <p:nvPr/>
        </p:nvSpPr>
        <p:spPr>
          <a:xfrm>
            <a:off x="1114267" y="799462"/>
            <a:ext cx="7028706" cy="3315812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352425" indent="-342900"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5746" algn="l"/>
              </a:tabLst>
            </a:pPr>
            <a:r>
              <a:rPr lang="en-US" altLang="zh-CN" sz="2000" spc="6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1999</a:t>
            </a:r>
            <a:r>
              <a:rPr lang="en-US" altLang="zh-CN" sz="2000" spc="-13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" dirty="0">
                <a:solidFill>
                  <a:srgbClr val="3D3D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today:</a:t>
            </a:r>
            <a:r>
              <a:rPr lang="en-US" altLang="zh-CN" sz="2000" spc="-233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9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advent</a:t>
            </a:r>
            <a:r>
              <a:rPr lang="en-US" altLang="zh-CN" sz="2000" spc="1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3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7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Napster</a:t>
            </a: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7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r>
              <a:rPr lang="en-US" altLang="zh-CN" sz="2000" spc="124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1999:</a:t>
            </a:r>
            <a:r>
              <a:rPr lang="en-US" altLang="zh-CN" sz="2000" spc="13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127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spc="127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US" altLang="zh-CN" sz="2000" spc="10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2000" spc="-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Napster</a:t>
            </a:r>
            <a:r>
              <a:rPr lang="en-US" altLang="zh-CN" sz="2000" spc="6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7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altLang="zh-CN" sz="2000" spc="12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zh-CN" sz="2000" spc="4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Shawn</a:t>
            </a:r>
            <a:r>
              <a:rPr lang="en-US" altLang="zh-CN" sz="2000" spc="15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Fanning,</a:t>
            </a:r>
            <a:r>
              <a:rPr lang="en-US" altLang="zh-CN" sz="2000" spc="-9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tudent</a:t>
            </a:r>
            <a:r>
              <a:rPr lang="en-US" altLang="zh-CN" sz="2000" spc="217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CN" sz="2000" spc="25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Northea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tern</a:t>
            </a:r>
            <a:r>
              <a:rPr lang="en-US" altLang="zh-CN" sz="2000" spc="25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5746" algn="l"/>
              </a:tabLst>
            </a:pPr>
            <a:r>
              <a:rPr lang="en-US" altLang="zh-CN" sz="2000" spc="7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</a:t>
            </a:r>
            <a:r>
              <a:rPr lang="en-US" altLang="zh-CN" sz="2000" spc="9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1999:</a:t>
            </a:r>
            <a:r>
              <a:rPr lang="en-US" altLang="zh-CN" sz="2000" spc="20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Napster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spc="23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Inc.</a:t>
            </a:r>
            <a:r>
              <a:rPr lang="en-US" altLang="zh-CN" sz="2000" spc="6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founded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949" marR="3810" indent="-342900">
              <a:lnSpc>
                <a:spcPct val="80100"/>
              </a:lnSpc>
              <a:spcBef>
                <a:spcPts val="491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62414" algn="l"/>
                <a:tab pos="265748" algn="l"/>
              </a:tabLst>
            </a:pPr>
            <a:endParaRPr lang="en-US" altLang="zh-CN" sz="2000" spc="49" dirty="0">
              <a:solidFill>
                <a:srgbClr val="0E0E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949" marR="3810" indent="-342900">
              <a:lnSpc>
                <a:spcPct val="80100"/>
              </a:lnSpc>
              <a:spcBef>
                <a:spcPts val="491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62414" algn="l"/>
                <a:tab pos="265748" algn="l"/>
              </a:tabLst>
            </a:pPr>
            <a:r>
              <a:rPr lang="en-US" altLang="zh-CN" sz="2000" spc="4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000" spc="10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zh-CN" sz="2000" spc="19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6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</a:t>
            </a:r>
            <a:r>
              <a:rPr lang="en-US" altLang="zh-CN" sz="2000" spc="1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Napster</a:t>
            </a:r>
            <a:r>
              <a:rPr lang="en-US" altLang="zh-CN" sz="2000" spc="24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gains</a:t>
            </a:r>
            <a:r>
              <a:rPr lang="en-US" altLang="zh-CN" sz="2000" spc="9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enormous</a:t>
            </a:r>
            <a:r>
              <a:rPr lang="en-US" altLang="zh-CN" sz="2000" spc="19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success, </a:t>
            </a:r>
            <a:r>
              <a:rPr lang="en-US" altLang="zh-CN" sz="2000" spc="41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</a:t>
            </a:r>
            <a:r>
              <a:rPr lang="en-US" altLang="zh-CN" sz="2000" spc="-18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millions</a:t>
            </a:r>
            <a:r>
              <a:rPr lang="en-US" altLang="zh-CN" sz="2000" spc="26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11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end-users</a:t>
            </a:r>
            <a:r>
              <a:rPr lang="en-US" altLang="zh-CN" sz="2000" spc="143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6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</a:t>
            </a:r>
            <a:r>
              <a:rPr lang="en-US" altLang="zh-CN" sz="2000" spc="131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7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spc="-3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file­ </a:t>
            </a:r>
            <a:r>
              <a:rPr lang="en-US" altLang="zh-CN" sz="2000" spc="3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en-US" altLang="zh-CN" sz="2000" spc="-13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z="2000" spc="10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spc="13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1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US" altLang="zh-CN" sz="2000" spc="19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3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1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</a:t>
            </a:r>
            <a:r>
              <a:rPr lang="en-US" altLang="zh-CN" sz="2000" spc="6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8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149" marR="3810" lvl="1" indent="-342900">
              <a:lnSpc>
                <a:spcPct val="80100"/>
              </a:lnSpc>
              <a:spcBef>
                <a:spcPts val="491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62414" algn="l"/>
                <a:tab pos="265748" algn="l"/>
              </a:tabLst>
            </a:pPr>
            <a:r>
              <a:rPr lang="en-US" altLang="zh-CN" sz="2000" spc="7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r>
              <a:rPr lang="en-US" altLang="zh-CN" sz="2000" spc="13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2000:</a:t>
            </a:r>
            <a:r>
              <a:rPr lang="en-US" altLang="zh-CN" sz="2000" spc="116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</a:t>
            </a:r>
            <a:r>
              <a:rPr lang="en-US" altLang="zh-CN" sz="2000" spc="13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altLang="zh-CN" sz="2000" spc="16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spc="83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spc="8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altLang="zh-CN" sz="2000" spc="83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spc="8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000" spc="15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1.000</a:t>
            </a:r>
            <a:r>
              <a:rPr lang="en-US" altLang="zh-CN" sz="2000" spc="-8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953" lvl="2" indent="-342900">
              <a:lnSpc>
                <a:spcPts val="2385"/>
              </a:lnSpc>
              <a:buClr>
                <a:srgbClr val="3D3D44"/>
              </a:buClr>
              <a:buFont typeface="Symbol" panose="05050102010706020507" pitchFamily="18" charset="2"/>
              <a:buChar char="-"/>
              <a:tabLst>
                <a:tab pos="570548" algn="l"/>
              </a:tabLst>
            </a:pP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lang="en-US" altLang="zh-CN" sz="2000" spc="143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2000:</a:t>
            </a:r>
            <a:r>
              <a:rPr lang="en-US" altLang="zh-CN" sz="2000" spc="15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</a:t>
            </a:r>
            <a:r>
              <a:rPr lang="en-US" altLang="zh-CN" sz="2000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</a:t>
            </a:r>
            <a:r>
              <a:rPr lang="en-US" altLang="zh-CN" sz="2000" spc="161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altLang="zh-CN" sz="2000" spc="124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altLang="zh-CN" sz="2000" spc="127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75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000" spc="6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CN" sz="2000" spc="-8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000.000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36808" lvl="2" indent="-342900">
              <a:lnSpc>
                <a:spcPts val="2430"/>
              </a:lnSpc>
              <a:buClr>
                <a:srgbClr val="13112F"/>
              </a:buClr>
              <a:buFont typeface="Symbol" panose="05050102010706020507" pitchFamily="18" charset="2"/>
              <a:buChar char="-"/>
              <a:tabLst>
                <a:tab pos="564356" algn="l"/>
              </a:tabLst>
            </a:pPr>
            <a:r>
              <a:rPr lang="en-US" altLang="zh-CN" sz="2000" spc="6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r>
              <a:rPr lang="en-US" altLang="zh-CN" sz="2000" spc="-19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6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  <a:r>
              <a:rPr lang="en-US" altLang="zh-CN" sz="2000" spc="56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000" spc="-45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Napster</a:t>
            </a:r>
            <a:r>
              <a:rPr lang="en-US" altLang="zh-CN" sz="2000" spc="124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altLang="zh-CN" sz="2000" spc="86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94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users&gt;</a:t>
            </a:r>
            <a:r>
              <a:rPr lang="en-US" altLang="zh-CN" sz="2000" spc="60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50.000</a:t>
            </a:r>
            <a:r>
              <a:rPr lang="en-US" altLang="zh-CN" sz="2000" spc="-8" dirty="0">
                <a:solidFill>
                  <a:srgbClr val="36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spc="-8" dirty="0">
                <a:solidFill>
                  <a:srgbClr val="1C1A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747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335" y="71705"/>
            <a:ext cx="2299811" cy="558390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3150" dirty="0"/>
              <a:t>P2P</a:t>
            </a:r>
            <a:r>
              <a:rPr sz="3150" spc="-116" dirty="0"/>
              <a:t> </a:t>
            </a:r>
            <a:r>
              <a:rPr sz="3150" spc="79" dirty="0"/>
              <a:t>Bene</a:t>
            </a:r>
            <a:r>
              <a:rPr sz="3563" spc="79" dirty="0">
                <a:latin typeface="PMingLiU"/>
                <a:cs typeface="PMingLiU"/>
              </a:rPr>
              <a:t>fit</a:t>
            </a:r>
            <a:r>
              <a:rPr sz="3150" spc="79" dirty="0"/>
              <a:t>s</a:t>
            </a:r>
            <a:endParaRPr sz="315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0898" y="712637"/>
            <a:ext cx="6117907" cy="417082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0510" indent="-254318">
              <a:lnSpc>
                <a:spcPts val="1811"/>
              </a:lnSpc>
              <a:spcBef>
                <a:spcPts val="75"/>
              </a:spcBef>
              <a:buClr>
                <a:srgbClr val="080808"/>
              </a:buClr>
              <a:buChar char="•"/>
              <a:tabLst>
                <a:tab pos="270510" algn="l"/>
              </a:tabLst>
            </a:pPr>
            <a:r>
              <a:rPr sz="1350" spc="56" dirty="0">
                <a:solidFill>
                  <a:srgbClr val="1C1C1C"/>
                </a:solidFill>
                <a:latin typeface="Times New Roman"/>
                <a:cs typeface="Times New Roman"/>
              </a:rPr>
              <a:t>E</a:t>
            </a:r>
            <a:r>
              <a:rPr sz="1350" spc="56" dirty="0">
                <a:solidFill>
                  <a:srgbClr val="1C1C1C"/>
                </a:solidFill>
                <a:latin typeface="PMingLiU"/>
                <a:cs typeface="PMingLiU"/>
              </a:rPr>
              <a:t>ffi</a:t>
            </a:r>
            <a:r>
              <a:rPr sz="1350" spc="56" dirty="0">
                <a:solidFill>
                  <a:srgbClr val="363133"/>
                </a:solidFill>
                <a:latin typeface="Times New Roman"/>
                <a:cs typeface="Times New Roman"/>
              </a:rPr>
              <a:t>c</a:t>
            </a:r>
            <a:r>
              <a:rPr sz="1350" spc="56" dirty="0">
                <a:solidFill>
                  <a:srgbClr val="1C1C1C"/>
                </a:solidFill>
                <a:latin typeface="PMingLiU"/>
                <a:cs typeface="PMingLiU"/>
              </a:rPr>
              <a:t>i</a:t>
            </a:r>
            <a:r>
              <a:rPr sz="1350" spc="56" dirty="0">
                <a:solidFill>
                  <a:srgbClr val="363133"/>
                </a:solidFill>
                <a:latin typeface="Times New Roman"/>
                <a:cs typeface="Times New Roman"/>
              </a:rPr>
              <a:t>e</a:t>
            </a:r>
            <a:r>
              <a:rPr sz="1350" spc="56" dirty="0">
                <a:solidFill>
                  <a:srgbClr val="1C1C1C"/>
                </a:solidFill>
                <a:latin typeface="Times New Roman"/>
                <a:cs typeface="Times New Roman"/>
              </a:rPr>
              <a:t>n</a:t>
            </a:r>
            <a:r>
              <a:rPr sz="1350" spc="56" dirty="0">
                <a:solidFill>
                  <a:srgbClr val="1C1C1C"/>
                </a:solidFill>
                <a:latin typeface="PMingLiU"/>
                <a:cs typeface="PMingLiU"/>
              </a:rPr>
              <a:t>t</a:t>
            </a:r>
            <a:r>
              <a:rPr sz="1350" spc="139" dirty="0">
                <a:solidFill>
                  <a:srgbClr val="1C1C1C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080808"/>
                </a:solidFill>
                <a:latin typeface="Times New Roman"/>
                <a:cs typeface="Times New Roman"/>
              </a:rPr>
              <a:t>u</a:t>
            </a:r>
            <a:r>
              <a:rPr sz="1350" dirty="0">
                <a:solidFill>
                  <a:srgbClr val="363133"/>
                </a:solidFill>
                <a:latin typeface="Times New Roman"/>
                <a:cs typeface="Times New Roman"/>
              </a:rPr>
              <a:t>se</a:t>
            </a:r>
            <a:r>
              <a:rPr sz="1350" spc="124" dirty="0">
                <a:solidFill>
                  <a:srgbClr val="363133"/>
                </a:solidFill>
                <a:latin typeface="Times New Roman"/>
                <a:cs typeface="Times New Roman"/>
              </a:rPr>
              <a:t> </a:t>
            </a:r>
            <a:r>
              <a:rPr sz="1350" spc="41" dirty="0">
                <a:solidFill>
                  <a:srgbClr val="1C1C1C"/>
                </a:solidFill>
                <a:latin typeface="Times New Roman"/>
                <a:cs typeface="Times New Roman"/>
              </a:rPr>
              <a:t>o</a:t>
            </a:r>
            <a:r>
              <a:rPr sz="1575" spc="41" dirty="0">
                <a:solidFill>
                  <a:srgbClr val="1C1C1C"/>
                </a:solidFill>
                <a:latin typeface="PMingLiU"/>
                <a:cs typeface="PMingLiU"/>
              </a:rPr>
              <a:t>f</a:t>
            </a:r>
            <a:r>
              <a:rPr sz="1575" spc="-19" dirty="0">
                <a:solidFill>
                  <a:srgbClr val="1C1C1C"/>
                </a:solidFill>
                <a:latin typeface="PMingLiU"/>
                <a:cs typeface="PMingLiU"/>
              </a:rPr>
              <a:t> </a:t>
            </a:r>
            <a:r>
              <a:rPr sz="1350" spc="53" dirty="0">
                <a:solidFill>
                  <a:srgbClr val="1C1C1C"/>
                </a:solidFill>
                <a:latin typeface="Times New Roman"/>
                <a:cs typeface="Times New Roman"/>
              </a:rPr>
              <a:t>r</a:t>
            </a:r>
            <a:r>
              <a:rPr sz="1350" spc="53" dirty="0">
                <a:solidFill>
                  <a:srgbClr val="363133"/>
                </a:solidFill>
                <a:latin typeface="Times New Roman"/>
                <a:cs typeface="Times New Roman"/>
              </a:rPr>
              <a:t>es</a:t>
            </a:r>
            <a:r>
              <a:rPr sz="1350" spc="53" dirty="0">
                <a:solidFill>
                  <a:srgbClr val="1C1C1C"/>
                </a:solidFill>
                <a:latin typeface="Times New Roman"/>
                <a:cs typeface="Times New Roman"/>
              </a:rPr>
              <a:t>our</a:t>
            </a:r>
            <a:r>
              <a:rPr sz="1350" spc="53" dirty="0">
                <a:solidFill>
                  <a:srgbClr val="363133"/>
                </a:solidFill>
                <a:latin typeface="Times New Roman"/>
                <a:cs typeface="Times New Roman"/>
              </a:rPr>
              <a:t>c</a:t>
            </a:r>
            <a:r>
              <a:rPr sz="1350" spc="53" dirty="0">
                <a:solidFill>
                  <a:srgbClr val="1C1C1C"/>
                </a:solidFill>
                <a:latin typeface="Times New Roman"/>
                <a:cs typeface="Times New Roman"/>
              </a:rPr>
              <a:t>e</a:t>
            </a:r>
            <a:r>
              <a:rPr sz="1350" spc="53" dirty="0">
                <a:solidFill>
                  <a:srgbClr val="363133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575786" lvl="1" indent="-228124">
              <a:lnSpc>
                <a:spcPts val="1766"/>
              </a:lnSpc>
              <a:buClr>
                <a:srgbClr val="918EA3"/>
              </a:buClr>
              <a:buChar char="-"/>
              <a:tabLst>
                <a:tab pos="575786" algn="l"/>
              </a:tabLst>
            </a:pP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Unused</a:t>
            </a:r>
            <a:r>
              <a:rPr sz="1350" spc="75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bandw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d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h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,</a:t>
            </a:r>
            <a:r>
              <a:rPr sz="1350" spc="-98" dirty="0">
                <a:solidFill>
                  <a:srgbClr val="49486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ora</a:t>
            </a:r>
            <a:r>
              <a:rPr sz="1538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e,</a:t>
            </a:r>
            <a:r>
              <a:rPr sz="1350" spc="-90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rocess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n</a:t>
            </a:r>
            <a:r>
              <a:rPr sz="1538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538" spc="-101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ower</a:t>
            </a:r>
            <a:r>
              <a:rPr sz="1350" spc="23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a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spc="-19" dirty="0">
                <a:solidFill>
                  <a:srgbClr val="1F1C4D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he</a:t>
            </a:r>
            <a:r>
              <a:rPr sz="1350" spc="-23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ed</a:t>
            </a:r>
            <a:r>
              <a:rPr sz="1538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e</a:t>
            </a:r>
            <a:r>
              <a:rPr sz="1350" spc="-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f</a:t>
            </a:r>
            <a:r>
              <a:rPr sz="1350" spc="15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he</a:t>
            </a:r>
            <a:r>
              <a:rPr sz="1350" spc="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ne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work</a:t>
            </a:r>
            <a:endParaRPr sz="1350">
              <a:latin typeface="Times New Roman"/>
              <a:cs typeface="Times New Roman"/>
            </a:endParaRPr>
          </a:p>
          <a:p>
            <a:pPr lvl="1">
              <a:spcBef>
                <a:spcPts val="71"/>
              </a:spcBef>
              <a:buFont typeface="Times New Roman"/>
              <a:buChar char="-"/>
            </a:pPr>
            <a:endParaRPr sz="1350">
              <a:latin typeface="Times New Roman"/>
              <a:cs typeface="Times New Roman"/>
            </a:endParaRPr>
          </a:p>
          <a:p>
            <a:pPr marL="263366" indent="-253841">
              <a:buClr>
                <a:srgbClr val="080808"/>
              </a:buClr>
              <a:buChar char="•"/>
              <a:tabLst>
                <a:tab pos="263366" algn="l"/>
              </a:tabLst>
            </a:pPr>
            <a:r>
              <a:rPr sz="1350" spc="49" dirty="0">
                <a:solidFill>
                  <a:srgbClr val="1C1C1C"/>
                </a:solidFill>
                <a:latin typeface="Times New Roman"/>
                <a:cs typeface="Times New Roman"/>
              </a:rPr>
              <a:t>Scalab</a:t>
            </a:r>
            <a:r>
              <a:rPr sz="1350" spc="49" dirty="0">
                <a:solidFill>
                  <a:srgbClr val="1C1C1C"/>
                </a:solidFill>
                <a:latin typeface="PMingLiU"/>
                <a:cs typeface="PMingLiU"/>
              </a:rPr>
              <a:t>i</a:t>
            </a:r>
            <a:r>
              <a:rPr sz="1463" spc="49" dirty="0">
                <a:solidFill>
                  <a:srgbClr val="1C1C1C"/>
                </a:solidFill>
                <a:latin typeface="Times New Roman"/>
                <a:cs typeface="Times New Roman"/>
              </a:rPr>
              <a:t>l</a:t>
            </a:r>
            <a:r>
              <a:rPr sz="1350" spc="49" dirty="0">
                <a:solidFill>
                  <a:srgbClr val="1C1C1C"/>
                </a:solidFill>
                <a:latin typeface="PMingLiU"/>
                <a:cs typeface="PMingLiU"/>
              </a:rPr>
              <a:t>it</a:t>
            </a:r>
            <a:r>
              <a:rPr sz="1350" spc="49" dirty="0">
                <a:solidFill>
                  <a:srgbClr val="363133"/>
                </a:solidFill>
                <a:latin typeface="PMingLiU"/>
                <a:cs typeface="PMingLiU"/>
              </a:rPr>
              <a:t>y</a:t>
            </a:r>
            <a:endParaRPr sz="1350">
              <a:latin typeface="PMingLiU"/>
              <a:cs typeface="PMingLiU"/>
            </a:endParaRPr>
          </a:p>
          <a:p>
            <a:pPr marL="566261" lvl="1" indent="-218599">
              <a:lnSpc>
                <a:spcPts val="1342"/>
              </a:lnSpc>
              <a:buClr>
                <a:srgbClr val="363133"/>
              </a:buClr>
              <a:buChar char="-"/>
              <a:tabLst>
                <a:tab pos="566261" algn="l"/>
              </a:tabLst>
            </a:pP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nce ever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y</a:t>
            </a:r>
            <a:r>
              <a:rPr sz="1350" spc="56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eer</a:t>
            </a:r>
            <a:r>
              <a:rPr sz="1350" spc="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spc="26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a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li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ke,</a:t>
            </a:r>
            <a:r>
              <a:rPr sz="1350" spc="-30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it</a:t>
            </a:r>
            <a:r>
              <a:rPr sz="1350" spc="4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spc="11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oss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ble</a:t>
            </a:r>
            <a:r>
              <a:rPr sz="1350" spc="38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spc="-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add</a:t>
            </a:r>
            <a:r>
              <a:rPr sz="1350" spc="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more</a:t>
            </a:r>
            <a:r>
              <a:rPr sz="1350" spc="15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eer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s</a:t>
            </a:r>
            <a:r>
              <a:rPr sz="1350" spc="4" dirty="0">
                <a:solidFill>
                  <a:srgbClr val="49486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spc="7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he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y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em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and</a:t>
            </a:r>
            <a:r>
              <a:rPr sz="1350" spc="-26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scale</a:t>
            </a:r>
            <a:endParaRPr sz="1350">
              <a:latin typeface="Times New Roman"/>
              <a:cs typeface="Times New Roman"/>
            </a:endParaRPr>
          </a:p>
          <a:p>
            <a:pPr marL="575310">
              <a:lnSpc>
                <a:spcPts val="1616"/>
              </a:lnSpc>
            </a:pP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o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spc="-15" dirty="0">
                <a:solidFill>
                  <a:srgbClr val="110C4B"/>
                </a:solidFill>
                <a:latin typeface="Times New Roman"/>
                <a:cs typeface="Times New Roman"/>
              </a:rPr>
              <a:t>l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ar</a:t>
            </a:r>
            <a:r>
              <a:rPr sz="1613" spc="-15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er</a:t>
            </a:r>
            <a:r>
              <a:rPr sz="1350" spc="-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ne</a:t>
            </a:r>
            <a:r>
              <a:rPr sz="1350" spc="-8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works</a:t>
            </a:r>
            <a:endParaRPr sz="1350">
              <a:latin typeface="Times New Roman"/>
              <a:cs typeface="Times New Roman"/>
            </a:endParaRPr>
          </a:p>
          <a:p>
            <a:pPr marL="570548" lvl="1" indent="-222885">
              <a:lnSpc>
                <a:spcPts val="1523"/>
              </a:lnSpc>
              <a:buClr>
                <a:srgbClr val="6B4D4F"/>
              </a:buClr>
              <a:buChar char="-"/>
              <a:tabLst>
                <a:tab pos="570548" algn="l"/>
              </a:tabLst>
            </a:pP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Consumers</a:t>
            </a:r>
            <a:r>
              <a:rPr sz="1350" spc="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f</a:t>
            </a:r>
            <a:r>
              <a:rPr sz="1350" spc="41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resources</a:t>
            </a:r>
            <a:r>
              <a:rPr sz="1350" spc="4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also</a:t>
            </a:r>
            <a:r>
              <a:rPr sz="1350" spc="-60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dona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e</a:t>
            </a:r>
            <a:r>
              <a:rPr sz="1350" spc="-11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resources</a:t>
            </a:r>
            <a:endParaRPr sz="1350">
              <a:latin typeface="Times New Roman"/>
              <a:cs typeface="Times New Roman"/>
            </a:endParaRPr>
          </a:p>
          <a:p>
            <a:pPr marL="568643" lvl="1" indent="-220980">
              <a:lnSpc>
                <a:spcPts val="1789"/>
              </a:lnSpc>
              <a:buClr>
                <a:srgbClr val="363133"/>
              </a:buClr>
              <a:buChar char="-"/>
              <a:tabLst>
                <a:tab pos="568643" algn="l"/>
              </a:tabLst>
            </a:pP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A</a:t>
            </a:r>
            <a:r>
              <a:rPr sz="1538" spc="-15" dirty="0">
                <a:solidFill>
                  <a:srgbClr val="36335B"/>
                </a:solidFill>
                <a:latin typeface="PMingLiU"/>
                <a:cs typeface="PMingLiU"/>
              </a:rPr>
              <a:t>gg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re</a:t>
            </a:r>
            <a:r>
              <a:rPr sz="1538" spc="-15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a</a:t>
            </a:r>
            <a:r>
              <a:rPr sz="1350" spc="-15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spc="-15" dirty="0">
                <a:solidFill>
                  <a:srgbClr val="36335B"/>
                </a:solidFill>
                <a:latin typeface="Times New Roman"/>
                <a:cs typeface="Times New Roman"/>
              </a:rPr>
              <a:t>e</a:t>
            </a:r>
            <a:r>
              <a:rPr sz="1350" spc="-41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eso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urc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es</a:t>
            </a:r>
            <a:r>
              <a:rPr sz="1350" spc="-45" dirty="0">
                <a:solidFill>
                  <a:srgbClr val="494864"/>
                </a:solidFill>
                <a:latin typeface="Times New Roman"/>
                <a:cs typeface="Times New Roman"/>
              </a:rPr>
              <a:t> </a:t>
            </a:r>
            <a:r>
              <a:rPr sz="1538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row</a:t>
            </a:r>
            <a:r>
              <a:rPr sz="1350" spc="19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na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urall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y</a:t>
            </a:r>
            <a:r>
              <a:rPr sz="1350" spc="19" dirty="0">
                <a:solidFill>
                  <a:srgbClr val="1F1C4D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w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h</a:t>
            </a:r>
            <a:r>
              <a:rPr sz="1350" spc="-4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u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ti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l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za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ti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on</a:t>
            </a:r>
            <a:endParaRPr sz="1350">
              <a:latin typeface="Times New Roman"/>
              <a:cs typeface="Times New Roman"/>
            </a:endParaRPr>
          </a:p>
          <a:p>
            <a:pPr lvl="1">
              <a:spcBef>
                <a:spcPts val="184"/>
              </a:spcBef>
              <a:buFont typeface="Times New Roman"/>
              <a:buChar char="-"/>
            </a:pPr>
            <a:endParaRPr sz="1350">
              <a:latin typeface="Times New Roman"/>
              <a:cs typeface="Times New Roman"/>
            </a:endParaRPr>
          </a:p>
          <a:p>
            <a:pPr marL="271463" indent="-261938">
              <a:buClr>
                <a:srgbClr val="080808"/>
              </a:buClr>
              <a:buChar char="•"/>
              <a:tabLst>
                <a:tab pos="271463" algn="l"/>
              </a:tabLst>
            </a:pPr>
            <a:r>
              <a:rPr sz="1350" spc="49" dirty="0">
                <a:solidFill>
                  <a:srgbClr val="1C1C1C"/>
                </a:solidFill>
                <a:latin typeface="Times New Roman"/>
                <a:cs typeface="Times New Roman"/>
              </a:rPr>
              <a:t>Rel</a:t>
            </a:r>
            <a:r>
              <a:rPr sz="1350" spc="49" dirty="0">
                <a:solidFill>
                  <a:srgbClr val="1C1C1C"/>
                </a:solidFill>
                <a:latin typeface="PMingLiU"/>
                <a:cs typeface="PMingLiU"/>
              </a:rPr>
              <a:t>i</a:t>
            </a:r>
            <a:r>
              <a:rPr sz="1350" spc="49" dirty="0">
                <a:solidFill>
                  <a:srgbClr val="1C1C1C"/>
                </a:solidFill>
                <a:latin typeface="Times New Roman"/>
                <a:cs typeface="Times New Roman"/>
              </a:rPr>
              <a:t>ab</a:t>
            </a:r>
            <a:r>
              <a:rPr sz="1350" spc="49" dirty="0">
                <a:solidFill>
                  <a:srgbClr val="1C1C1C"/>
                </a:solidFill>
                <a:latin typeface="PMingLiU"/>
                <a:cs typeface="PMingLiU"/>
              </a:rPr>
              <a:t>i</a:t>
            </a:r>
            <a:r>
              <a:rPr sz="1350" spc="49" dirty="0">
                <a:solidFill>
                  <a:srgbClr val="1C1C1C"/>
                </a:solidFill>
                <a:latin typeface="Times New Roman"/>
                <a:cs typeface="Times New Roman"/>
              </a:rPr>
              <a:t>l</a:t>
            </a:r>
            <a:r>
              <a:rPr sz="1350" spc="49" dirty="0">
                <a:solidFill>
                  <a:srgbClr val="1C1C1C"/>
                </a:solidFill>
                <a:latin typeface="PMingLiU"/>
                <a:cs typeface="PMingLiU"/>
              </a:rPr>
              <a:t>ity</a:t>
            </a:r>
            <a:endParaRPr sz="1350">
              <a:latin typeface="PMingLiU"/>
              <a:cs typeface="PMingLiU"/>
            </a:endParaRPr>
          </a:p>
          <a:p>
            <a:pPr marL="573881" lvl="1" indent="-226219">
              <a:lnSpc>
                <a:spcPts val="1500"/>
              </a:lnSpc>
              <a:spcBef>
                <a:spcPts val="23"/>
              </a:spcBef>
              <a:buClr>
                <a:srgbClr val="918EA3"/>
              </a:buClr>
              <a:buChar char="-"/>
              <a:tabLst>
                <a:tab pos="573881" algn="l"/>
              </a:tabLst>
            </a:pP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Re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pli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ca</a:t>
            </a:r>
            <a:r>
              <a:rPr sz="1350" spc="-8" dirty="0">
                <a:solidFill>
                  <a:srgbClr val="494864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570548" lvl="1" indent="-222885">
              <a:lnSpc>
                <a:spcPts val="1680"/>
              </a:lnSpc>
              <a:buClr>
                <a:srgbClr val="918EA3"/>
              </a:buClr>
              <a:buChar char="-"/>
              <a:tabLst>
                <a:tab pos="570548" algn="l"/>
              </a:tabLst>
            </a:pP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Geo</a:t>
            </a:r>
            <a:r>
              <a:rPr sz="1613" spc="-8" dirty="0">
                <a:solidFill>
                  <a:srgbClr val="1F1C4D"/>
                </a:solidFill>
                <a:latin typeface="PMingLiU"/>
                <a:cs typeface="PMingLiU"/>
              </a:rPr>
              <a:t>g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ra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p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h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c</a:t>
            </a:r>
            <a:r>
              <a:rPr sz="1350" spc="-38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d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494864"/>
                </a:solidFill>
                <a:latin typeface="Times New Roman"/>
                <a:cs typeface="Times New Roman"/>
              </a:rPr>
              <a:t>s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r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bu</a:t>
            </a:r>
            <a:r>
              <a:rPr sz="1350" spc="-8" dirty="0">
                <a:solidFill>
                  <a:srgbClr val="1F1C4D"/>
                </a:solidFill>
                <a:latin typeface="PMingLiU"/>
                <a:cs typeface="PMingLiU"/>
              </a:rPr>
              <a:t>ti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on</a:t>
            </a:r>
            <a:endParaRPr sz="1350">
              <a:latin typeface="Times New Roman"/>
              <a:cs typeface="Times New Roman"/>
            </a:endParaRPr>
          </a:p>
          <a:p>
            <a:pPr marL="579120" lvl="1" indent="-231458">
              <a:lnSpc>
                <a:spcPts val="1624"/>
              </a:lnSpc>
              <a:buClr>
                <a:srgbClr val="363133"/>
              </a:buClr>
              <a:buChar char="-"/>
              <a:tabLst>
                <a:tab pos="579120" algn="l"/>
              </a:tabLst>
            </a:pP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No</a:t>
            </a:r>
            <a:r>
              <a:rPr sz="1350" spc="-64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494864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n</a:t>
            </a:r>
            <a:r>
              <a:rPr sz="1538" dirty="0">
                <a:solidFill>
                  <a:srgbClr val="1F1C4D"/>
                </a:solidFill>
                <a:latin typeface="PMingLiU"/>
                <a:cs typeface="PMingLiU"/>
              </a:rPr>
              <a:t>g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le</a:t>
            </a:r>
            <a:r>
              <a:rPr sz="1350" spc="4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n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spc="-19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f</a:t>
            </a:r>
            <a:r>
              <a:rPr sz="1350" spc="38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PMingLiU"/>
                <a:cs typeface="PMingLiU"/>
              </a:rPr>
              <a:t>fai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lure</a:t>
            </a:r>
            <a:endParaRPr sz="1350">
              <a:latin typeface="Times New Roman"/>
              <a:cs typeface="Times New Roman"/>
            </a:endParaRPr>
          </a:p>
          <a:p>
            <a:pPr marL="869156" lvl="2" indent="-174308">
              <a:lnSpc>
                <a:spcPts val="1466"/>
              </a:lnSpc>
              <a:buClr>
                <a:srgbClr val="5B3638"/>
              </a:buClr>
              <a:buChar char="•"/>
              <a:tabLst>
                <a:tab pos="869156" algn="l"/>
              </a:tabLst>
            </a:pPr>
            <a:r>
              <a:rPr sz="1350" spc="-30" dirty="0">
                <a:solidFill>
                  <a:srgbClr val="6B4D4F"/>
                </a:solidFill>
                <a:latin typeface="Times New Roman"/>
                <a:cs typeface="Times New Roman"/>
              </a:rPr>
              <a:t>E.</a:t>
            </a:r>
            <a:r>
              <a:rPr sz="1350" spc="-30" dirty="0">
                <a:solidFill>
                  <a:srgbClr val="6B4D4F"/>
                </a:solidFill>
                <a:latin typeface="PMingLiU"/>
                <a:cs typeface="PMingLiU"/>
              </a:rPr>
              <a:t>g.,</a:t>
            </a:r>
            <a:r>
              <a:rPr sz="1350" spc="-135" dirty="0">
                <a:solidFill>
                  <a:srgbClr val="6B4D4F"/>
                </a:solidFill>
                <a:latin typeface="PMingLiU"/>
                <a:cs typeface="PMingLiU"/>
              </a:rPr>
              <a:t> </a:t>
            </a:r>
            <a:r>
              <a:rPr sz="1350" spc="-38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-38" dirty="0">
                <a:solidFill>
                  <a:srgbClr val="5B3638"/>
                </a:solidFill>
                <a:latin typeface="Times New Roman"/>
                <a:cs typeface="Times New Roman"/>
              </a:rPr>
              <a:t>he</a:t>
            </a:r>
            <a:r>
              <a:rPr sz="1350" spc="-90" dirty="0">
                <a:solidFill>
                  <a:srgbClr val="5B3638"/>
                </a:solidFill>
                <a:latin typeface="Times New Roman"/>
                <a:cs typeface="Times New Roman"/>
              </a:rPr>
              <a:t> </a:t>
            </a:r>
            <a:r>
              <a:rPr sz="1275" spc="-49" dirty="0">
                <a:solidFill>
                  <a:srgbClr val="5B3638"/>
                </a:solidFill>
                <a:latin typeface="Times New Roman"/>
                <a:cs typeface="Times New Roman"/>
              </a:rPr>
              <a:t>In</a:t>
            </a:r>
            <a:r>
              <a:rPr sz="1350" spc="-49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-49" dirty="0">
                <a:solidFill>
                  <a:srgbClr val="5B3638"/>
                </a:solidFill>
                <a:latin typeface="Times New Roman"/>
                <a:cs typeface="Times New Roman"/>
              </a:rPr>
              <a:t>erne</a:t>
            </a:r>
            <a:r>
              <a:rPr sz="1350" spc="-49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-38" dirty="0">
                <a:solidFill>
                  <a:srgbClr val="5B3638"/>
                </a:solidFill>
                <a:latin typeface="PMingLiU"/>
                <a:cs typeface="PMingLiU"/>
              </a:rPr>
              <a:t> </a:t>
            </a:r>
            <a:r>
              <a:rPr sz="1350" spc="-79" dirty="0">
                <a:solidFill>
                  <a:srgbClr val="6B4D4F"/>
                </a:solidFill>
                <a:latin typeface="Times New Roman"/>
                <a:cs typeface="Times New Roman"/>
              </a:rPr>
              <a:t>and</a:t>
            </a:r>
            <a:r>
              <a:rPr sz="1350" spc="-26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38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-38" dirty="0">
                <a:solidFill>
                  <a:srgbClr val="5B3638"/>
                </a:solidFill>
                <a:latin typeface="Times New Roman"/>
                <a:cs typeface="Times New Roman"/>
              </a:rPr>
              <a:t>he</a:t>
            </a:r>
            <a:r>
              <a:rPr sz="1350" spc="-135" dirty="0">
                <a:solidFill>
                  <a:srgbClr val="5B3638"/>
                </a:solidFill>
                <a:latin typeface="Times New Roman"/>
                <a:cs typeface="Times New Roman"/>
              </a:rPr>
              <a:t> </a:t>
            </a:r>
            <a:r>
              <a:rPr sz="1350" spc="-116" dirty="0">
                <a:solidFill>
                  <a:srgbClr val="6B4D4F"/>
                </a:solidFill>
                <a:latin typeface="Times New Roman"/>
                <a:cs typeface="Times New Roman"/>
              </a:rPr>
              <a:t>Web</a:t>
            </a:r>
            <a:r>
              <a:rPr sz="1350" spc="-105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41" dirty="0">
                <a:solidFill>
                  <a:srgbClr val="6B4D4F"/>
                </a:solidFill>
                <a:latin typeface="Times New Roman"/>
                <a:cs typeface="Times New Roman"/>
              </a:rPr>
              <a:t>do</a:t>
            </a:r>
            <a:r>
              <a:rPr sz="1350" spc="-26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56" dirty="0">
                <a:solidFill>
                  <a:srgbClr val="6B4D4F"/>
                </a:solidFill>
                <a:latin typeface="Times New Roman"/>
                <a:cs typeface="Times New Roman"/>
              </a:rPr>
              <a:t>no</a:t>
            </a:r>
            <a:r>
              <a:rPr sz="1350" spc="-56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109" dirty="0">
                <a:solidFill>
                  <a:srgbClr val="6B4D4F"/>
                </a:solidFill>
                <a:latin typeface="PMingLiU"/>
                <a:cs typeface="PMingLiU"/>
              </a:rPr>
              <a:t> </a:t>
            </a:r>
            <a:r>
              <a:rPr sz="1350" spc="-71" dirty="0">
                <a:solidFill>
                  <a:srgbClr val="5B3638"/>
                </a:solidFill>
                <a:latin typeface="Times New Roman"/>
                <a:cs typeface="Times New Roman"/>
              </a:rPr>
              <a:t>have</a:t>
            </a:r>
            <a:r>
              <a:rPr sz="1350" spc="-83" dirty="0">
                <a:solidFill>
                  <a:srgbClr val="5B3638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6B4D4F"/>
                </a:solidFill>
                <a:latin typeface="Times New Roman"/>
                <a:cs typeface="Times New Roman"/>
              </a:rPr>
              <a:t>a</a:t>
            </a:r>
            <a:r>
              <a:rPr sz="1350" spc="-98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49" dirty="0">
                <a:solidFill>
                  <a:srgbClr val="6B4D4F"/>
                </a:solidFill>
                <a:latin typeface="Times New Roman"/>
                <a:cs typeface="Times New Roman"/>
              </a:rPr>
              <a:t>cen</a:t>
            </a:r>
            <a:r>
              <a:rPr sz="1350" spc="-49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49" dirty="0">
                <a:solidFill>
                  <a:srgbClr val="6B4D4F"/>
                </a:solidFill>
                <a:latin typeface="Times New Roman"/>
                <a:cs typeface="Times New Roman"/>
              </a:rPr>
              <a:t>ral</a:t>
            </a:r>
            <a:r>
              <a:rPr sz="1350" spc="-53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60" dirty="0">
                <a:solidFill>
                  <a:srgbClr val="6B4D4F"/>
                </a:solidFill>
                <a:latin typeface="PMingLiU"/>
                <a:cs typeface="PMingLiU"/>
              </a:rPr>
              <a:t>p</a:t>
            </a:r>
            <a:r>
              <a:rPr sz="1350" spc="-60" dirty="0">
                <a:solidFill>
                  <a:srgbClr val="6B4D4F"/>
                </a:solidFill>
                <a:latin typeface="Times New Roman"/>
                <a:cs typeface="Times New Roman"/>
              </a:rPr>
              <a:t>o</a:t>
            </a:r>
            <a:r>
              <a:rPr sz="1350" spc="-60" dirty="0">
                <a:solidFill>
                  <a:srgbClr val="6B4D4F"/>
                </a:solidFill>
                <a:latin typeface="PMingLiU"/>
                <a:cs typeface="PMingLiU"/>
              </a:rPr>
              <a:t>i</a:t>
            </a:r>
            <a:r>
              <a:rPr sz="1350" spc="-60" dirty="0">
                <a:solidFill>
                  <a:srgbClr val="6B4D4F"/>
                </a:solidFill>
                <a:latin typeface="Times New Roman"/>
                <a:cs typeface="Times New Roman"/>
              </a:rPr>
              <a:t>n</a:t>
            </a:r>
            <a:r>
              <a:rPr sz="1350" spc="-60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90" dirty="0">
                <a:solidFill>
                  <a:srgbClr val="6B4D4F"/>
                </a:solidFill>
                <a:latin typeface="PMingLiU"/>
                <a:cs typeface="PMingLiU"/>
              </a:rPr>
              <a:t> </a:t>
            </a:r>
            <a:r>
              <a:rPr sz="1350" spc="-8" dirty="0">
                <a:solidFill>
                  <a:srgbClr val="6B4D4F"/>
                </a:solidFill>
                <a:latin typeface="Times New Roman"/>
                <a:cs typeface="Times New Roman"/>
              </a:rPr>
              <a:t>o</a:t>
            </a:r>
            <a:r>
              <a:rPr sz="1350" spc="-8" dirty="0">
                <a:solidFill>
                  <a:srgbClr val="6B4D4F"/>
                </a:solidFill>
                <a:latin typeface="PMingLiU"/>
                <a:cs typeface="PMingLiU"/>
              </a:rPr>
              <a:t>f</a:t>
            </a:r>
            <a:r>
              <a:rPr sz="1350" spc="-79" dirty="0">
                <a:solidFill>
                  <a:srgbClr val="6B4D4F"/>
                </a:solidFill>
                <a:latin typeface="PMingLiU"/>
                <a:cs typeface="PMingLiU"/>
              </a:rPr>
              <a:t> </a:t>
            </a:r>
            <a:r>
              <a:rPr sz="1350" spc="-8" dirty="0">
                <a:solidFill>
                  <a:srgbClr val="6B4D4F"/>
                </a:solidFill>
                <a:latin typeface="PMingLiU"/>
                <a:cs typeface="PMingLiU"/>
              </a:rPr>
              <a:t>fai</a:t>
            </a:r>
            <a:r>
              <a:rPr sz="1350" spc="-8" dirty="0">
                <a:solidFill>
                  <a:srgbClr val="6B4D4F"/>
                </a:solidFill>
                <a:latin typeface="Times New Roman"/>
                <a:cs typeface="Times New Roman"/>
              </a:rPr>
              <a:t>lure.</a:t>
            </a:r>
            <a:endParaRPr sz="1350">
              <a:latin typeface="Times New Roman"/>
              <a:cs typeface="Times New Roman"/>
            </a:endParaRPr>
          </a:p>
          <a:p>
            <a:pPr marL="864394" marR="7620" lvl="2" indent="-169545">
              <a:lnSpc>
                <a:spcPct val="72000"/>
              </a:lnSpc>
              <a:spcBef>
                <a:spcPts val="386"/>
              </a:spcBef>
              <a:buChar char="•"/>
              <a:tabLst>
                <a:tab pos="864394" algn="l"/>
                <a:tab pos="870109" algn="l"/>
              </a:tabLst>
            </a:pPr>
            <a:r>
              <a:rPr sz="1350" dirty="0">
                <a:solidFill>
                  <a:srgbClr val="591A1F"/>
                </a:solidFill>
                <a:latin typeface="Times New Roman"/>
                <a:cs typeface="Times New Roman"/>
              </a:rPr>
              <a:t>	</a:t>
            </a:r>
            <a:r>
              <a:rPr sz="1350" spc="-64" dirty="0">
                <a:solidFill>
                  <a:srgbClr val="5B3638"/>
                </a:solidFill>
                <a:latin typeface="Times New Roman"/>
                <a:cs typeface="Times New Roman"/>
              </a:rPr>
              <a:t>Mos</a:t>
            </a:r>
            <a:r>
              <a:rPr sz="1350" spc="-64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-60" dirty="0">
                <a:solidFill>
                  <a:srgbClr val="5B3638"/>
                </a:solidFill>
                <a:latin typeface="PMingLiU"/>
                <a:cs typeface="PMingLiU"/>
              </a:rPr>
              <a:t> </a:t>
            </a:r>
            <a:r>
              <a:rPr sz="1350" spc="-56" dirty="0">
                <a:solidFill>
                  <a:srgbClr val="5B3638"/>
                </a:solidFill>
                <a:latin typeface="PMingLiU"/>
                <a:cs typeface="PMingLiU"/>
              </a:rPr>
              <a:t>i</a:t>
            </a:r>
            <a:r>
              <a:rPr sz="1350" spc="-56" dirty="0">
                <a:solidFill>
                  <a:srgbClr val="5B3638"/>
                </a:solidFill>
                <a:latin typeface="Times New Roman"/>
                <a:cs typeface="Times New Roman"/>
              </a:rPr>
              <a:t>n</a:t>
            </a:r>
            <a:r>
              <a:rPr sz="1350" spc="-56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-56" dirty="0">
                <a:solidFill>
                  <a:srgbClr val="5B3638"/>
                </a:solidFill>
                <a:latin typeface="Times New Roman"/>
                <a:cs typeface="Times New Roman"/>
              </a:rPr>
              <a:t>erne</a:t>
            </a:r>
            <a:r>
              <a:rPr sz="1350" spc="-56" dirty="0">
                <a:solidFill>
                  <a:srgbClr val="5B3638"/>
                </a:solidFill>
                <a:latin typeface="PMingLiU"/>
                <a:cs typeface="PMingLiU"/>
              </a:rPr>
              <a:t>t</a:t>
            </a:r>
            <a:r>
              <a:rPr sz="1350" spc="26" dirty="0">
                <a:solidFill>
                  <a:srgbClr val="5B3638"/>
                </a:solidFill>
                <a:latin typeface="PMingLiU"/>
                <a:cs typeface="PMingLiU"/>
              </a:rPr>
              <a:t> </a:t>
            </a:r>
            <a:r>
              <a:rPr sz="1350" spc="-90" dirty="0">
                <a:solidFill>
                  <a:srgbClr val="6B4D4F"/>
                </a:solidFill>
                <a:latin typeface="Times New Roman"/>
                <a:cs typeface="Times New Roman"/>
              </a:rPr>
              <a:t>and</a:t>
            </a:r>
            <a:r>
              <a:rPr sz="1350" spc="41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83" dirty="0">
                <a:solidFill>
                  <a:srgbClr val="6B4D4F"/>
                </a:solidFill>
                <a:latin typeface="Times New Roman"/>
                <a:cs typeface="Times New Roman"/>
              </a:rPr>
              <a:t>web</a:t>
            </a:r>
            <a:r>
              <a:rPr sz="1350" spc="-75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53" dirty="0">
                <a:solidFill>
                  <a:srgbClr val="6B4D4F"/>
                </a:solidFill>
                <a:latin typeface="Times New Roman"/>
                <a:cs typeface="Times New Roman"/>
              </a:rPr>
              <a:t>serv</a:t>
            </a:r>
            <a:r>
              <a:rPr sz="1350" spc="-53" dirty="0">
                <a:solidFill>
                  <a:srgbClr val="363133"/>
                </a:solidFill>
                <a:latin typeface="PMingLiU"/>
                <a:cs typeface="PMingLiU"/>
              </a:rPr>
              <a:t>i</a:t>
            </a:r>
            <a:r>
              <a:rPr sz="1350" spc="-53" dirty="0">
                <a:solidFill>
                  <a:srgbClr val="6B4D4F"/>
                </a:solidFill>
                <a:latin typeface="Times New Roman"/>
                <a:cs typeface="Times New Roman"/>
              </a:rPr>
              <a:t>ces</a:t>
            </a:r>
            <a:r>
              <a:rPr sz="1350" spc="-34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68" dirty="0">
                <a:solidFill>
                  <a:srgbClr val="6B4D4F"/>
                </a:solidFill>
                <a:latin typeface="Times New Roman"/>
                <a:cs typeface="Times New Roman"/>
              </a:rPr>
              <a:t>use</a:t>
            </a:r>
            <a:r>
              <a:rPr sz="1350" spc="-64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38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38" dirty="0">
                <a:solidFill>
                  <a:srgbClr val="6B4D4F"/>
                </a:solidFill>
                <a:latin typeface="Times New Roman"/>
                <a:cs typeface="Times New Roman"/>
              </a:rPr>
              <a:t>he</a:t>
            </a:r>
            <a:r>
              <a:rPr sz="1350" spc="-158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163" spc="-41" dirty="0">
                <a:solidFill>
                  <a:srgbClr val="6B4D4F"/>
                </a:solidFill>
                <a:latin typeface="Times New Roman"/>
                <a:cs typeface="Times New Roman"/>
              </a:rPr>
              <a:t>cl</a:t>
            </a:r>
            <a:r>
              <a:rPr sz="1350" spc="-41" dirty="0">
                <a:solidFill>
                  <a:srgbClr val="6B4D4F"/>
                </a:solidFill>
                <a:latin typeface="PMingLiU"/>
                <a:cs typeface="PMingLiU"/>
              </a:rPr>
              <a:t>i</a:t>
            </a:r>
            <a:r>
              <a:rPr sz="1350" spc="-41" dirty="0">
                <a:solidFill>
                  <a:srgbClr val="6B4D4F"/>
                </a:solidFill>
                <a:latin typeface="Times New Roman"/>
                <a:cs typeface="Times New Roman"/>
              </a:rPr>
              <a:t>en</a:t>
            </a:r>
            <a:r>
              <a:rPr sz="1350" spc="-41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41" dirty="0">
                <a:solidFill>
                  <a:srgbClr val="6B4D4F"/>
                </a:solidFill>
                <a:latin typeface="Times New Roman"/>
                <a:cs typeface="Times New Roman"/>
              </a:rPr>
              <a:t>-</a:t>
            </a:r>
            <a:r>
              <a:rPr sz="1350" spc="-49" dirty="0">
                <a:solidFill>
                  <a:srgbClr val="6B4D4F"/>
                </a:solidFill>
                <a:latin typeface="Times New Roman"/>
                <a:cs typeface="Times New Roman"/>
              </a:rPr>
              <a:t>server</a:t>
            </a:r>
            <a:r>
              <a:rPr sz="1350" spc="-26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75" dirty="0">
                <a:solidFill>
                  <a:srgbClr val="6B4D4F"/>
                </a:solidFill>
                <a:latin typeface="Times New Roman"/>
                <a:cs typeface="Times New Roman"/>
              </a:rPr>
              <a:t>mode</a:t>
            </a:r>
            <a:r>
              <a:rPr sz="1350" spc="-75" dirty="0">
                <a:solidFill>
                  <a:srgbClr val="363133"/>
                </a:solidFill>
                <a:latin typeface="Times New Roman"/>
                <a:cs typeface="Times New Roman"/>
              </a:rPr>
              <a:t>l</a:t>
            </a:r>
            <a:r>
              <a:rPr sz="1350" spc="-49" dirty="0">
                <a:solidFill>
                  <a:srgbClr val="363133"/>
                </a:solidFill>
                <a:latin typeface="Times New Roman"/>
                <a:cs typeface="Times New Roman"/>
              </a:rPr>
              <a:t> </a:t>
            </a:r>
            <a:r>
              <a:rPr sz="1350" spc="-34" dirty="0">
                <a:solidFill>
                  <a:srgbClr val="6B4D4F"/>
                </a:solidFill>
                <a:latin typeface="Times New Roman"/>
                <a:cs typeface="Times New Roman"/>
              </a:rPr>
              <a:t>(e</a:t>
            </a:r>
            <a:r>
              <a:rPr sz="1350" spc="-34" dirty="0">
                <a:solidFill>
                  <a:srgbClr val="363133"/>
                </a:solidFill>
                <a:latin typeface="Times New Roman"/>
                <a:cs typeface="Times New Roman"/>
              </a:rPr>
              <a:t>.</a:t>
            </a:r>
            <a:r>
              <a:rPr sz="1350" spc="-34" dirty="0">
                <a:solidFill>
                  <a:srgbClr val="6B4D4F"/>
                </a:solidFill>
                <a:latin typeface="PMingLiU"/>
                <a:cs typeface="PMingLiU"/>
              </a:rPr>
              <a:t>g</a:t>
            </a:r>
            <a:r>
              <a:rPr sz="1350" spc="-34" dirty="0">
                <a:solidFill>
                  <a:srgbClr val="363133"/>
                </a:solidFill>
                <a:latin typeface="PMingLiU"/>
                <a:cs typeface="PMingLiU"/>
              </a:rPr>
              <a:t>.</a:t>
            </a:r>
            <a:r>
              <a:rPr sz="1350" spc="-83" dirty="0">
                <a:solidFill>
                  <a:srgbClr val="363133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591A1F"/>
                </a:solidFill>
                <a:latin typeface="Times New Roman"/>
                <a:cs typeface="Times New Roman"/>
              </a:rPr>
              <a:t>H</a:t>
            </a:r>
            <a:r>
              <a:rPr sz="1163" dirty="0">
                <a:solidFill>
                  <a:srgbClr val="5B3638"/>
                </a:solidFill>
                <a:latin typeface="Times New Roman"/>
                <a:cs typeface="Times New Roman"/>
              </a:rPr>
              <a:t>TTP),</a:t>
            </a:r>
            <a:r>
              <a:rPr sz="1163" spc="-101" dirty="0">
                <a:solidFill>
                  <a:srgbClr val="5B3638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6B4D4F"/>
                </a:solidFill>
                <a:latin typeface="Times New Roman"/>
                <a:cs typeface="Times New Roman"/>
              </a:rPr>
              <a:t>so</a:t>
            </a:r>
            <a:r>
              <a:rPr sz="1350" spc="-71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49" dirty="0">
                <a:solidFill>
                  <a:srgbClr val="6B4D4F"/>
                </a:solidFill>
                <a:latin typeface="Times New Roman"/>
                <a:cs typeface="Times New Roman"/>
              </a:rPr>
              <a:t>a</a:t>
            </a:r>
            <a:r>
              <a:rPr sz="1350" spc="-113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6B4D4F"/>
                </a:solidFill>
                <a:latin typeface="Times New Roman"/>
                <a:cs typeface="Times New Roman"/>
              </a:rPr>
              <a:t>s</a:t>
            </a:r>
            <a:r>
              <a:rPr sz="1350" spc="-8" dirty="0">
                <a:solidFill>
                  <a:srgbClr val="6B4D4F"/>
                </a:solidFill>
                <a:latin typeface="PMingLiU"/>
                <a:cs typeface="PMingLiU"/>
              </a:rPr>
              <a:t>p</a:t>
            </a:r>
            <a:r>
              <a:rPr sz="1350" spc="-8" dirty="0">
                <a:solidFill>
                  <a:srgbClr val="6B4D4F"/>
                </a:solidFill>
                <a:latin typeface="Times New Roman"/>
                <a:cs typeface="Times New Roman"/>
              </a:rPr>
              <a:t>ec</a:t>
            </a:r>
            <a:r>
              <a:rPr sz="1350" spc="-8" dirty="0">
                <a:solidFill>
                  <a:srgbClr val="6B4D4F"/>
                </a:solidFill>
                <a:latin typeface="PMingLiU"/>
                <a:cs typeface="PMingLiU"/>
              </a:rPr>
              <a:t>ifi</a:t>
            </a:r>
            <a:r>
              <a:rPr sz="1350" spc="-8" dirty="0">
                <a:solidFill>
                  <a:srgbClr val="6B4D4F"/>
                </a:solidFill>
                <a:latin typeface="Times New Roman"/>
                <a:cs typeface="Times New Roman"/>
              </a:rPr>
              <a:t>c </a:t>
            </a:r>
            <a:r>
              <a:rPr sz="1350" spc="-53" dirty="0">
                <a:solidFill>
                  <a:srgbClr val="776262"/>
                </a:solidFill>
                <a:latin typeface="Times New Roman"/>
                <a:cs typeface="Times New Roman"/>
              </a:rPr>
              <a:t>se</a:t>
            </a:r>
            <a:r>
              <a:rPr sz="1350" spc="-53" dirty="0">
                <a:solidFill>
                  <a:srgbClr val="5B3638"/>
                </a:solidFill>
                <a:latin typeface="Times New Roman"/>
                <a:cs typeface="Times New Roman"/>
              </a:rPr>
              <a:t>rv</a:t>
            </a:r>
            <a:r>
              <a:rPr sz="1350" spc="-53" dirty="0">
                <a:solidFill>
                  <a:srgbClr val="5B3638"/>
                </a:solidFill>
                <a:latin typeface="PMingLiU"/>
                <a:cs typeface="PMingLiU"/>
              </a:rPr>
              <a:t>i</a:t>
            </a:r>
            <a:r>
              <a:rPr sz="1350" spc="-53" dirty="0">
                <a:solidFill>
                  <a:srgbClr val="5B3638"/>
                </a:solidFill>
                <a:latin typeface="Times New Roman"/>
                <a:cs typeface="Times New Roman"/>
              </a:rPr>
              <a:t>c</a:t>
            </a:r>
            <a:r>
              <a:rPr sz="1350" spc="-53" dirty="0">
                <a:solidFill>
                  <a:srgbClr val="776262"/>
                </a:solidFill>
                <a:latin typeface="Times New Roman"/>
                <a:cs typeface="Times New Roman"/>
              </a:rPr>
              <a:t>e</a:t>
            </a:r>
            <a:r>
              <a:rPr sz="1350" spc="-105" dirty="0">
                <a:solidFill>
                  <a:srgbClr val="776262"/>
                </a:solidFill>
                <a:latin typeface="Times New Roman"/>
                <a:cs typeface="Times New Roman"/>
              </a:rPr>
              <a:t> </a:t>
            </a:r>
            <a:r>
              <a:rPr sz="1350" spc="-64" dirty="0">
                <a:solidFill>
                  <a:srgbClr val="6B4D4F"/>
                </a:solidFill>
                <a:latin typeface="Times New Roman"/>
                <a:cs typeface="Times New Roman"/>
              </a:rPr>
              <a:t>does</a:t>
            </a:r>
            <a:r>
              <a:rPr sz="1350" spc="8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71" dirty="0">
                <a:solidFill>
                  <a:srgbClr val="5B3638"/>
                </a:solidFill>
                <a:latin typeface="Times New Roman"/>
                <a:cs typeface="Times New Roman"/>
              </a:rPr>
              <a:t>have</a:t>
            </a:r>
            <a:r>
              <a:rPr sz="1350" spc="-79" dirty="0">
                <a:solidFill>
                  <a:srgbClr val="5B3638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6B4D4F"/>
                </a:solidFill>
                <a:latin typeface="Times New Roman"/>
                <a:cs typeface="Times New Roman"/>
              </a:rPr>
              <a:t>a</a:t>
            </a:r>
            <a:r>
              <a:rPr sz="1350" spc="-101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53" dirty="0">
                <a:solidFill>
                  <a:srgbClr val="6B4D4F"/>
                </a:solidFill>
                <a:latin typeface="Times New Roman"/>
                <a:cs typeface="Times New Roman"/>
              </a:rPr>
              <a:t>cen</a:t>
            </a:r>
            <a:r>
              <a:rPr sz="1350" spc="-53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53" dirty="0">
                <a:solidFill>
                  <a:srgbClr val="6B4D4F"/>
                </a:solidFill>
                <a:latin typeface="Times New Roman"/>
                <a:cs typeface="Times New Roman"/>
              </a:rPr>
              <a:t>ral</a:t>
            </a:r>
            <a:r>
              <a:rPr sz="1350" spc="-113" dirty="0">
                <a:solidFill>
                  <a:srgbClr val="6B4D4F"/>
                </a:solidFill>
                <a:latin typeface="Times New Roman"/>
                <a:cs typeface="Times New Roman"/>
              </a:rPr>
              <a:t> </a:t>
            </a:r>
            <a:r>
              <a:rPr sz="1350" spc="-49" dirty="0">
                <a:solidFill>
                  <a:srgbClr val="6B4D4F"/>
                </a:solidFill>
                <a:latin typeface="PMingLiU"/>
                <a:cs typeface="PMingLiU"/>
              </a:rPr>
              <a:t>p</a:t>
            </a:r>
            <a:r>
              <a:rPr sz="1350" spc="-49" dirty="0">
                <a:solidFill>
                  <a:srgbClr val="6B4D4F"/>
                </a:solidFill>
                <a:latin typeface="Times New Roman"/>
                <a:cs typeface="Times New Roman"/>
              </a:rPr>
              <a:t>o</a:t>
            </a:r>
            <a:r>
              <a:rPr sz="1350" spc="-49" dirty="0">
                <a:solidFill>
                  <a:srgbClr val="6B4D4F"/>
                </a:solidFill>
                <a:latin typeface="PMingLiU"/>
                <a:cs typeface="PMingLiU"/>
              </a:rPr>
              <a:t>i</a:t>
            </a:r>
            <a:r>
              <a:rPr sz="1350" spc="-49" dirty="0">
                <a:solidFill>
                  <a:srgbClr val="6B4D4F"/>
                </a:solidFill>
                <a:latin typeface="Times New Roman"/>
                <a:cs typeface="Times New Roman"/>
              </a:rPr>
              <a:t>n</a:t>
            </a:r>
            <a:r>
              <a:rPr sz="1350" spc="-49" dirty="0">
                <a:solidFill>
                  <a:srgbClr val="6B4D4F"/>
                </a:solidFill>
                <a:latin typeface="PMingLiU"/>
                <a:cs typeface="PMingLiU"/>
              </a:rPr>
              <a:t>t</a:t>
            </a:r>
            <a:r>
              <a:rPr sz="1350" spc="-86" dirty="0">
                <a:solidFill>
                  <a:srgbClr val="6B4D4F"/>
                </a:solidFill>
                <a:latin typeface="PMingLiU"/>
                <a:cs typeface="PMingLiU"/>
              </a:rPr>
              <a:t> </a:t>
            </a:r>
            <a:r>
              <a:rPr sz="1350" spc="-26" dirty="0">
                <a:solidFill>
                  <a:srgbClr val="6B4D4F"/>
                </a:solidFill>
                <a:latin typeface="Times New Roman"/>
                <a:cs typeface="Times New Roman"/>
              </a:rPr>
              <a:t>o</a:t>
            </a:r>
            <a:r>
              <a:rPr sz="1350" spc="-26" dirty="0">
                <a:solidFill>
                  <a:srgbClr val="6B4D4F"/>
                </a:solidFill>
                <a:latin typeface="PMingLiU"/>
                <a:cs typeface="PMingLiU"/>
              </a:rPr>
              <a:t>f </a:t>
            </a:r>
            <a:r>
              <a:rPr sz="1350" spc="-8" dirty="0">
                <a:solidFill>
                  <a:srgbClr val="6B4D4F"/>
                </a:solidFill>
                <a:latin typeface="PMingLiU"/>
                <a:cs typeface="PMingLiU"/>
              </a:rPr>
              <a:t>fai</a:t>
            </a:r>
            <a:r>
              <a:rPr sz="1350" spc="-8" dirty="0">
                <a:solidFill>
                  <a:srgbClr val="363133"/>
                </a:solidFill>
                <a:latin typeface="Times New Roman"/>
                <a:cs typeface="Times New Roman"/>
              </a:rPr>
              <a:t>l</a:t>
            </a:r>
            <a:r>
              <a:rPr sz="1350" spc="-8" dirty="0">
                <a:solidFill>
                  <a:srgbClr val="6B4D4F"/>
                </a:solidFill>
                <a:latin typeface="Times New Roman"/>
                <a:cs typeface="Times New Roman"/>
              </a:rPr>
              <a:t>ure</a:t>
            </a:r>
            <a:endParaRPr sz="1350">
              <a:latin typeface="Times New Roman"/>
              <a:cs typeface="Times New Roman"/>
            </a:endParaRPr>
          </a:p>
          <a:p>
            <a:pPr marL="270510" indent="-254318">
              <a:lnSpc>
                <a:spcPts val="1669"/>
              </a:lnSpc>
              <a:buClr>
                <a:srgbClr val="080808"/>
              </a:buClr>
              <a:buChar char="•"/>
              <a:tabLst>
                <a:tab pos="270510" algn="l"/>
              </a:tabLst>
            </a:pPr>
            <a:r>
              <a:rPr sz="1350" spc="49" dirty="0">
                <a:solidFill>
                  <a:srgbClr val="1C1C1C"/>
                </a:solidFill>
                <a:latin typeface="Times New Roman"/>
                <a:cs typeface="Times New Roman"/>
              </a:rPr>
              <a:t>Ea</a:t>
            </a:r>
            <a:r>
              <a:rPr sz="1350" spc="49" dirty="0">
                <a:solidFill>
                  <a:srgbClr val="494864"/>
                </a:solidFill>
                <a:latin typeface="Times New Roman"/>
                <a:cs typeface="Times New Roman"/>
              </a:rPr>
              <a:t>s</a:t>
            </a:r>
            <a:r>
              <a:rPr sz="1350" spc="49" dirty="0">
                <a:solidFill>
                  <a:srgbClr val="1C1C1C"/>
                </a:solidFill>
                <a:latin typeface="Times New Roman"/>
                <a:cs typeface="Times New Roman"/>
              </a:rPr>
              <a:t>e</a:t>
            </a:r>
            <a:r>
              <a:rPr sz="1350" spc="94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1350" spc="41" dirty="0">
                <a:solidFill>
                  <a:srgbClr val="1C1C1C"/>
                </a:solidFill>
                <a:latin typeface="Times New Roman"/>
                <a:cs typeface="Times New Roman"/>
              </a:rPr>
              <a:t>o</a:t>
            </a:r>
            <a:r>
              <a:rPr sz="1575" spc="41" dirty="0">
                <a:solidFill>
                  <a:srgbClr val="1C1C1C"/>
                </a:solidFill>
                <a:latin typeface="PMingLiU"/>
                <a:cs typeface="PMingLiU"/>
              </a:rPr>
              <a:t>f</a:t>
            </a:r>
            <a:r>
              <a:rPr sz="1575" spc="-30" dirty="0">
                <a:solidFill>
                  <a:srgbClr val="1C1C1C"/>
                </a:solidFill>
                <a:latin typeface="PMingLiU"/>
                <a:cs typeface="PMingLiU"/>
              </a:rPr>
              <a:t> </a:t>
            </a:r>
            <a:r>
              <a:rPr sz="1350" spc="30" dirty="0">
                <a:solidFill>
                  <a:srgbClr val="363133"/>
                </a:solidFill>
                <a:latin typeface="Times New Roman"/>
                <a:cs typeface="Times New Roman"/>
              </a:rPr>
              <a:t>a</a:t>
            </a:r>
            <a:r>
              <a:rPr sz="1350" spc="30" dirty="0">
                <a:solidFill>
                  <a:srgbClr val="1C1C1C"/>
                </a:solidFill>
                <a:latin typeface="Times New Roman"/>
                <a:cs typeface="Times New Roman"/>
              </a:rPr>
              <a:t>d</a:t>
            </a:r>
            <a:r>
              <a:rPr sz="1538" spc="30" dirty="0">
                <a:solidFill>
                  <a:srgbClr val="1C1C1C"/>
                </a:solidFill>
                <a:latin typeface="PMingLiU"/>
                <a:cs typeface="PMingLiU"/>
              </a:rPr>
              <a:t>mi</a:t>
            </a:r>
            <a:r>
              <a:rPr sz="1350" spc="30" dirty="0">
                <a:solidFill>
                  <a:srgbClr val="1C1C1C"/>
                </a:solidFill>
                <a:latin typeface="Times New Roman"/>
                <a:cs typeface="Times New Roman"/>
              </a:rPr>
              <a:t>n</a:t>
            </a:r>
            <a:r>
              <a:rPr sz="1350" spc="30" dirty="0">
                <a:solidFill>
                  <a:srgbClr val="1C1C1C"/>
                </a:solidFill>
                <a:latin typeface="PMingLiU"/>
                <a:cs typeface="PMingLiU"/>
              </a:rPr>
              <a:t>i</a:t>
            </a:r>
            <a:r>
              <a:rPr sz="1350" spc="30" dirty="0">
                <a:solidFill>
                  <a:srgbClr val="363133"/>
                </a:solidFill>
                <a:latin typeface="Times New Roman"/>
                <a:cs typeface="Times New Roman"/>
              </a:rPr>
              <a:t>s</a:t>
            </a:r>
            <a:r>
              <a:rPr sz="1350" spc="30" dirty="0">
                <a:solidFill>
                  <a:srgbClr val="1C1C1C"/>
                </a:solidFill>
                <a:latin typeface="PMingLiU"/>
                <a:cs typeface="PMingLiU"/>
              </a:rPr>
              <a:t>t</a:t>
            </a:r>
            <a:r>
              <a:rPr sz="1613" spc="30" dirty="0">
                <a:solidFill>
                  <a:srgbClr val="1C1C1C"/>
                </a:solidFill>
                <a:latin typeface="Times New Roman"/>
                <a:cs typeface="Times New Roman"/>
              </a:rPr>
              <a:t>ra</a:t>
            </a:r>
            <a:r>
              <a:rPr sz="1350" spc="30" dirty="0">
                <a:solidFill>
                  <a:srgbClr val="1C1C1C"/>
                </a:solidFill>
                <a:latin typeface="PMingLiU"/>
                <a:cs typeface="PMingLiU"/>
              </a:rPr>
              <a:t>ti</a:t>
            </a:r>
            <a:r>
              <a:rPr sz="1350" spc="30" dirty="0">
                <a:solidFill>
                  <a:srgbClr val="1C1C1C"/>
                </a:solidFill>
                <a:latin typeface="Times New Roman"/>
                <a:cs typeface="Times New Roman"/>
              </a:rPr>
              <a:t>on</a:t>
            </a:r>
            <a:endParaRPr sz="1350">
              <a:latin typeface="Times New Roman"/>
              <a:cs typeface="Times New Roman"/>
            </a:endParaRPr>
          </a:p>
          <a:p>
            <a:pPr marL="579120" lvl="1" indent="-231458">
              <a:lnSpc>
                <a:spcPts val="1755"/>
              </a:lnSpc>
              <a:buClr>
                <a:srgbClr val="918EA3"/>
              </a:buClr>
              <a:buChar char="-"/>
              <a:tabLst>
                <a:tab pos="579120" algn="l"/>
              </a:tabLst>
            </a:pP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Nodes</a:t>
            </a:r>
            <a:r>
              <a:rPr sz="1350" spc="-38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se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l</a:t>
            </a:r>
            <a:r>
              <a:rPr sz="1350" dirty="0">
                <a:solidFill>
                  <a:srgbClr val="494864"/>
                </a:solidFill>
                <a:latin typeface="PMingLiU"/>
                <a:cs typeface="PMingLiU"/>
              </a:rPr>
              <a:t>f</a:t>
            </a:r>
            <a:r>
              <a:rPr sz="1350" spc="-26" dirty="0">
                <a:solidFill>
                  <a:srgbClr val="494864"/>
                </a:solidFill>
                <a:latin typeface="PMingLiU"/>
                <a:cs typeface="PMingLiU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or</a:t>
            </a:r>
            <a:r>
              <a:rPr sz="1538" spc="-8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an</a:t>
            </a:r>
            <a:r>
              <a:rPr sz="1350" spc="-8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ze</a:t>
            </a:r>
            <a:endParaRPr sz="1350">
              <a:latin typeface="Times New Roman"/>
              <a:cs typeface="Times New Roman"/>
            </a:endParaRPr>
          </a:p>
          <a:p>
            <a:pPr marL="579120" lvl="1" indent="-231458">
              <a:lnSpc>
                <a:spcPts val="1504"/>
              </a:lnSpc>
              <a:buClr>
                <a:srgbClr val="494864"/>
              </a:buClr>
              <a:buChar char="-"/>
              <a:tabLst>
                <a:tab pos="579120" algn="l"/>
              </a:tabLst>
            </a:pP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No</a:t>
            </a:r>
            <a:r>
              <a:rPr sz="1350" spc="23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need</a:t>
            </a:r>
            <a:r>
              <a:rPr sz="1350" spc="30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o</a:t>
            </a:r>
            <a:r>
              <a:rPr sz="1350" spc="30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de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lo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y</a:t>
            </a:r>
            <a:r>
              <a:rPr sz="1350" spc="30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serve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rs</a:t>
            </a:r>
            <a:r>
              <a:rPr sz="1350" spc="-8" dirty="0">
                <a:solidFill>
                  <a:srgbClr val="1F1C4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</a:t>
            </a:r>
            <a:r>
              <a:rPr sz="1350" spc="8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sa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fy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demand</a:t>
            </a:r>
            <a:r>
              <a:rPr sz="1350" spc="38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-</a:t>
            </a:r>
            <a:r>
              <a:rPr sz="1350" spc="304" dirty="0">
                <a:solidFill>
                  <a:srgbClr val="49486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con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fe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r</a:t>
            </a:r>
            <a:r>
              <a:rPr sz="1350" spc="-30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(com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p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are,</a:t>
            </a:r>
            <a:r>
              <a:rPr sz="1350" spc="-68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c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.f.)</a:t>
            </a:r>
            <a:r>
              <a:rPr sz="1350" spc="-30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scalab</a:t>
            </a:r>
            <a:r>
              <a:rPr sz="1350" spc="-8" dirty="0">
                <a:solidFill>
                  <a:srgbClr val="36335B"/>
                </a:solidFill>
                <a:latin typeface="PMingLiU"/>
                <a:cs typeface="PMingLiU"/>
              </a:rPr>
              <a:t>ility</a:t>
            </a:r>
            <a:endParaRPr sz="1350">
              <a:latin typeface="PMingLiU"/>
              <a:cs typeface="PMingLiU"/>
            </a:endParaRPr>
          </a:p>
          <a:p>
            <a:pPr marL="567214" lvl="1" indent="-219551">
              <a:lnSpc>
                <a:spcPts val="1736"/>
              </a:lnSpc>
              <a:buClr>
                <a:srgbClr val="6B4D4F"/>
              </a:buClr>
              <a:buChar char="-"/>
              <a:tabLst>
                <a:tab pos="567214" algn="l"/>
              </a:tabLst>
            </a:pP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Bu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l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t-i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n</a:t>
            </a:r>
            <a:r>
              <a:rPr sz="1350" spc="41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fa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u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lt</a:t>
            </a:r>
            <a:r>
              <a:rPr sz="1350" spc="143" dirty="0">
                <a:solidFill>
                  <a:srgbClr val="36335B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36335B"/>
                </a:solidFill>
                <a:latin typeface="PMingLiU"/>
                <a:cs typeface="PMingLiU"/>
              </a:rPr>
              <a:t>t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olerance,</a:t>
            </a:r>
            <a:r>
              <a:rPr sz="1350" spc="-53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re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pli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ca</a:t>
            </a:r>
            <a:r>
              <a:rPr sz="1350" dirty="0">
                <a:solidFill>
                  <a:srgbClr val="1F1C4D"/>
                </a:solidFill>
                <a:latin typeface="PMingLiU"/>
                <a:cs typeface="PMingLiU"/>
              </a:rPr>
              <a:t>ti</a:t>
            </a:r>
            <a:r>
              <a:rPr sz="1350" dirty="0">
                <a:solidFill>
                  <a:srgbClr val="1F1C4D"/>
                </a:solidFill>
                <a:latin typeface="Times New Roman"/>
                <a:cs typeface="Times New Roman"/>
              </a:rPr>
              <a:t>on</a:t>
            </a:r>
            <a:r>
              <a:rPr sz="1350" dirty="0">
                <a:solidFill>
                  <a:srgbClr val="494864"/>
                </a:solidFill>
                <a:latin typeface="Times New Roman"/>
                <a:cs typeface="Times New Roman"/>
              </a:rPr>
              <a:t>,</a:t>
            </a:r>
            <a:r>
              <a:rPr sz="1350" spc="-38" dirty="0">
                <a:solidFill>
                  <a:srgbClr val="49486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and</a:t>
            </a:r>
            <a:r>
              <a:rPr sz="1350" spc="34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6335B"/>
                </a:solidFill>
                <a:latin typeface="Times New Roman"/>
                <a:cs typeface="Times New Roman"/>
              </a:rPr>
              <a:t>load</a:t>
            </a:r>
            <a:r>
              <a:rPr sz="1350" spc="38" dirty="0">
                <a:solidFill>
                  <a:srgbClr val="36335B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balanc</a:t>
            </a:r>
            <a:r>
              <a:rPr sz="1350" spc="-8" dirty="0">
                <a:solidFill>
                  <a:srgbClr val="36335B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36335B"/>
                </a:solidFill>
                <a:latin typeface="Times New Roman"/>
                <a:cs typeface="Times New Roman"/>
              </a:rPr>
              <a:t>n</a:t>
            </a:r>
            <a:r>
              <a:rPr sz="1538" spc="-8" dirty="0">
                <a:solidFill>
                  <a:srgbClr val="36335B"/>
                </a:solidFill>
                <a:latin typeface="PMingLiU"/>
                <a:cs typeface="PMingLiU"/>
              </a:rPr>
              <a:t>g</a:t>
            </a:r>
            <a:endParaRPr sz="1538">
              <a:latin typeface="PMingLiU"/>
              <a:cs typeface="PMingLiU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D9C21E-6329-C2A2-B192-7F6F8A929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5605" y="1817820"/>
            <a:ext cx="410129" cy="40392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61555" y="2585284"/>
            <a:ext cx="5782151" cy="1912144"/>
            <a:chOff x="824740" y="3447045"/>
            <a:chExt cx="7709534" cy="2549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0787" y="3447045"/>
              <a:ext cx="4267135" cy="25492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4740" y="4371594"/>
              <a:ext cx="7709534" cy="260350"/>
            </a:xfrm>
            <a:custGeom>
              <a:avLst/>
              <a:gdLst/>
              <a:ahLst/>
              <a:cxnLst/>
              <a:rect l="l" t="t" r="r" b="b"/>
              <a:pathLst>
                <a:path w="7709534" h="260350">
                  <a:moveTo>
                    <a:pt x="0" y="0"/>
                  </a:moveTo>
                  <a:lnTo>
                    <a:pt x="2474221" y="0"/>
                  </a:lnTo>
                </a:path>
                <a:path w="7709534" h="260350">
                  <a:moveTo>
                    <a:pt x="4482286" y="260309"/>
                  </a:moveTo>
                  <a:lnTo>
                    <a:pt x="7709531" y="260309"/>
                  </a:lnTo>
                </a:path>
              </a:pathLst>
            </a:custGeom>
            <a:ln w="8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824740" y="4901190"/>
              <a:ext cx="2474595" cy="0"/>
            </a:xfrm>
            <a:custGeom>
              <a:avLst/>
              <a:gdLst/>
              <a:ahLst/>
              <a:cxnLst/>
              <a:rect l="l" t="t" r="r" b="b"/>
              <a:pathLst>
                <a:path w="2474595">
                  <a:moveTo>
                    <a:pt x="0" y="0"/>
                  </a:moveTo>
                  <a:lnTo>
                    <a:pt x="2474221" y="0"/>
                  </a:lnTo>
                </a:path>
              </a:pathLst>
            </a:custGeom>
            <a:ln w="17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5307026" y="5296143"/>
              <a:ext cx="3227705" cy="0"/>
            </a:xfrm>
            <a:custGeom>
              <a:avLst/>
              <a:gdLst/>
              <a:ahLst/>
              <a:cxnLst/>
              <a:rect l="l" t="t" r="r" b="b"/>
              <a:pathLst>
                <a:path w="3227704">
                  <a:moveTo>
                    <a:pt x="0" y="0"/>
                  </a:moveTo>
                  <a:lnTo>
                    <a:pt x="3227245" y="0"/>
                  </a:lnTo>
                </a:path>
              </a:pathLst>
            </a:custGeom>
            <a:ln w="8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63811" y="127916"/>
            <a:ext cx="4259580" cy="1015182"/>
          </a:xfrm>
          <a:prstGeom prst="rect">
            <a:avLst/>
          </a:prstGeom>
        </p:spPr>
        <p:txBody>
          <a:bodyPr vert="horz" wrap="square" lIns="0" tIns="9096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81551" marR="3810" indent="-972503">
              <a:lnSpc>
                <a:spcPts val="3608"/>
              </a:lnSpc>
              <a:spcBef>
                <a:spcPts val="716"/>
              </a:spcBef>
              <a:tabLst>
                <a:tab pos="805815" algn="l"/>
              </a:tabLst>
            </a:pPr>
            <a:r>
              <a:rPr sz="3000" spc="-19" dirty="0">
                <a:solidFill>
                  <a:srgbClr val="D83D16"/>
                </a:solidFill>
              </a:rPr>
              <a:t>The</a:t>
            </a:r>
            <a:r>
              <a:rPr sz="3000" dirty="0">
                <a:solidFill>
                  <a:srgbClr val="D83D16"/>
                </a:solidFill>
              </a:rPr>
              <a:t>	</a:t>
            </a:r>
            <a:r>
              <a:rPr sz="3525" spc="98" dirty="0">
                <a:solidFill>
                  <a:srgbClr val="D83D16"/>
                </a:solidFill>
                <a:latin typeface="PMingLiU"/>
                <a:cs typeface="PMingLiU"/>
              </a:rPr>
              <a:t>t</a:t>
            </a:r>
            <a:r>
              <a:rPr sz="3000" spc="98" dirty="0">
                <a:solidFill>
                  <a:srgbClr val="D83D16"/>
                </a:solidFill>
              </a:rPr>
              <a:t>rad</a:t>
            </a:r>
            <a:r>
              <a:rPr sz="3525" spc="98" dirty="0">
                <a:solidFill>
                  <a:srgbClr val="D83D16"/>
                </a:solidFill>
                <a:latin typeface="PMingLiU"/>
                <a:cs typeface="PMingLiU"/>
              </a:rPr>
              <a:t>iti</a:t>
            </a:r>
            <a:r>
              <a:rPr sz="3000" spc="98" dirty="0">
                <a:solidFill>
                  <a:srgbClr val="D83D16"/>
                </a:solidFill>
              </a:rPr>
              <a:t>onal</a:t>
            </a:r>
            <a:r>
              <a:rPr sz="3000" spc="-75" dirty="0">
                <a:solidFill>
                  <a:srgbClr val="D83D16"/>
                </a:solidFill>
              </a:rPr>
              <a:t> </a:t>
            </a:r>
            <a:r>
              <a:rPr sz="3000" spc="109" dirty="0">
                <a:solidFill>
                  <a:srgbClr val="D83D16"/>
                </a:solidFill>
              </a:rPr>
              <a:t>ne</a:t>
            </a:r>
            <a:r>
              <a:rPr sz="3525" spc="109" dirty="0">
                <a:solidFill>
                  <a:srgbClr val="D83D16"/>
                </a:solidFill>
                <a:latin typeface="PMingLiU"/>
                <a:cs typeface="PMingLiU"/>
              </a:rPr>
              <a:t>t</a:t>
            </a:r>
            <a:r>
              <a:rPr sz="3000" spc="109" dirty="0">
                <a:solidFill>
                  <a:srgbClr val="D83D16"/>
                </a:solidFill>
              </a:rPr>
              <a:t>work </a:t>
            </a:r>
            <a:r>
              <a:rPr sz="3000" spc="161" dirty="0">
                <a:solidFill>
                  <a:srgbClr val="D83D16"/>
                </a:solidFill>
              </a:rPr>
              <a:t>arch</a:t>
            </a:r>
            <a:r>
              <a:rPr sz="3525" spc="161" dirty="0">
                <a:solidFill>
                  <a:srgbClr val="D83D16"/>
                </a:solidFill>
                <a:latin typeface="PMingLiU"/>
                <a:cs typeface="PMingLiU"/>
              </a:rPr>
              <a:t>it</a:t>
            </a:r>
            <a:r>
              <a:rPr sz="3000" spc="161" dirty="0">
                <a:solidFill>
                  <a:srgbClr val="D83D16"/>
                </a:solidFill>
              </a:rPr>
              <a:t>ec</a:t>
            </a:r>
            <a:r>
              <a:rPr sz="3525" spc="161" dirty="0">
                <a:solidFill>
                  <a:srgbClr val="D83D16"/>
                </a:solidFill>
                <a:latin typeface="PMingLiU"/>
                <a:cs typeface="PMingLiU"/>
              </a:rPr>
              <a:t>t</a:t>
            </a:r>
            <a:r>
              <a:rPr sz="3000" spc="161" dirty="0">
                <a:solidFill>
                  <a:srgbClr val="D83D16"/>
                </a:solidFill>
              </a:rPr>
              <a:t>ure</a:t>
            </a:r>
            <a:endParaRPr sz="300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4389" y="1665797"/>
            <a:ext cx="543878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dirty="0">
                <a:solidFill>
                  <a:srgbClr val="1A1A1A"/>
                </a:solidFill>
                <a:latin typeface="Times New Roman"/>
                <a:cs typeface="Times New Roman"/>
              </a:rPr>
              <a:t>6</a:t>
            </a:r>
            <a:r>
              <a:rPr sz="675" spc="53" dirty="0">
                <a:solidFill>
                  <a:srgbClr val="1A1A1A"/>
                </a:solidFill>
                <a:latin typeface="PMingLiU"/>
                <a:cs typeface="PMingLiU"/>
              </a:rPr>
              <a:t>心</a:t>
            </a:r>
            <a:r>
              <a:rPr sz="675" spc="-8" dirty="0">
                <a:solidFill>
                  <a:srgbClr val="4B4B4B"/>
                </a:solidFill>
                <a:latin typeface="PMingLiU"/>
                <a:cs typeface="PMingLiU"/>
              </a:rPr>
              <a:t>．</a:t>
            </a:r>
            <a:r>
              <a:rPr sz="750" spc="-8" dirty="0">
                <a:solidFill>
                  <a:srgbClr val="1A1A1A"/>
                </a:solidFill>
                <a:latin typeface="Times New Roman"/>
                <a:cs typeface="Times New Roman"/>
              </a:rPr>
              <a:t>111</a:t>
            </a:r>
            <a:r>
              <a:rPr sz="750" spc="-8" dirty="0">
                <a:solidFill>
                  <a:srgbClr val="4B4B4B"/>
                </a:solidFill>
                <a:latin typeface="Times New Roman"/>
                <a:cs typeface="Times New Roman"/>
              </a:rPr>
              <a:t>.</a:t>
            </a:r>
            <a:r>
              <a:rPr sz="750" spc="-8" dirty="0">
                <a:solidFill>
                  <a:srgbClr val="1A1A1A"/>
                </a:solidFill>
                <a:latin typeface="Times New Roman"/>
                <a:cs typeface="Times New Roman"/>
              </a:rPr>
              <a:t>90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2736" y="3288245"/>
            <a:ext cx="1634966" cy="34304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4764">
              <a:lnSpc>
                <a:spcPts val="893"/>
              </a:lnSpc>
              <a:spcBef>
                <a:spcPts val="75"/>
              </a:spcBef>
            </a:pPr>
            <a:r>
              <a:rPr sz="750" dirty="0">
                <a:solidFill>
                  <a:srgbClr val="1A1A1A"/>
                </a:solidFill>
                <a:latin typeface="Segoe UI Symbol"/>
                <a:cs typeface="Segoe UI Symbol"/>
              </a:rPr>
              <a:t>Cl</a:t>
            </a:r>
            <a:r>
              <a:rPr sz="563" dirty="0">
                <a:solidFill>
                  <a:srgbClr val="1A1A1A"/>
                </a:solidFill>
                <a:latin typeface="PMingLiU"/>
                <a:cs typeface="PMingLiU"/>
              </a:rPr>
              <a:t>ient</a:t>
            </a:r>
            <a:r>
              <a:rPr sz="563" spc="56" dirty="0">
                <a:solidFill>
                  <a:srgbClr val="1A1A1A"/>
                </a:solidFill>
                <a:latin typeface="PMingLiU"/>
                <a:cs typeface="PMingLiU"/>
              </a:rPr>
              <a:t>巾啊心谴</a:t>
            </a:r>
            <a:r>
              <a:rPr sz="563" dirty="0">
                <a:solidFill>
                  <a:srgbClr val="1A1A1A"/>
                </a:solidFill>
                <a:latin typeface="PMingLiU"/>
                <a:cs typeface="PMingLiU"/>
              </a:rPr>
              <a:t>i</a:t>
            </a:r>
            <a:r>
              <a:rPr sz="563" spc="41" dirty="0">
                <a:solidFill>
                  <a:srgbClr val="1A1A1A"/>
                </a:solidFill>
                <a:latin typeface="PMingLiU"/>
                <a:cs typeface="PMingLiU"/>
              </a:rPr>
              <a:t>国眼叹</a:t>
            </a:r>
            <a:endParaRPr sz="563">
              <a:latin typeface="PMingLiU"/>
              <a:cs typeface="PMingLiU"/>
            </a:endParaRPr>
          </a:p>
          <a:p>
            <a:pPr marL="15716">
              <a:lnSpc>
                <a:spcPts val="799"/>
              </a:lnSpc>
            </a:pPr>
            <a:r>
              <a:rPr sz="638" spc="289" dirty="0">
                <a:solidFill>
                  <a:srgbClr val="1A1A1A"/>
                </a:solidFill>
                <a:latin typeface="PMingLiU"/>
                <a:cs typeface="PMingLiU"/>
              </a:rPr>
              <a:t>妇</a:t>
            </a:r>
            <a:r>
              <a:rPr sz="713" spc="139" dirty="0">
                <a:solidFill>
                  <a:srgbClr val="1A1A1A"/>
                </a:solidFill>
                <a:latin typeface="Segoe UI Symbol"/>
                <a:cs typeface="Segoe UI Symbol"/>
              </a:rPr>
              <a:t>d</a:t>
            </a:r>
            <a:r>
              <a:rPr sz="600" spc="139" dirty="0">
                <a:solidFill>
                  <a:srgbClr val="1A1A1A"/>
                </a:solidFill>
                <a:latin typeface="PMingLiU"/>
                <a:cs typeface="PMingLiU"/>
              </a:rPr>
              <a:t>fJQ</a:t>
            </a:r>
            <a:r>
              <a:rPr sz="600" spc="274" dirty="0">
                <a:solidFill>
                  <a:srgbClr val="1A1A1A"/>
                </a:solidFill>
                <a:latin typeface="PMingLiU"/>
                <a:cs typeface="PMingLiU"/>
              </a:rPr>
              <a:t>田</a:t>
            </a:r>
            <a:r>
              <a:rPr sz="525" spc="176" dirty="0">
                <a:solidFill>
                  <a:srgbClr val="1A1A1A"/>
                </a:solidFill>
                <a:latin typeface="Segoe UI Symbol"/>
                <a:cs typeface="Segoe UI Symbol"/>
              </a:rPr>
              <a:t>NN</a:t>
            </a:r>
            <a:r>
              <a:rPr sz="488" spc="221" dirty="0">
                <a:solidFill>
                  <a:srgbClr val="1A1A1A"/>
                </a:solidFill>
                <a:latin typeface="PMingLiU"/>
                <a:cs typeface="PMingLiU"/>
              </a:rPr>
              <a:t>阑山</a:t>
            </a:r>
            <a:r>
              <a:rPr sz="713" spc="184" dirty="0">
                <a:solidFill>
                  <a:srgbClr val="1A1A1A"/>
                </a:solidFill>
                <a:latin typeface="Segoe UI Symbol"/>
                <a:cs typeface="Segoe UI Symbol"/>
              </a:rPr>
              <a:t>b</a:t>
            </a:r>
            <a:r>
              <a:rPr sz="525" spc="229" dirty="0">
                <a:solidFill>
                  <a:srgbClr val="1A1A1A"/>
                </a:solidFill>
                <a:latin typeface="PMingLiU"/>
                <a:cs typeface="PMingLiU"/>
              </a:rPr>
              <a:t>呻喊．一</a:t>
            </a:r>
            <a:endParaRPr sz="525">
              <a:latin typeface="PMingLiU"/>
              <a:cs typeface="PMingLiU"/>
            </a:endParaRPr>
          </a:p>
          <a:p>
            <a:pPr marL="9525">
              <a:lnSpc>
                <a:spcPts val="851"/>
              </a:lnSpc>
            </a:pPr>
            <a:r>
              <a:rPr sz="563" dirty="0">
                <a:solidFill>
                  <a:srgbClr val="1A1A1A"/>
                </a:solidFill>
                <a:latin typeface="PMingLiU"/>
                <a:cs typeface="PMingLiU"/>
              </a:rPr>
              <a:t>J袖＂!Ni</a:t>
            </a:r>
            <a:r>
              <a:rPr sz="750" dirty="0">
                <a:solidFill>
                  <a:srgbClr val="1A1A1A"/>
                </a:solidFill>
                <a:latin typeface="Segoe UI Symbol"/>
                <a:cs typeface="Segoe UI Symbol"/>
              </a:rPr>
              <a:t>n</a:t>
            </a:r>
            <a:r>
              <a:rPr sz="563" dirty="0">
                <a:solidFill>
                  <a:srgbClr val="1A1A1A"/>
                </a:solidFill>
                <a:latin typeface="PMingLiU"/>
                <a:cs typeface="PMingLiU"/>
              </a:rPr>
              <a:t>gie“幻”“幻星巾平』</a:t>
            </a:r>
            <a:r>
              <a:rPr sz="713" dirty="0">
                <a:solidFill>
                  <a:srgbClr val="1A1A1A"/>
                </a:solidFill>
                <a:latin typeface="Times New Roman"/>
                <a:cs typeface="Times New Roman"/>
              </a:rPr>
              <a:t>1111</a:t>
            </a:r>
            <a:r>
              <a:rPr sz="450" dirty="0">
                <a:solidFill>
                  <a:srgbClr val="1A1A1A"/>
                </a:solidFill>
                <a:latin typeface="PMingLiU"/>
                <a:cs typeface="PMingLiU"/>
              </a:rPr>
              <a:t>忙'·酗冒</a:t>
            </a:r>
            <a:r>
              <a:rPr sz="713" spc="-19" dirty="0">
                <a:solidFill>
                  <a:srgbClr val="1A1A1A"/>
                </a:solidFill>
                <a:latin typeface="Times New Roman"/>
                <a:cs typeface="Times New Roman"/>
              </a:rPr>
              <a:t>W”</a:t>
            </a:r>
            <a:endParaRPr sz="7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7862" y="3470292"/>
            <a:ext cx="849154" cy="165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525" spc="94" dirty="0">
                <a:solidFill>
                  <a:srgbClr val="1A1A1A"/>
                </a:solidFill>
                <a:latin typeface="PMingLiU"/>
                <a:cs typeface="PMingLiU"/>
              </a:rPr>
              <a:t>妇叩</a:t>
            </a:r>
            <a:r>
              <a:rPr sz="1013" spc="109" dirty="0">
                <a:solidFill>
                  <a:srgbClr val="1A1A1A"/>
                </a:solidFill>
                <a:latin typeface="Segoe UI Symbol"/>
                <a:cs typeface="Segoe UI Symbol"/>
              </a:rPr>
              <a:t>rm</a:t>
            </a:r>
            <a:r>
              <a:rPr sz="638" spc="90" dirty="0">
                <a:solidFill>
                  <a:srgbClr val="1A1A1A"/>
                </a:solidFill>
                <a:latin typeface="PMingLiU"/>
                <a:cs typeface="PMingLiU"/>
              </a:rPr>
              <a:t>畔”</a:t>
            </a:r>
            <a:r>
              <a:rPr sz="638" spc="68" dirty="0">
                <a:solidFill>
                  <a:srgbClr val="1A1A1A"/>
                </a:solidFill>
                <a:latin typeface="PMingLiU"/>
                <a:cs typeface="PMingLiU"/>
              </a:rPr>
              <a:t>J</a:t>
            </a:r>
            <a:r>
              <a:rPr sz="1013" spc="68" dirty="0">
                <a:solidFill>
                  <a:srgbClr val="1A1A1A"/>
                </a:solidFill>
                <a:latin typeface="Segoe UI Symbol"/>
                <a:cs typeface="Segoe UI Symbol"/>
              </a:rPr>
              <a:t>”'m·</a:t>
            </a:r>
            <a:endParaRPr sz="1013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44381" y="3581654"/>
            <a:ext cx="1608296" cy="1365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41" dirty="0">
                <a:solidFill>
                  <a:srgbClr val="0A0A0A"/>
                </a:solidFill>
                <a:latin typeface="Segoe UI Symbol"/>
                <a:cs typeface="Segoe UI Symbol"/>
              </a:rPr>
              <a:t>4</a:t>
            </a:r>
            <a:r>
              <a:rPr sz="638" spc="68" dirty="0">
                <a:solidFill>
                  <a:srgbClr val="0A0A0A"/>
                </a:solidFill>
                <a:latin typeface="PMingLiU"/>
                <a:cs typeface="PMingLiU"/>
              </a:rPr>
              <a:t>血订叩</a:t>
            </a:r>
            <a:r>
              <a:rPr sz="825" spc="49" dirty="0">
                <a:solidFill>
                  <a:srgbClr val="0A0A0A"/>
                </a:solidFill>
                <a:latin typeface="Segoe UI Symbol"/>
                <a:cs typeface="Segoe UI Symbol"/>
              </a:rPr>
              <a:t>commanda</a:t>
            </a:r>
            <a:r>
              <a:rPr sz="600" spc="64" dirty="0">
                <a:solidFill>
                  <a:srgbClr val="0A0A0A"/>
                </a:solidFill>
                <a:latin typeface="PMingLiU"/>
                <a:cs typeface="PMingLiU"/>
              </a:rPr>
              <a:t>响田谪｀</a:t>
            </a:r>
            <a:r>
              <a:rPr sz="600" spc="53" dirty="0">
                <a:solidFill>
                  <a:srgbClr val="0A0A0A"/>
                </a:solidFill>
                <a:latin typeface="PMingLiU"/>
                <a:cs typeface="PMingLiU"/>
              </a:rPr>
              <a:t>鼠鲍”“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14610" y="3644487"/>
            <a:ext cx="2335054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270" dirty="0">
                <a:solidFill>
                  <a:srgbClr val="0A0A0A"/>
                </a:solidFill>
                <a:latin typeface="Times New Roman"/>
                <a:cs typeface="Times New Roman"/>
              </a:rPr>
              <a:t>-</a:t>
            </a:r>
            <a:r>
              <a:rPr sz="1125" spc="405" dirty="0">
                <a:solidFill>
                  <a:srgbClr val="0A0A0A"/>
                </a:solidFill>
                <a:latin typeface="Times New Roman"/>
                <a:cs typeface="Times New Roman"/>
              </a:rPr>
              <a:t>n</a:t>
            </a:r>
            <a:r>
              <a:rPr sz="488" spc="349" dirty="0">
                <a:solidFill>
                  <a:srgbClr val="0A0A0A"/>
                </a:solidFill>
                <a:latin typeface="PMingLiU"/>
                <a:cs typeface="PMingLiU"/>
              </a:rPr>
              <a:t>议觥而</a:t>
            </a:r>
            <a:r>
              <a:rPr sz="750" spc="229" dirty="0">
                <a:solidFill>
                  <a:srgbClr val="0A0A0A"/>
                </a:solidFill>
                <a:latin typeface="Segoe UI Symbol"/>
                <a:cs typeface="Segoe UI Symbol"/>
              </a:rPr>
              <a:t>n</a:t>
            </a:r>
            <a:r>
              <a:rPr sz="675" spc="229" dirty="0">
                <a:solidFill>
                  <a:srgbClr val="0A0A0A"/>
                </a:solidFill>
                <a:latin typeface="PMingLiU"/>
                <a:cs typeface="PMingLiU"/>
              </a:rPr>
              <a:t>g</a:t>
            </a:r>
            <a:r>
              <a:rPr sz="675" spc="356" dirty="0">
                <a:solidFill>
                  <a:srgbClr val="0A0A0A"/>
                </a:solidFill>
                <a:latin typeface="PMingLiU"/>
                <a:cs typeface="PMingLiU"/>
              </a:rPr>
              <a:t>-叩</a:t>
            </a:r>
            <a:r>
              <a:rPr sz="563" spc="221" dirty="0">
                <a:solidFill>
                  <a:srgbClr val="0A0A0A"/>
                </a:solidFill>
                <a:latin typeface="Segoe UI Symbol"/>
                <a:cs typeface="Segoe UI Symbol"/>
              </a:rPr>
              <a:t>8</a:t>
            </a:r>
            <a:r>
              <a:rPr sz="600" spc="431" dirty="0">
                <a:solidFill>
                  <a:srgbClr val="0A0A0A"/>
                </a:solidFill>
                <a:latin typeface="PMingLiU"/>
                <a:cs typeface="PMingLiU"/>
              </a:rPr>
              <a:t>而叩</a:t>
            </a:r>
            <a:r>
              <a:rPr sz="600" spc="266" dirty="0">
                <a:solidFill>
                  <a:srgbClr val="0A0A0A"/>
                </a:solidFill>
                <a:latin typeface="PMingLiU"/>
                <a:cs typeface="PMingLiU"/>
              </a:rPr>
              <a:t>��th</a:t>
            </a:r>
            <a:r>
              <a:rPr sz="750" spc="266" dirty="0">
                <a:solidFill>
                  <a:srgbClr val="0A0A0A"/>
                </a:solidFill>
                <a:latin typeface="Segoe UI Symbol"/>
                <a:cs typeface="Segoe UI Symbol"/>
              </a:rPr>
              <a:t>ere-</a:t>
            </a:r>
            <a:r>
              <a:rPr sz="563" spc="323" dirty="0">
                <a:solidFill>
                  <a:srgbClr val="0A0A0A"/>
                </a:solidFill>
                <a:latin typeface="PMingLiU"/>
                <a:cs typeface="PMingLiU"/>
              </a:rPr>
              <a:t>麟“</a:t>
            </a:r>
            <a:r>
              <a:rPr sz="563" spc="240" dirty="0">
                <a:solidFill>
                  <a:srgbClr val="0A0A0A"/>
                </a:solidFill>
                <a:latin typeface="PMingLiU"/>
                <a:cs typeface="PMingLiU"/>
              </a:rPr>
              <a:t>i</a:t>
            </a:r>
            <a:r>
              <a:rPr sz="750" spc="240" dirty="0">
                <a:solidFill>
                  <a:srgbClr val="0A0A0A"/>
                </a:solidFill>
                <a:latin typeface="Segoe UI Symbol"/>
                <a:cs typeface="Segoe UI Symbol"/>
              </a:rPr>
              <a:t>ce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9513" y="3779691"/>
            <a:ext cx="188595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1132046" algn="l"/>
              </a:tabLst>
            </a:pPr>
            <a:r>
              <a:rPr sz="750" spc="38" dirty="0">
                <a:solidFill>
                  <a:srgbClr val="1A1A1A"/>
                </a:solidFill>
                <a:latin typeface="Times New Roman"/>
                <a:cs typeface="Times New Roman"/>
              </a:rPr>
              <a:t>·Send</a:t>
            </a:r>
            <a:r>
              <a:rPr sz="750" spc="86" dirty="0">
                <a:solidFill>
                  <a:srgbClr val="1A1A1A"/>
                </a:solidFill>
                <a:latin typeface="PMingLiU"/>
                <a:cs typeface="PMingLiU"/>
              </a:rPr>
              <a:t>司</a:t>
            </a:r>
            <a:r>
              <a:rPr sz="525" dirty="0">
                <a:solidFill>
                  <a:srgbClr val="1A1A1A"/>
                </a:solidFill>
                <a:latin typeface="Segoe UI Symbol"/>
                <a:cs typeface="Segoe UI Symbol"/>
              </a:rPr>
              <a:t>1</a:t>
            </a:r>
            <a:r>
              <a:rPr sz="563" spc="64" dirty="0">
                <a:solidFill>
                  <a:srgbClr val="1A1A1A"/>
                </a:solidFill>
                <a:latin typeface="PMingLiU"/>
                <a:cs typeface="PMingLiU"/>
              </a:rPr>
              <a:t>曰尸归育</a:t>
            </a:r>
            <a:r>
              <a:rPr sz="563" spc="64" dirty="0">
                <a:solidFill>
                  <a:srgbClr val="4B4B4B"/>
                </a:solidFill>
                <a:latin typeface="PMingLiU"/>
                <a:cs typeface="PMingLiU"/>
              </a:rPr>
              <a:t>且</a:t>
            </a:r>
            <a:r>
              <a:rPr sz="713" spc="-15" dirty="0">
                <a:solidFill>
                  <a:srgbClr val="1A1A1A"/>
                </a:solidFill>
                <a:latin typeface="Segoe UI Symbol"/>
                <a:cs typeface="Segoe UI Symbol"/>
              </a:rPr>
              <a:t>h....</a:t>
            </a:r>
            <a:r>
              <a:rPr sz="713" dirty="0">
                <a:solidFill>
                  <a:srgbClr val="1A1A1A"/>
                </a:solidFill>
                <a:latin typeface="Segoe UI Symbol"/>
                <a:cs typeface="Segoe UI Symbol"/>
              </a:rPr>
              <a:t>	</a:t>
            </a:r>
            <a:r>
              <a:rPr sz="713" spc="64" dirty="0">
                <a:solidFill>
                  <a:srgbClr val="1A1A1A"/>
                </a:solidFill>
                <a:latin typeface="Segoe UI Symbol"/>
                <a:cs typeface="Segoe UI Symbol"/>
              </a:rPr>
              <a:t>oll</a:t>
            </a:r>
            <a:r>
              <a:rPr sz="563" spc="146" dirty="0">
                <a:solidFill>
                  <a:srgbClr val="1A1A1A"/>
                </a:solidFill>
                <a:latin typeface="PMingLiU"/>
                <a:cs typeface="PMingLiU"/>
              </a:rPr>
              <a:t>归叩叩如</a:t>
            </a:r>
            <a:r>
              <a:rPr sz="713" spc="98" dirty="0">
                <a:solidFill>
                  <a:srgbClr val="1A1A1A"/>
                </a:solidFill>
                <a:latin typeface="Segoe UI Symbol"/>
                <a:cs typeface="Segoe UI Symbol"/>
              </a:rPr>
              <a:t>1</a:t>
            </a:r>
            <a:r>
              <a:rPr sz="600" spc="153" dirty="0">
                <a:solidFill>
                  <a:srgbClr val="1A1A1A"/>
                </a:solidFill>
                <a:latin typeface="PMingLiU"/>
                <a:cs typeface="PMingLiU"/>
              </a:rPr>
              <a:t>臼</a:t>
            </a:r>
            <a:r>
              <a:rPr sz="600" spc="116" dirty="0">
                <a:solidFill>
                  <a:srgbClr val="1A1A1A"/>
                </a:solidFill>
                <a:latin typeface="PMingLiU"/>
                <a:cs typeface="PMingLiU"/>
              </a:rPr>
              <a:t>叩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04945" y="4493299"/>
            <a:ext cx="607219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13" spc="-8" dirty="0">
                <a:solidFill>
                  <a:srgbClr val="1A1A1A"/>
                </a:solidFill>
                <a:latin typeface="Times New Roman"/>
                <a:cs typeface="Times New Roman"/>
              </a:rPr>
              <a:t>216.11</a:t>
            </a:r>
            <a:r>
              <a:rPr sz="750" spc="-8" dirty="0">
                <a:solidFill>
                  <a:srgbClr val="1A1A1A"/>
                </a:solidFill>
                <a:latin typeface="PMingLiU"/>
                <a:cs typeface="PMingLiU"/>
              </a:rPr>
              <a:t>0.</a:t>
            </a:r>
            <a:r>
              <a:rPr sz="713" spc="-8" dirty="0">
                <a:solidFill>
                  <a:srgbClr val="1A1A1A"/>
                </a:solidFill>
                <a:latin typeface="Times New Roman"/>
                <a:cs typeface="Times New Roman"/>
              </a:rPr>
              <a:t>42.176</a:t>
            </a:r>
            <a:endParaRPr sz="7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5656" y="4498067"/>
            <a:ext cx="484346" cy="120226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9525">
              <a:spcBef>
                <a:spcPts val="38"/>
              </a:spcBef>
            </a:pPr>
            <a:r>
              <a:rPr sz="750" dirty="0">
                <a:solidFill>
                  <a:srgbClr val="1A1A1A"/>
                </a:solidFill>
                <a:latin typeface="PMingLiU"/>
                <a:cs typeface="PMingLiU"/>
              </a:rPr>
              <a:t>84.</a:t>
            </a:r>
            <a:r>
              <a:rPr sz="713" dirty="0">
                <a:solidFill>
                  <a:srgbClr val="1A1A1A"/>
                </a:solidFill>
                <a:latin typeface="Times New Roman"/>
                <a:cs typeface="Times New Roman"/>
              </a:rPr>
              <a:t>40.111</a:t>
            </a:r>
            <a:r>
              <a:rPr sz="675" spc="-38" dirty="0">
                <a:solidFill>
                  <a:srgbClr val="1A1A1A"/>
                </a:solidFill>
                <a:latin typeface="PMingLiU"/>
                <a:cs typeface="PMingLiU"/>
              </a:rPr>
              <a:t>心</a:t>
            </a:r>
            <a:endParaRPr sz="675">
              <a:latin typeface="PMingLiU"/>
              <a:cs typeface="PMingLiU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2B309E78-2A92-218E-EC5E-4D603BAF7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6240" y="1710106"/>
            <a:ext cx="3617204" cy="28544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6076" y="4860750"/>
            <a:ext cx="860598" cy="25582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60703" y="3238303"/>
            <a:ext cx="2353628" cy="0"/>
          </a:xfrm>
          <a:custGeom>
            <a:avLst/>
            <a:gdLst/>
            <a:ahLst/>
            <a:cxnLst/>
            <a:rect l="l" t="t" r="r" b="b"/>
            <a:pathLst>
              <a:path w="3138170">
                <a:moveTo>
                  <a:pt x="0" y="0"/>
                </a:moveTo>
                <a:lnTo>
                  <a:pt x="3137600" y="0"/>
                </a:lnTo>
              </a:path>
            </a:pathLst>
          </a:custGeom>
          <a:ln w="8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5990593" y="3440267"/>
            <a:ext cx="1627346" cy="0"/>
          </a:xfrm>
          <a:custGeom>
            <a:avLst/>
            <a:gdLst/>
            <a:ahLst/>
            <a:cxnLst/>
            <a:rect l="l" t="t" r="r" b="b"/>
            <a:pathLst>
              <a:path w="2169795">
                <a:moveTo>
                  <a:pt x="0" y="0"/>
                </a:moveTo>
                <a:lnTo>
                  <a:pt x="2169425" y="0"/>
                </a:lnTo>
              </a:path>
            </a:pathLst>
          </a:custGeom>
          <a:ln w="8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1660703" y="4281786"/>
            <a:ext cx="2360295" cy="0"/>
          </a:xfrm>
          <a:custGeom>
            <a:avLst/>
            <a:gdLst/>
            <a:ahLst/>
            <a:cxnLst/>
            <a:rect l="l" t="t" r="r" b="b"/>
            <a:pathLst>
              <a:path w="3147060">
                <a:moveTo>
                  <a:pt x="0" y="0"/>
                </a:moveTo>
                <a:lnTo>
                  <a:pt x="3146563" y="0"/>
                </a:lnTo>
              </a:path>
            </a:pathLst>
          </a:custGeom>
          <a:ln w="8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990593" y="4376036"/>
            <a:ext cx="1627346" cy="0"/>
          </a:xfrm>
          <a:custGeom>
            <a:avLst/>
            <a:gdLst/>
            <a:ahLst/>
            <a:cxnLst/>
            <a:rect l="l" t="t" r="r" b="b"/>
            <a:pathLst>
              <a:path w="2169795">
                <a:moveTo>
                  <a:pt x="0" y="0"/>
                </a:moveTo>
                <a:lnTo>
                  <a:pt x="2169425" y="0"/>
                </a:lnTo>
              </a:path>
            </a:pathLst>
          </a:custGeom>
          <a:ln w="8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2586441" y="457115"/>
            <a:ext cx="423193" cy="293846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3266"/>
              </a:lnSpc>
            </a:pPr>
            <a:r>
              <a:rPr sz="3188" spc="-38" dirty="0">
                <a:solidFill>
                  <a:srgbClr val="D83D16"/>
                </a:solidFill>
                <a:latin typeface="PMingLiU"/>
                <a:cs typeface="PMingLiU"/>
              </a:rPr>
              <a:t>A</a:t>
            </a:r>
            <a:endParaRPr sz="3188">
              <a:latin typeface="PMingLiU"/>
              <a:cs typeface="PMingLiU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60131" y="15041"/>
            <a:ext cx="3467100" cy="1518429"/>
          </a:xfrm>
          <a:prstGeom prst="rect">
            <a:avLst/>
          </a:prstGeom>
        </p:spPr>
        <p:txBody>
          <a:bodyPr vert="horz" wrap="square" lIns="0" tIns="11144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5286" marR="3810" indent="-376238">
              <a:lnSpc>
                <a:spcPct val="83700"/>
              </a:lnSpc>
              <a:spcBef>
                <a:spcPts val="878"/>
              </a:spcBef>
            </a:pPr>
            <a:r>
              <a:rPr sz="3338" dirty="0">
                <a:solidFill>
                  <a:srgbClr val="D83D16"/>
                </a:solidFill>
                <a:latin typeface="Times New Roman"/>
                <a:cs typeface="Times New Roman"/>
              </a:rPr>
              <a:t>h</a:t>
            </a:r>
            <a:r>
              <a:rPr sz="4088" dirty="0">
                <a:solidFill>
                  <a:srgbClr val="D83D16"/>
                </a:solidFill>
                <a:latin typeface="PMingLiU"/>
                <a:cs typeface="PMingLiU"/>
              </a:rPr>
              <a:t>y</a:t>
            </a:r>
            <a:r>
              <a:rPr sz="3338" dirty="0">
                <a:solidFill>
                  <a:srgbClr val="D83D16"/>
                </a:solidFill>
                <a:latin typeface="Times New Roman"/>
                <a:cs typeface="Times New Roman"/>
              </a:rPr>
              <a:t>br</a:t>
            </a:r>
            <a:r>
              <a:rPr sz="2625" dirty="0">
                <a:solidFill>
                  <a:srgbClr val="D83D16"/>
                </a:solidFill>
                <a:latin typeface="PMingLiU"/>
                <a:cs typeface="PMingLiU"/>
              </a:rPr>
              <a:t>i</a:t>
            </a:r>
            <a:r>
              <a:rPr sz="3338" dirty="0">
                <a:solidFill>
                  <a:srgbClr val="D83D16"/>
                </a:solidFill>
                <a:latin typeface="Times New Roman"/>
                <a:cs typeface="Times New Roman"/>
              </a:rPr>
              <a:t>d</a:t>
            </a:r>
            <a:r>
              <a:rPr sz="3338" spc="-94" dirty="0">
                <a:solidFill>
                  <a:srgbClr val="D83D16"/>
                </a:solidFill>
                <a:latin typeface="Times New Roman"/>
                <a:cs typeface="Times New Roman"/>
              </a:rPr>
              <a:t> </a:t>
            </a:r>
            <a:r>
              <a:rPr sz="3188" dirty="0">
                <a:solidFill>
                  <a:srgbClr val="D83D16"/>
                </a:solidFill>
              </a:rPr>
              <a:t>P2P</a:t>
            </a:r>
            <a:r>
              <a:rPr sz="3188" spc="-68" dirty="0">
                <a:solidFill>
                  <a:srgbClr val="D83D16"/>
                </a:solidFill>
              </a:rPr>
              <a:t> </a:t>
            </a:r>
            <a:r>
              <a:rPr sz="3000" spc="113" dirty="0">
                <a:solidFill>
                  <a:srgbClr val="D83D16"/>
                </a:solidFill>
              </a:rPr>
              <a:t>ne</a:t>
            </a:r>
            <a:r>
              <a:rPr sz="3300" spc="113" dirty="0">
                <a:solidFill>
                  <a:srgbClr val="D83D16"/>
                </a:solidFill>
                <a:latin typeface="PMingLiU"/>
                <a:cs typeface="PMingLiU"/>
              </a:rPr>
              <a:t>t</a:t>
            </a:r>
            <a:r>
              <a:rPr sz="3000" spc="113" dirty="0">
                <a:solidFill>
                  <a:srgbClr val="D83D16"/>
                </a:solidFill>
              </a:rPr>
              <a:t>work </a:t>
            </a:r>
            <a:r>
              <a:rPr sz="3000" spc="169" dirty="0">
                <a:solidFill>
                  <a:srgbClr val="D83D16"/>
                </a:solidFill>
              </a:rPr>
              <a:t>arch</a:t>
            </a:r>
            <a:r>
              <a:rPr sz="3488" spc="169" dirty="0">
                <a:solidFill>
                  <a:srgbClr val="D83D16"/>
                </a:solidFill>
                <a:latin typeface="PMingLiU"/>
                <a:cs typeface="PMingLiU"/>
              </a:rPr>
              <a:t>it</a:t>
            </a:r>
            <a:r>
              <a:rPr sz="3000" spc="169" dirty="0">
                <a:solidFill>
                  <a:srgbClr val="D83D16"/>
                </a:solidFill>
              </a:rPr>
              <a:t>ec</a:t>
            </a:r>
            <a:r>
              <a:rPr sz="3488" spc="169" dirty="0">
                <a:solidFill>
                  <a:srgbClr val="D83D16"/>
                </a:solidFill>
                <a:latin typeface="PMingLiU"/>
                <a:cs typeface="PMingLiU"/>
              </a:rPr>
              <a:t>t</a:t>
            </a:r>
            <a:r>
              <a:rPr sz="3000" spc="169" dirty="0">
                <a:solidFill>
                  <a:srgbClr val="D83D16"/>
                </a:solidFill>
              </a:rPr>
              <a:t>ure</a:t>
            </a:r>
            <a:endParaRPr sz="300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7885" y="3220082"/>
            <a:ext cx="216836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1016"/>
              </a:lnSpc>
              <a:spcBef>
                <a:spcPts val="75"/>
              </a:spcBef>
            </a:pPr>
            <a:r>
              <a:rPr sz="638" spc="101" dirty="0">
                <a:solidFill>
                  <a:srgbClr val="151515"/>
                </a:solidFill>
                <a:latin typeface="PMingLiU"/>
                <a:cs typeface="PMingLiU"/>
              </a:rPr>
              <a:t>口叩印叩心</a:t>
            </a:r>
            <a:r>
              <a:rPr sz="863" spc="68" dirty="0">
                <a:solidFill>
                  <a:srgbClr val="151515"/>
                </a:solidFill>
                <a:latin typeface="Times New Roman"/>
                <a:cs typeface="Times New Roman"/>
              </a:rPr>
              <a:t>1</a:t>
            </a:r>
            <a:r>
              <a:rPr sz="600" spc="75" dirty="0">
                <a:solidFill>
                  <a:srgbClr val="151515"/>
                </a:solidFill>
                <a:latin typeface="PMingLiU"/>
                <a:cs typeface="PMingLiU"/>
              </a:rPr>
              <a:t>岫蛔</a:t>
            </a:r>
            <a:endParaRPr sz="600">
              <a:latin typeface="PMingLiU"/>
              <a:cs typeface="PMingLiU"/>
            </a:endParaRPr>
          </a:p>
          <a:p>
            <a:pPr marL="22860">
              <a:lnSpc>
                <a:spcPts val="836"/>
              </a:lnSpc>
            </a:pPr>
            <a:r>
              <a:rPr sz="675" spc="566" dirty="0">
                <a:solidFill>
                  <a:srgbClr val="262626"/>
                </a:solidFill>
                <a:latin typeface="PMingLiU"/>
                <a:cs typeface="PMingLiU"/>
              </a:rPr>
              <a:t>归血崎呱如叩枷</a:t>
            </a:r>
            <a:r>
              <a:rPr sz="600" spc="251" dirty="0">
                <a:solidFill>
                  <a:srgbClr val="262626"/>
                </a:solidFill>
                <a:latin typeface="Times New Roman"/>
                <a:cs typeface="Times New Roman"/>
              </a:rPr>
              <a:t>1</a:t>
            </a:r>
            <a:r>
              <a:rPr sz="713" spc="596" dirty="0">
                <a:solidFill>
                  <a:srgbClr val="262626"/>
                </a:solidFill>
                <a:latin typeface="PMingLiU"/>
                <a:cs typeface="PMingLiU"/>
              </a:rPr>
              <a:t>心一一心妇</a:t>
            </a:r>
            <a:r>
              <a:rPr sz="713" spc="188" dirty="0">
                <a:solidFill>
                  <a:srgbClr val="262626"/>
                </a:solidFill>
                <a:latin typeface="PMingLiU"/>
                <a:cs typeface="PMingLiU"/>
              </a:rPr>
              <a:t>_,</a:t>
            </a:r>
            <a:endParaRPr sz="713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9466" y="3431583"/>
            <a:ext cx="1704499" cy="130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9054" indent="-41910">
              <a:spcBef>
                <a:spcPts val="75"/>
              </a:spcBef>
              <a:buClr>
                <a:srgbClr val="3B3B3B"/>
              </a:buClr>
              <a:buSzPct val="90476"/>
              <a:buChar char="•"/>
              <a:tabLst>
                <a:tab pos="49054" algn="l"/>
              </a:tabLst>
            </a:pPr>
            <a:r>
              <a:rPr sz="788" spc="60" dirty="0">
                <a:solidFill>
                  <a:srgbClr val="151515"/>
                </a:solidFill>
                <a:latin typeface="Times New Roman"/>
                <a:cs typeface="Times New Roman"/>
              </a:rPr>
              <a:t>811111</a:t>
            </a:r>
            <a:r>
              <a:rPr sz="525" spc="53" dirty="0">
                <a:solidFill>
                  <a:srgbClr val="151515"/>
                </a:solidFill>
                <a:latin typeface="PMingLiU"/>
                <a:cs typeface="PMingLiU"/>
              </a:rPr>
              <a:t>.-.</a:t>
            </a:r>
            <a:r>
              <a:rPr sz="525" spc="41" dirty="0">
                <a:solidFill>
                  <a:srgbClr val="151515"/>
                </a:solidFill>
                <a:latin typeface="PMingLiU"/>
                <a:cs typeface="PMingLiU"/>
              </a:rPr>
              <a:t>V</a:t>
            </a:r>
            <a:r>
              <a:rPr sz="525" spc="98" dirty="0">
                <a:solidFill>
                  <a:srgbClr val="151515"/>
                </a:solidFill>
                <a:latin typeface="PMingLiU"/>
                <a:cs typeface="PMingLiU"/>
              </a:rPr>
              <a:t>心</a:t>
            </a:r>
            <a:r>
              <a:rPr sz="525" dirty="0">
                <a:solidFill>
                  <a:srgbClr val="151515"/>
                </a:solidFill>
                <a:latin typeface="Segoe UI Symbol"/>
                <a:cs typeface="Segoe UI Symbol"/>
              </a:rPr>
              <a:t>1IIIIll</a:t>
            </a:r>
            <a:r>
              <a:rPr sz="525" spc="98" dirty="0">
                <a:solidFill>
                  <a:srgbClr val="151515"/>
                </a:solidFill>
                <a:latin typeface="PMingLiU"/>
                <a:cs typeface="PMingLiU"/>
              </a:rPr>
              <a:t>心幻．一</a:t>
            </a:r>
            <a:r>
              <a:rPr sz="788" spc="68" dirty="0">
                <a:solidFill>
                  <a:srgbClr val="151515"/>
                </a:solidFill>
                <a:latin typeface="Times New Roman"/>
                <a:cs typeface="Times New Roman"/>
              </a:rPr>
              <a:t>1DInd·</a:t>
            </a:r>
            <a:r>
              <a:rPr sz="600" spc="109" dirty="0">
                <a:solidFill>
                  <a:srgbClr val="151515"/>
                </a:solidFill>
                <a:latin typeface="PMingLiU"/>
                <a:cs typeface="PMingLiU"/>
              </a:rPr>
              <a:t>叩配</a:t>
            </a:r>
            <a:r>
              <a:rPr sz="525" spc="26" dirty="0">
                <a:solidFill>
                  <a:srgbClr val="151515"/>
                </a:solidFill>
                <a:latin typeface="Segoe UI Symbol"/>
                <a:cs typeface="Segoe UI Symbol"/>
              </a:rPr>
              <a:t>0-</a:t>
            </a:r>
            <a:endParaRPr sz="525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7934" y="3497222"/>
            <a:ext cx="2040255" cy="25327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1185"/>
              </a:lnSpc>
              <a:spcBef>
                <a:spcPts val="75"/>
              </a:spcBef>
            </a:pPr>
            <a:r>
              <a:rPr sz="1013" spc="165" dirty="0">
                <a:solidFill>
                  <a:srgbClr val="262626"/>
                </a:solidFill>
                <a:latin typeface="Segoe UI Symbol"/>
                <a:cs typeface="Segoe UI Symbol"/>
              </a:rPr>
              <a:t>.n</a:t>
            </a:r>
            <a:r>
              <a:rPr sz="413" spc="169" dirty="0">
                <a:solidFill>
                  <a:srgbClr val="262626"/>
                </a:solidFill>
                <a:latin typeface="PMingLiU"/>
                <a:cs typeface="PMingLiU"/>
              </a:rPr>
              <a:t>氧息</a:t>
            </a:r>
            <a:r>
              <a:rPr sz="713" spc="169" dirty="0">
                <a:solidFill>
                  <a:srgbClr val="262626"/>
                </a:solidFill>
                <a:latin typeface="Segoe UI Symbol"/>
                <a:cs typeface="Segoe UI Symbol"/>
              </a:rPr>
              <a:t>h</a:t>
            </a:r>
            <a:r>
              <a:rPr sz="563" spc="229" dirty="0">
                <a:solidFill>
                  <a:srgbClr val="262626"/>
                </a:solidFill>
                <a:latin typeface="PMingLiU"/>
                <a:cs typeface="PMingLiU"/>
              </a:rPr>
              <a:t>句</a:t>
            </a:r>
            <a:r>
              <a:rPr sz="1013" spc="203" dirty="0">
                <a:solidFill>
                  <a:srgbClr val="262626"/>
                </a:solidFill>
                <a:latin typeface="Segoe UI Symbol"/>
                <a:cs typeface="Segoe UI Symbol"/>
              </a:rPr>
              <a:t>u-</a:t>
            </a:r>
            <a:r>
              <a:rPr sz="1013" spc="315" dirty="0">
                <a:solidFill>
                  <a:srgbClr val="262626"/>
                </a:solidFill>
                <a:latin typeface="Segoe UI Symbol"/>
                <a:cs typeface="Segoe UI Symbol"/>
              </a:rPr>
              <a:t>mm</a:t>
            </a:r>
            <a:r>
              <a:rPr sz="525" spc="244" dirty="0">
                <a:solidFill>
                  <a:srgbClr val="262626"/>
                </a:solidFill>
                <a:latin typeface="PMingLiU"/>
                <a:cs typeface="PMingLiU"/>
              </a:rPr>
              <a:t>．一斗</a:t>
            </a:r>
            <a:r>
              <a:rPr sz="563" spc="113" dirty="0">
                <a:solidFill>
                  <a:srgbClr val="262626"/>
                </a:solidFill>
                <a:latin typeface="Times New Roman"/>
                <a:cs typeface="Times New Roman"/>
              </a:rPr>
              <a:t>1</a:t>
            </a:r>
            <a:r>
              <a:rPr sz="563" spc="229" dirty="0">
                <a:solidFill>
                  <a:srgbClr val="262626"/>
                </a:solidFill>
                <a:latin typeface="PMingLiU"/>
                <a:cs typeface="PMingLiU"/>
              </a:rPr>
              <a:t>恤幽</a:t>
            </a:r>
            <a:r>
              <a:rPr sz="713" spc="101" dirty="0">
                <a:solidFill>
                  <a:srgbClr val="262626"/>
                </a:solidFill>
                <a:latin typeface="Segoe UI Symbol"/>
                <a:cs typeface="Segoe UI Symbol"/>
              </a:rPr>
              <a:t>`.</a:t>
            </a:r>
            <a:r>
              <a:rPr sz="713" spc="101" dirty="0">
                <a:solidFill>
                  <a:srgbClr val="5D5D5D"/>
                </a:solidFill>
                <a:latin typeface="Segoe UI Symbol"/>
                <a:cs typeface="Segoe UI Symbol"/>
              </a:rPr>
              <a:t>l</a:t>
            </a:r>
            <a:r>
              <a:rPr sz="713" spc="101" dirty="0">
                <a:solidFill>
                  <a:srgbClr val="262626"/>
                </a:solidFill>
                <a:latin typeface="Segoe UI Symbol"/>
                <a:cs typeface="Segoe UI Symbol"/>
              </a:rPr>
              <a:t>llol</a:t>
            </a:r>
            <a:r>
              <a:rPr sz="863" spc="101" dirty="0">
                <a:solidFill>
                  <a:srgbClr val="262626"/>
                </a:solidFill>
                <a:latin typeface="PMingLiU"/>
                <a:cs typeface="PMingLiU"/>
              </a:rPr>
              <a:t>peas</a:t>
            </a:r>
            <a:endParaRPr sz="863">
              <a:latin typeface="PMingLiU"/>
              <a:cs typeface="PMingLiU"/>
            </a:endParaRPr>
          </a:p>
          <a:p>
            <a:pPr marL="64770">
              <a:lnSpc>
                <a:spcPts val="689"/>
              </a:lnSpc>
            </a:pPr>
            <a:r>
              <a:rPr sz="600" spc="285" dirty="0">
                <a:solidFill>
                  <a:srgbClr val="262626"/>
                </a:solidFill>
                <a:latin typeface="PMingLiU"/>
                <a:cs typeface="PMingLiU"/>
              </a:rPr>
              <a:t>咖归山</a:t>
            </a:r>
            <a:r>
              <a:rPr sz="525" spc="64" dirty="0">
                <a:solidFill>
                  <a:srgbClr val="262626"/>
                </a:solidFill>
                <a:latin typeface="Segoe UI Symbol"/>
                <a:cs typeface="Segoe UI Symbol"/>
              </a:rPr>
              <a:t>I</a:t>
            </a:r>
            <a:r>
              <a:rPr sz="450" spc="203" dirty="0">
                <a:solidFill>
                  <a:srgbClr val="262626"/>
                </a:solidFill>
                <a:latin typeface="PMingLiU"/>
                <a:cs typeface="PMingLiU"/>
              </a:rPr>
              <a:t>酬掣胃心</a:t>
            </a:r>
            <a:endParaRPr sz="4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1170" y="3718260"/>
            <a:ext cx="2195513" cy="1424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00" spc="45" dirty="0">
                <a:solidFill>
                  <a:srgbClr val="3B3B3B"/>
                </a:solidFill>
                <a:latin typeface="PMingLiU"/>
                <a:cs typeface="PMingLiU"/>
              </a:rPr>
              <a:t>·</a:t>
            </a:r>
            <a:r>
              <a:rPr sz="600" spc="221" dirty="0">
                <a:solidFill>
                  <a:srgbClr val="3B3B3B"/>
                </a:solidFill>
                <a:latin typeface="PMingLiU"/>
                <a:cs typeface="PMingLiU"/>
              </a:rPr>
              <a:t>妇</a:t>
            </a:r>
            <a:r>
              <a:rPr sz="863" spc="180" dirty="0">
                <a:solidFill>
                  <a:srgbClr val="151515"/>
                </a:solidFill>
                <a:latin typeface="Times New Roman"/>
                <a:cs typeface="Times New Roman"/>
              </a:rPr>
              <a:t>”““mm</a:t>
            </a:r>
            <a:r>
              <a:rPr sz="563" spc="206" dirty="0">
                <a:solidFill>
                  <a:srgbClr val="151515"/>
                </a:solidFill>
                <a:latin typeface="PMingLiU"/>
                <a:cs typeface="PMingLiU"/>
              </a:rPr>
              <a:t>舶山幻叩窜</a:t>
            </a:r>
            <a:r>
              <a:rPr sz="863" spc="150" dirty="0">
                <a:solidFill>
                  <a:srgbClr val="151515"/>
                </a:solidFill>
                <a:latin typeface="Times New Roman"/>
                <a:cs typeface="Times New Roman"/>
              </a:rPr>
              <a:t>P”“</a:t>
            </a:r>
            <a:r>
              <a:rPr sz="563" spc="206" dirty="0">
                <a:solidFill>
                  <a:srgbClr val="151515"/>
                </a:solidFill>
                <a:latin typeface="PMingLiU"/>
                <a:cs typeface="PMingLiU"/>
              </a:rPr>
              <a:t>幻一</a:t>
            </a:r>
            <a:r>
              <a:rPr sz="563" spc="45" dirty="0">
                <a:solidFill>
                  <a:srgbClr val="151515"/>
                </a:solidFill>
                <a:latin typeface="PMingLiU"/>
                <a:cs typeface="PMingLiU"/>
              </a:rPr>
              <a:t>·</a:t>
            </a:r>
            <a:r>
              <a:rPr sz="563" spc="206" dirty="0">
                <a:solidFill>
                  <a:srgbClr val="151515"/>
                </a:solidFill>
                <a:latin typeface="PMingLiU"/>
                <a:cs typeface="PMingLiU"/>
              </a:rPr>
              <a:t>叩氧生</a:t>
            </a:r>
            <a:r>
              <a:rPr sz="863" spc="153" dirty="0">
                <a:solidFill>
                  <a:srgbClr val="151515"/>
                </a:solidFill>
                <a:latin typeface="Times New Roman"/>
                <a:cs typeface="Times New Roman"/>
              </a:rPr>
              <a:t>IIMCI</a:t>
            </a:r>
            <a:endParaRPr sz="86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0573" y="3807742"/>
            <a:ext cx="2337435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38" spc="270" dirty="0">
                <a:solidFill>
                  <a:srgbClr val="3B3B3B"/>
                </a:solidFill>
                <a:latin typeface="PMingLiU"/>
                <a:cs typeface="PMingLiU"/>
              </a:rPr>
              <a:t>．＂</a:t>
            </a:r>
            <a:r>
              <a:rPr sz="638" spc="169" dirty="0">
                <a:solidFill>
                  <a:srgbClr val="151515"/>
                </a:solidFill>
                <a:latin typeface="PMingLiU"/>
                <a:cs typeface="PMingLiU"/>
              </a:rPr>
              <a:t>儿汕-.</a:t>
            </a:r>
            <a:r>
              <a:rPr sz="638" spc="64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638" spc="131" dirty="0">
                <a:solidFill>
                  <a:srgbClr val="151515"/>
                </a:solidFill>
                <a:latin typeface="PMingLiU"/>
                <a:cs typeface="PMingLiU"/>
              </a:rPr>
              <a:t>,.叩</a:t>
            </a:r>
            <a:r>
              <a:rPr sz="863" spc="161" dirty="0">
                <a:solidFill>
                  <a:srgbClr val="151515"/>
                </a:solidFill>
                <a:latin typeface="Times New Roman"/>
                <a:cs typeface="Times New Roman"/>
              </a:rPr>
              <a:t>”“.ma-</a:t>
            </a:r>
            <a:r>
              <a:rPr sz="863" spc="158" dirty="0">
                <a:solidFill>
                  <a:srgbClr val="3B3B3B"/>
                </a:solidFill>
                <a:latin typeface="Times New Roman"/>
                <a:cs typeface="Times New Roman"/>
              </a:rPr>
              <a:t>1ara“</a:t>
            </a:r>
            <a:r>
              <a:rPr sz="638" spc="270" dirty="0">
                <a:solidFill>
                  <a:srgbClr val="151515"/>
                </a:solidFill>
                <a:latin typeface="PMingLiU"/>
                <a:cs typeface="PMingLiU"/>
              </a:rPr>
              <a:t>心血</a:t>
            </a:r>
            <a:r>
              <a:rPr sz="638" spc="56" dirty="0">
                <a:solidFill>
                  <a:srgbClr val="151515"/>
                </a:solidFill>
                <a:latin typeface="PMingLiU"/>
                <a:cs typeface="PMingLiU"/>
              </a:rPr>
              <a:t>·</a:t>
            </a:r>
            <a:r>
              <a:rPr sz="638" spc="270" dirty="0">
                <a:solidFill>
                  <a:srgbClr val="151515"/>
                </a:solidFill>
                <a:latin typeface="PMingLiU"/>
                <a:cs typeface="PMingLiU"/>
              </a:rPr>
              <a:t>叩血</a:t>
            </a:r>
            <a:r>
              <a:rPr sz="863" spc="146" dirty="0">
                <a:solidFill>
                  <a:srgbClr val="151515"/>
                </a:solidFill>
                <a:latin typeface="Times New Roman"/>
                <a:cs typeface="Times New Roman"/>
              </a:rPr>
              <a:t>c</a:t>
            </a:r>
            <a:r>
              <a:rPr sz="900" spc="146" dirty="0">
                <a:solidFill>
                  <a:srgbClr val="151515"/>
                </a:solidFill>
                <a:latin typeface="PMingLiU"/>
                <a:cs typeface="PMingLiU"/>
              </a:rPr>
              <a:t>peer</a:t>
            </a:r>
            <a:endParaRPr sz="90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66527" y="3901992"/>
            <a:ext cx="2187416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13" spc="334" dirty="0">
                <a:solidFill>
                  <a:srgbClr val="262626"/>
                </a:solidFill>
                <a:latin typeface="PMingLiU"/>
                <a:cs typeface="PMingLiU"/>
              </a:rPr>
              <a:t>．几汕</a:t>
            </a:r>
            <a:r>
              <a:rPr sz="563" spc="83" dirty="0">
                <a:solidFill>
                  <a:srgbClr val="262626"/>
                </a:solidFill>
                <a:latin typeface="Segoe UI Symbol"/>
                <a:cs typeface="Segoe UI Symbol"/>
              </a:rPr>
              <a:t>OIIIIIII</a:t>
            </a:r>
            <a:r>
              <a:rPr sz="600" spc="281" dirty="0">
                <a:solidFill>
                  <a:srgbClr val="262626"/>
                </a:solidFill>
                <a:latin typeface="PMingLiU"/>
                <a:cs typeface="PMingLiU"/>
              </a:rPr>
              <a:t>匐山的</a:t>
            </a:r>
            <a:r>
              <a:rPr sz="900" spc="330" dirty="0">
                <a:solidFill>
                  <a:srgbClr val="262626"/>
                </a:solidFill>
                <a:latin typeface="Times New Roman"/>
                <a:cs typeface="Times New Roman"/>
              </a:rPr>
              <a:t>m</a:t>
            </a:r>
            <a:r>
              <a:rPr sz="638" spc="296" dirty="0">
                <a:solidFill>
                  <a:srgbClr val="262626"/>
                </a:solidFill>
                <a:latin typeface="PMingLiU"/>
                <a:cs typeface="PMingLiU"/>
              </a:rPr>
              <a:t>氓面</a:t>
            </a:r>
            <a:r>
              <a:rPr sz="638" spc="244" dirty="0">
                <a:solidFill>
                  <a:srgbClr val="262626"/>
                </a:solidFill>
                <a:latin typeface="PMingLiU"/>
                <a:cs typeface="PMingLiU"/>
              </a:rPr>
              <a:t>p</a:t>
            </a:r>
            <a:r>
              <a:rPr sz="638" spc="270" dirty="0">
                <a:solidFill>
                  <a:srgbClr val="262626"/>
                </a:solidFill>
                <a:latin typeface="PMingLiU"/>
                <a:cs typeface="PMingLiU"/>
              </a:rPr>
              <a:t>”“一．＂呻</a:t>
            </a:r>
            <a:endParaRPr sz="638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1627" y="3965947"/>
            <a:ext cx="231076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58140" algn="l"/>
              </a:tabLst>
            </a:pPr>
            <a:r>
              <a:rPr sz="750" spc="217" dirty="0">
                <a:solidFill>
                  <a:srgbClr val="3B3B3B"/>
                </a:solidFill>
                <a:latin typeface="Segoe UI Symbol"/>
                <a:cs typeface="Segoe UI Symbol"/>
              </a:rPr>
              <a:t>.n</a:t>
            </a:r>
            <a:r>
              <a:rPr sz="750" u="sng" dirty="0">
                <a:solidFill>
                  <a:srgbClr val="3B3B3B"/>
                </a:solidFill>
                <a:uFill>
                  <a:solidFill>
                    <a:srgbClr val="141414"/>
                  </a:solidFill>
                </a:uFill>
                <a:latin typeface="Segoe UI Symbol"/>
                <a:cs typeface="Segoe UI Symbol"/>
              </a:rPr>
              <a:t>	</a:t>
            </a:r>
            <a:r>
              <a:rPr sz="750" spc="368" dirty="0">
                <a:solidFill>
                  <a:srgbClr val="151515"/>
                </a:solidFill>
                <a:latin typeface="Segoe UI Symbol"/>
                <a:cs typeface="Segoe UI Symbol"/>
              </a:rPr>
              <a:t>md-</a:t>
            </a:r>
            <a:r>
              <a:rPr sz="1350" spc="926" dirty="0">
                <a:solidFill>
                  <a:srgbClr val="151515"/>
                </a:solidFill>
                <a:latin typeface="PMingLiU"/>
                <a:cs typeface="PMingLiU"/>
              </a:rPr>
              <a:t>们”“”“°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4325" y="4124994"/>
            <a:ext cx="1649254" cy="130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38" spc="199" dirty="0">
                <a:solidFill>
                  <a:srgbClr val="262626"/>
                </a:solidFill>
                <a:latin typeface="PMingLiU"/>
                <a:cs typeface="PMingLiU"/>
              </a:rPr>
              <a:t>.”“”“巾叩</a:t>
            </a:r>
            <a:r>
              <a:rPr sz="788" spc="135" dirty="0">
                <a:solidFill>
                  <a:srgbClr val="262626"/>
                </a:solidFill>
                <a:latin typeface="Times New Roman"/>
                <a:cs typeface="Times New Roman"/>
              </a:rPr>
              <a:t>on..1D1”m“”“</a:t>
            </a:r>
            <a:r>
              <a:rPr sz="450" spc="161" dirty="0">
                <a:solidFill>
                  <a:srgbClr val="262626"/>
                </a:solidFill>
                <a:latin typeface="PMingLiU"/>
                <a:cs typeface="PMingLiU"/>
              </a:rPr>
              <a:t>言</a:t>
            </a:r>
            <a:r>
              <a:rPr sz="600" spc="49" dirty="0">
                <a:solidFill>
                  <a:srgbClr val="262626"/>
                </a:solidFill>
                <a:latin typeface="Segoe UI Symbol"/>
                <a:cs typeface="Segoe UI Symbol"/>
              </a:rPr>
              <a:t>I-</a:t>
            </a:r>
            <a:endParaRPr sz="6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0292" y="4452906"/>
            <a:ext cx="58674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49" dirty="0">
                <a:solidFill>
                  <a:srgbClr val="151515"/>
                </a:solidFill>
                <a:latin typeface="Times New Roman"/>
                <a:cs typeface="Times New Roman"/>
              </a:rPr>
              <a:t>21</a:t>
            </a:r>
            <a:r>
              <a:rPr sz="750" spc="-49" dirty="0">
                <a:solidFill>
                  <a:srgbClr val="151515"/>
                </a:solidFill>
                <a:latin typeface="PMingLiU"/>
                <a:cs typeface="PMingLiU"/>
              </a:rPr>
              <a:t>8.</a:t>
            </a:r>
            <a:r>
              <a:rPr sz="750" spc="-49" dirty="0">
                <a:solidFill>
                  <a:srgbClr val="3B3B3B"/>
                </a:solidFill>
                <a:latin typeface="Times New Roman"/>
                <a:cs typeface="Times New Roman"/>
              </a:rPr>
              <a:t>11</a:t>
            </a:r>
            <a:r>
              <a:rPr sz="713" spc="-49" dirty="0">
                <a:solidFill>
                  <a:srgbClr val="3B3B3B"/>
                </a:solidFill>
                <a:latin typeface="PMingLiU"/>
                <a:cs typeface="PMingLiU"/>
              </a:rPr>
              <a:t>0.</a:t>
            </a:r>
            <a:r>
              <a:rPr sz="713" spc="-94" dirty="0">
                <a:solidFill>
                  <a:srgbClr val="151515"/>
                </a:solidFill>
                <a:latin typeface="PMingLiU"/>
                <a:cs typeface="PMingLiU"/>
              </a:rPr>
              <a:t>心</a:t>
            </a:r>
            <a:r>
              <a:rPr sz="713" spc="-34" dirty="0">
                <a:solidFill>
                  <a:srgbClr val="4F4F4F"/>
                </a:solidFill>
                <a:latin typeface="PMingLiU"/>
                <a:cs typeface="PMingLiU"/>
              </a:rPr>
              <a:t>．</a:t>
            </a:r>
            <a:r>
              <a:rPr sz="750" spc="-34" dirty="0">
                <a:solidFill>
                  <a:srgbClr val="151515"/>
                </a:solidFill>
                <a:latin typeface="Times New Roman"/>
                <a:cs typeface="Times New Roman"/>
              </a:rPr>
              <a:t>17e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94465" y="3662160"/>
            <a:ext cx="186214" cy="962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563" spc="71" dirty="0">
                <a:solidFill>
                  <a:srgbClr val="262626"/>
                </a:solidFill>
                <a:latin typeface="PMingLiU"/>
                <a:cs typeface="PMingLiU"/>
              </a:rPr>
              <a:t>．田</a:t>
            </a:r>
            <a:endParaRPr sz="563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35458" y="3464235"/>
            <a:ext cx="1084898" cy="589617"/>
          </a:xfrm>
          <a:prstGeom prst="rect">
            <a:avLst/>
          </a:prstGeom>
        </p:spPr>
        <p:txBody>
          <a:bodyPr vert="horz" wrap="square" lIns="0" tIns="77629" rIns="0" bIns="0" rtlCol="0">
            <a:spAutoFit/>
          </a:bodyPr>
          <a:lstStyle/>
          <a:p>
            <a:pPr marL="64294">
              <a:spcBef>
                <a:spcPts val="611"/>
              </a:spcBef>
            </a:pPr>
            <a:r>
              <a:rPr sz="600" spc="56" dirty="0">
                <a:solidFill>
                  <a:srgbClr val="262626"/>
                </a:solidFill>
                <a:latin typeface="PMingLiU"/>
                <a:cs typeface="PMingLiU"/>
              </a:rPr>
              <a:t>瘤山叫归衄</a:t>
            </a:r>
            <a:r>
              <a:rPr sz="675" dirty="0">
                <a:solidFill>
                  <a:srgbClr val="262626"/>
                </a:solidFill>
                <a:latin typeface="Segoe UI Symbol"/>
                <a:cs typeface="Segoe UI Symbol"/>
              </a:rPr>
              <a:t>1n</a:t>
            </a:r>
            <a:r>
              <a:rPr sz="788" dirty="0">
                <a:solidFill>
                  <a:srgbClr val="262626"/>
                </a:solidFill>
                <a:latin typeface="PMingLiU"/>
                <a:cs typeface="PMingLiU"/>
              </a:rPr>
              <a:t>g</a:t>
            </a:r>
            <a:r>
              <a:rPr sz="788" spc="75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675" spc="-8" dirty="0">
                <a:solidFill>
                  <a:srgbClr val="262626"/>
                </a:solidFill>
                <a:latin typeface="PMingLiU"/>
                <a:cs typeface="PMingLiU"/>
              </a:rPr>
              <a:t>pears'</a:t>
            </a:r>
            <a:endParaRPr sz="675">
              <a:latin typeface="PMingLiU"/>
              <a:cs typeface="PMingLiU"/>
            </a:endParaRPr>
          </a:p>
          <a:p>
            <a:pPr marL="9525">
              <a:spcBef>
                <a:spcPts val="540"/>
              </a:spcBef>
              <a:tabLst>
                <a:tab pos="477203" algn="l"/>
              </a:tabLst>
            </a:pPr>
            <a:r>
              <a:rPr sz="525" spc="660" dirty="0">
                <a:solidFill>
                  <a:srgbClr val="262626"/>
                </a:solidFill>
                <a:latin typeface="PMingLiU"/>
                <a:cs typeface="PMingLiU"/>
              </a:rPr>
              <a:t>屯</a:t>
            </a:r>
            <a:r>
              <a:rPr sz="788" spc="514" dirty="0">
                <a:solidFill>
                  <a:srgbClr val="262626"/>
                </a:solidFill>
                <a:latin typeface="Segoe UI Symbol"/>
                <a:cs typeface="Segoe UI Symbol"/>
              </a:rPr>
              <a:t>n</a:t>
            </a:r>
            <a:r>
              <a:rPr sz="788" u="sng" dirty="0">
                <a:solidFill>
                  <a:srgbClr val="262626"/>
                </a:solidFill>
                <a:uFill>
                  <a:solidFill>
                    <a:srgbClr val="252525"/>
                  </a:solidFill>
                </a:uFill>
                <a:latin typeface="Segoe UI Symbol"/>
                <a:cs typeface="Segoe UI Symbol"/>
              </a:rPr>
              <a:t>	</a:t>
            </a:r>
            <a:r>
              <a:rPr sz="638" spc="799" dirty="0">
                <a:solidFill>
                  <a:srgbClr val="262626"/>
                </a:solidFill>
                <a:latin typeface="PMingLiU"/>
                <a:cs typeface="PMingLiU"/>
              </a:rPr>
              <a:t>叩</a:t>
            </a:r>
            <a:r>
              <a:rPr sz="638" spc="758" dirty="0">
                <a:solidFill>
                  <a:srgbClr val="262626"/>
                </a:solidFill>
                <a:latin typeface="PMingLiU"/>
                <a:cs typeface="PMingLiU"/>
              </a:rPr>
              <a:t>血</a:t>
            </a:r>
            <a:endParaRPr sz="638">
              <a:latin typeface="PMingLiU"/>
              <a:cs typeface="PMingLiU"/>
            </a:endParaRPr>
          </a:p>
          <a:p>
            <a:pPr marL="41910">
              <a:spcBef>
                <a:spcPts val="75"/>
              </a:spcBef>
            </a:pPr>
            <a:r>
              <a:rPr sz="563" dirty="0">
                <a:solidFill>
                  <a:srgbClr val="151515"/>
                </a:solidFill>
                <a:latin typeface="PMingLiU"/>
                <a:cs typeface="PMingLiU"/>
              </a:rPr>
              <a:t>·</a:t>
            </a:r>
            <a:r>
              <a:rPr sz="563" spc="38" dirty="0">
                <a:solidFill>
                  <a:srgbClr val="151515"/>
                </a:solidFill>
                <a:latin typeface="PMingLiU"/>
                <a:cs typeface="PMingLiU"/>
              </a:rPr>
              <a:t>卯蛌八</a:t>
            </a:r>
            <a:r>
              <a:rPr sz="563" spc="38" dirty="0">
                <a:solidFill>
                  <a:srgbClr val="4F4F4F"/>
                </a:solidFill>
                <a:latin typeface="PMingLiU"/>
                <a:cs typeface="PMingLiU"/>
              </a:rPr>
              <a:t>．</a:t>
            </a:r>
            <a:r>
              <a:rPr sz="563" dirty="0">
                <a:solidFill>
                  <a:srgbClr val="151515"/>
                </a:solidFill>
                <a:latin typeface="PMingLiU"/>
                <a:cs typeface="PMingLiU"/>
              </a:rPr>
              <a:t>一</a:t>
            </a:r>
            <a:endParaRPr sz="563">
              <a:latin typeface="PMingLiU"/>
              <a:cs typeface="PMingLiU"/>
            </a:endParaRPr>
          </a:p>
          <a:p>
            <a:pPr marL="21907">
              <a:spcBef>
                <a:spcPts val="135"/>
              </a:spcBef>
            </a:pPr>
            <a:r>
              <a:rPr sz="600" spc="510" dirty="0">
                <a:solidFill>
                  <a:srgbClr val="262626"/>
                </a:solidFill>
                <a:latin typeface="PMingLiU"/>
                <a:cs typeface="PMingLiU"/>
              </a:rPr>
              <a:t>叭一</a:t>
            </a:r>
            <a:r>
              <a:rPr sz="600" spc="371" dirty="0">
                <a:solidFill>
                  <a:srgbClr val="262626"/>
                </a:solidFill>
                <a:latin typeface="PMingLiU"/>
                <a:cs typeface="PMingLiU"/>
              </a:rPr>
              <a:t>”g</a:t>
            </a:r>
            <a:r>
              <a:rPr sz="600" spc="499" dirty="0">
                <a:solidFill>
                  <a:srgbClr val="262626"/>
                </a:solidFill>
                <a:latin typeface="PMingLiU"/>
                <a:cs typeface="PMingLiU"/>
              </a:rPr>
              <a:t>加咖叫切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5365" y="4116299"/>
            <a:ext cx="854393" cy="21480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896"/>
              </a:lnSpc>
              <a:spcBef>
                <a:spcPts val="75"/>
              </a:spcBef>
            </a:pPr>
            <a:r>
              <a:rPr sz="525" spc="139" dirty="0">
                <a:solidFill>
                  <a:srgbClr val="3B3B3B"/>
                </a:solidFill>
                <a:latin typeface="PMingLiU"/>
                <a:cs typeface="PMingLiU"/>
              </a:rPr>
              <a:t>，</a:t>
            </a:r>
            <a:r>
              <a:rPr sz="525" spc="139" dirty="0">
                <a:solidFill>
                  <a:srgbClr val="151515"/>
                </a:solidFill>
                <a:latin typeface="PMingLiU"/>
                <a:cs typeface="PMingLiU"/>
              </a:rPr>
              <a:t>畸哑响阶</a:t>
            </a:r>
            <a:r>
              <a:rPr sz="750" spc="146" dirty="0">
                <a:solidFill>
                  <a:srgbClr val="151515"/>
                </a:solidFill>
                <a:latin typeface="Times New Roman"/>
                <a:cs typeface="Times New Roman"/>
              </a:rPr>
              <a:t>U</a:t>
            </a:r>
            <a:r>
              <a:rPr sz="600" spc="161" dirty="0">
                <a:solidFill>
                  <a:srgbClr val="151515"/>
                </a:solidFill>
                <a:latin typeface="PMingLiU"/>
                <a:cs typeface="PMingLiU"/>
              </a:rPr>
              <a:t>星虹</a:t>
            </a:r>
            <a:r>
              <a:rPr sz="750" spc="83" dirty="0">
                <a:solidFill>
                  <a:srgbClr val="3B3B3B"/>
                </a:solidFill>
                <a:latin typeface="Times New Roman"/>
                <a:cs typeface="Times New Roman"/>
              </a:rPr>
              <a:t>1d</a:t>
            </a:r>
            <a:endParaRPr sz="750">
              <a:latin typeface="Times New Roman"/>
              <a:cs typeface="Times New Roman"/>
            </a:endParaRPr>
          </a:p>
          <a:p>
            <a:pPr marL="88106">
              <a:lnSpc>
                <a:spcPts val="716"/>
              </a:lnSpc>
            </a:pPr>
            <a:r>
              <a:rPr sz="600" spc="124" dirty="0">
                <a:solidFill>
                  <a:srgbClr val="262626"/>
                </a:solidFill>
                <a:latin typeface="PMingLiU"/>
                <a:cs typeface="PMingLiU"/>
              </a:rPr>
              <a:t>啊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7A7E0EF9-3061-ACA8-2C46-BA580C015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2406" y="325433"/>
            <a:ext cx="3955256" cy="991265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576388" algn="l"/>
              </a:tabLst>
            </a:pPr>
            <a:r>
              <a:rPr sz="3000" spc="-153" dirty="0">
                <a:solidFill>
                  <a:srgbClr val="D43F18"/>
                </a:solidFill>
                <a:latin typeface="Times New Roman"/>
                <a:cs typeface="Times New Roman"/>
              </a:rPr>
              <a:t>P2P</a:t>
            </a:r>
            <a:r>
              <a:rPr sz="3000" spc="-23" dirty="0">
                <a:solidFill>
                  <a:srgbClr val="D43F18"/>
                </a:solidFill>
                <a:latin typeface="Times New Roman"/>
                <a:cs typeface="Times New Roman"/>
              </a:rPr>
              <a:t> </a:t>
            </a:r>
            <a:r>
              <a:rPr sz="2850" spc="-15" dirty="0">
                <a:solidFill>
                  <a:srgbClr val="D43F18"/>
                </a:solidFill>
              </a:rPr>
              <a:t>mus</a:t>
            </a:r>
            <a:r>
              <a:rPr sz="3188" spc="-15" dirty="0">
                <a:solidFill>
                  <a:srgbClr val="D43F18"/>
                </a:solidFill>
                <a:latin typeface="PMingLiU"/>
                <a:cs typeface="PMingLiU"/>
              </a:rPr>
              <a:t>t</a:t>
            </a:r>
            <a:r>
              <a:rPr sz="3188" dirty="0">
                <a:solidFill>
                  <a:srgbClr val="D43F18"/>
                </a:solidFill>
                <a:latin typeface="PMingLiU"/>
                <a:cs typeface="PMingLiU"/>
              </a:rPr>
              <a:t>	</a:t>
            </a:r>
            <a:r>
              <a:rPr sz="3000" spc="83" dirty="0">
                <a:solidFill>
                  <a:srgbClr val="D43F18"/>
                </a:solidFill>
                <a:latin typeface="Times New Roman"/>
                <a:cs typeface="Times New Roman"/>
              </a:rPr>
              <a:t>be</a:t>
            </a:r>
            <a:r>
              <a:rPr sz="3000" spc="8" dirty="0">
                <a:solidFill>
                  <a:srgbClr val="D43F18"/>
                </a:solidFill>
                <a:latin typeface="Times New Roman"/>
                <a:cs typeface="Times New Roman"/>
              </a:rPr>
              <a:t> </a:t>
            </a:r>
            <a:r>
              <a:rPr sz="3000" spc="38" dirty="0">
                <a:solidFill>
                  <a:srgbClr val="D43F18"/>
                </a:solidFill>
                <a:latin typeface="Times New Roman"/>
                <a:cs typeface="Times New Roman"/>
              </a:rPr>
              <a:t>d</a:t>
            </a:r>
            <a:r>
              <a:rPr sz="3188" spc="38" dirty="0">
                <a:solidFill>
                  <a:srgbClr val="D43F18"/>
                </a:solidFill>
                <a:latin typeface="PMingLiU"/>
                <a:cs typeface="PMingLiU"/>
              </a:rPr>
              <a:t>i</a:t>
            </a:r>
            <a:r>
              <a:rPr sz="2850" spc="38" dirty="0">
                <a:solidFill>
                  <a:srgbClr val="D43F18"/>
                </a:solidFill>
              </a:rPr>
              <a:t>sru</a:t>
            </a:r>
            <a:r>
              <a:rPr sz="3188" spc="38" dirty="0">
                <a:solidFill>
                  <a:srgbClr val="D43F18"/>
                </a:solidFill>
                <a:latin typeface="PMingLiU"/>
                <a:cs typeface="PMingLiU"/>
              </a:rPr>
              <a:t>pti</a:t>
            </a:r>
            <a:r>
              <a:rPr sz="3000" spc="38" dirty="0">
                <a:solidFill>
                  <a:srgbClr val="D43F18"/>
                </a:solidFill>
                <a:latin typeface="Times New Roman"/>
                <a:cs typeface="Times New Roman"/>
              </a:rPr>
              <a:t>ve</a:t>
            </a:r>
            <a:r>
              <a:rPr sz="2100" spc="38" dirty="0">
                <a:solidFill>
                  <a:srgbClr val="BA5231"/>
                </a:solidFill>
                <a:latin typeface="PMingLiU"/>
                <a:cs typeface="PMingLiU"/>
              </a:rPr>
              <a:t>…</a:t>
            </a:r>
            <a:endParaRPr sz="21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85900" y="633115"/>
            <a:ext cx="6172200" cy="2564644"/>
          </a:xfrm>
          <a:prstGeom prst="rect">
            <a:avLst/>
          </a:prstGeom>
        </p:spPr>
        <p:txBody>
          <a:bodyPr vert="horz" wrap="square" lIns="0" tIns="10001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69558" indent="-258128">
              <a:spcBef>
                <a:spcPts val="79"/>
              </a:spcBef>
              <a:buChar char="•"/>
              <a:tabLst>
                <a:tab pos="270034" algn="l"/>
              </a:tabLst>
            </a:pPr>
            <a:r>
              <a:rPr sz="1913" spc="56" dirty="0">
                <a:solidFill>
                  <a:srgbClr val="111111"/>
                </a:solidFill>
              </a:rPr>
              <a:t>Peer-</a:t>
            </a:r>
            <a:r>
              <a:rPr sz="2100" spc="53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53" dirty="0">
                <a:solidFill>
                  <a:srgbClr val="111111"/>
                </a:solidFill>
              </a:rPr>
              <a:t>o-</a:t>
            </a:r>
            <a:r>
              <a:rPr sz="2100" spc="60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913" spc="60" dirty="0">
                <a:solidFill>
                  <a:srgbClr val="111111"/>
                </a:solidFill>
              </a:rPr>
              <a:t>eer</a:t>
            </a:r>
            <a:r>
              <a:rPr sz="1913" spc="176" dirty="0">
                <a:solidFill>
                  <a:srgbClr val="111111"/>
                </a:solidFill>
              </a:rPr>
              <a:t> 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(p</a:t>
            </a:r>
            <a:r>
              <a:rPr sz="1913" spc="68" dirty="0">
                <a:solidFill>
                  <a:srgbClr val="111111"/>
                </a:solidFill>
              </a:rPr>
              <a:t>2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p):</a:t>
            </a:r>
            <a:r>
              <a:rPr sz="2100" spc="-64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2100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dirty="0">
                <a:solidFill>
                  <a:srgbClr val="111111"/>
                </a:solidFill>
              </a:rPr>
              <a:t>h</a:t>
            </a:r>
            <a:r>
              <a:rPr sz="21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dirty="0">
                <a:solidFill>
                  <a:srgbClr val="111111"/>
                </a:solidFill>
              </a:rPr>
              <a:t>rd</a:t>
            </a:r>
            <a:r>
              <a:rPr sz="1913" spc="161" dirty="0">
                <a:solidFill>
                  <a:srgbClr val="111111"/>
                </a:solidFill>
              </a:rPr>
              <a:t> </a:t>
            </a:r>
            <a:r>
              <a:rPr sz="2400" spc="45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1913" spc="45" dirty="0">
                <a:solidFill>
                  <a:srgbClr val="111111"/>
                </a:solidFill>
              </a:rPr>
              <a:t>enera</a:t>
            </a:r>
            <a:r>
              <a:rPr sz="2100" spc="45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45" dirty="0">
                <a:solidFill>
                  <a:srgbClr val="111111"/>
                </a:solidFill>
              </a:rPr>
              <a:t>on</a:t>
            </a:r>
            <a:r>
              <a:rPr sz="1913" spc="158" dirty="0">
                <a:solidFill>
                  <a:srgbClr val="111111"/>
                </a:solidFill>
              </a:rPr>
              <a:t> </a:t>
            </a:r>
            <a:r>
              <a:rPr sz="1913" spc="68" dirty="0">
                <a:solidFill>
                  <a:srgbClr val="111111"/>
                </a:solidFill>
              </a:rPr>
              <a:t>o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f</a:t>
            </a:r>
            <a:r>
              <a:rPr sz="2100" spc="49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2100" spc="38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38" dirty="0">
                <a:solidFill>
                  <a:srgbClr val="111111"/>
                </a:solidFill>
              </a:rPr>
              <a:t>he</a:t>
            </a:r>
            <a:r>
              <a:rPr sz="1913" spc="113" dirty="0">
                <a:solidFill>
                  <a:srgbClr val="111111"/>
                </a:solidFill>
              </a:rPr>
              <a:t> </a:t>
            </a:r>
            <a:r>
              <a:rPr sz="1913" spc="56" dirty="0">
                <a:solidFill>
                  <a:srgbClr val="111111"/>
                </a:solidFill>
              </a:rPr>
              <a:t>In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56" dirty="0">
                <a:solidFill>
                  <a:srgbClr val="111111"/>
                </a:solidFill>
              </a:rPr>
              <a:t>erne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endParaRPr sz="2100">
              <a:latin typeface="PMingLiU"/>
              <a:cs typeface="PMingLiU"/>
            </a:endParaRPr>
          </a:p>
          <a:p>
            <a:pPr marL="265271" indent="-253841">
              <a:spcBef>
                <a:spcPts val="86"/>
              </a:spcBef>
              <a:buChar char="•"/>
              <a:tabLst>
                <a:tab pos="265748" algn="l"/>
              </a:tabLst>
            </a:pPr>
            <a:r>
              <a:rPr sz="1913" dirty="0">
                <a:solidFill>
                  <a:srgbClr val="111111"/>
                </a:solidFill>
              </a:rPr>
              <a:t>1</a:t>
            </a:r>
            <a:r>
              <a:rPr sz="1913" dirty="0">
                <a:solidFill>
                  <a:srgbClr val="3D3D3D"/>
                </a:solidFill>
              </a:rPr>
              <a:t>s</a:t>
            </a:r>
            <a:r>
              <a:rPr sz="1350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350" spc="161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2400" spc="60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1913" spc="60" dirty="0">
                <a:solidFill>
                  <a:srgbClr val="111111"/>
                </a:solidFill>
              </a:rPr>
              <a:t>enera</a:t>
            </a:r>
            <a:r>
              <a:rPr sz="2100" spc="60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60" dirty="0">
                <a:solidFill>
                  <a:srgbClr val="111111"/>
                </a:solidFill>
              </a:rPr>
              <a:t>on:</a:t>
            </a:r>
            <a:r>
              <a:rPr sz="1913" spc="-169" dirty="0">
                <a:solidFill>
                  <a:srgbClr val="111111"/>
                </a:solidFill>
              </a:rPr>
              <a:t> </a:t>
            </a:r>
            <a:r>
              <a:rPr sz="1913" spc="146" dirty="0">
                <a:solidFill>
                  <a:srgbClr val="111111"/>
                </a:solidFill>
              </a:rPr>
              <a:t>"raw"</a:t>
            </a:r>
            <a:r>
              <a:rPr sz="1913" spc="-38" dirty="0">
                <a:solidFill>
                  <a:srgbClr val="111111"/>
                </a:solidFill>
              </a:rPr>
              <a:t> </a:t>
            </a:r>
            <a:r>
              <a:rPr sz="1913" spc="49" dirty="0">
                <a:solidFill>
                  <a:srgbClr val="111111"/>
                </a:solidFill>
              </a:rPr>
              <a:t>In</a:t>
            </a:r>
            <a:r>
              <a:rPr sz="2100" spc="49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49" dirty="0">
                <a:solidFill>
                  <a:srgbClr val="111111"/>
                </a:solidFill>
              </a:rPr>
              <a:t>erne</a:t>
            </a:r>
            <a:r>
              <a:rPr sz="2100" spc="49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endParaRPr sz="2100">
              <a:latin typeface="PMingLiU"/>
              <a:cs typeface="PMingLiU"/>
            </a:endParaRPr>
          </a:p>
          <a:p>
            <a:pPr marL="268129" indent="-256699">
              <a:spcBef>
                <a:spcPts val="143"/>
              </a:spcBef>
              <a:buChar char="•"/>
              <a:tabLst>
                <a:tab pos="268605" algn="l"/>
              </a:tabLst>
            </a:pPr>
            <a:r>
              <a:rPr sz="1913" spc="-150" dirty="0">
                <a:solidFill>
                  <a:srgbClr val="111111"/>
                </a:solidFill>
              </a:rPr>
              <a:t>2nd</a:t>
            </a:r>
            <a:r>
              <a:rPr sz="1913" spc="11" dirty="0">
                <a:solidFill>
                  <a:srgbClr val="111111"/>
                </a:solidFill>
              </a:rPr>
              <a:t> </a:t>
            </a:r>
            <a:r>
              <a:rPr sz="2400" spc="64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1913" spc="64" dirty="0">
                <a:solidFill>
                  <a:srgbClr val="111111"/>
                </a:solidFill>
              </a:rPr>
              <a:t>enera</a:t>
            </a:r>
            <a:r>
              <a:rPr sz="2100" spc="64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64" dirty="0">
                <a:solidFill>
                  <a:srgbClr val="111111"/>
                </a:solidFill>
              </a:rPr>
              <a:t>on:</a:t>
            </a:r>
            <a:r>
              <a:rPr sz="1913" spc="-49" dirty="0">
                <a:solidFill>
                  <a:srgbClr val="111111"/>
                </a:solidFill>
              </a:rPr>
              <a:t> </a:t>
            </a:r>
            <a:r>
              <a:rPr sz="2100" spc="38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38" dirty="0">
                <a:solidFill>
                  <a:srgbClr val="111111"/>
                </a:solidFill>
              </a:rPr>
              <a:t>he</a:t>
            </a:r>
            <a:r>
              <a:rPr sz="1913" spc="64" dirty="0">
                <a:solidFill>
                  <a:srgbClr val="111111"/>
                </a:solidFill>
              </a:rPr>
              <a:t> </a:t>
            </a:r>
            <a:r>
              <a:rPr sz="1913" spc="41" dirty="0">
                <a:solidFill>
                  <a:srgbClr val="111111"/>
                </a:solidFill>
              </a:rPr>
              <a:t>Web</a:t>
            </a:r>
            <a:endParaRPr sz="1913">
              <a:latin typeface="PMingLiU"/>
              <a:cs typeface="PMingLiU"/>
            </a:endParaRPr>
          </a:p>
          <a:p>
            <a:pPr marL="263366" marR="3810" indent="-252413">
              <a:lnSpc>
                <a:spcPts val="2543"/>
              </a:lnSpc>
              <a:spcBef>
                <a:spcPts val="611"/>
              </a:spcBef>
              <a:buChar char="•"/>
              <a:tabLst>
                <a:tab pos="265271" algn="l"/>
              </a:tabLst>
            </a:pPr>
            <a:r>
              <a:rPr sz="1913" spc="-86" dirty="0">
                <a:solidFill>
                  <a:srgbClr val="111111"/>
                </a:solidFill>
              </a:rPr>
              <a:t>3rd</a:t>
            </a:r>
            <a:r>
              <a:rPr sz="1913" spc="34" dirty="0">
                <a:solidFill>
                  <a:srgbClr val="111111"/>
                </a:solidFill>
              </a:rPr>
              <a:t> </a:t>
            </a:r>
            <a:r>
              <a:rPr sz="2400" spc="60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1913" spc="60" dirty="0">
                <a:solidFill>
                  <a:srgbClr val="111111"/>
                </a:solidFill>
              </a:rPr>
              <a:t>enera</a:t>
            </a:r>
            <a:r>
              <a:rPr sz="2100" spc="60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60" dirty="0">
                <a:solidFill>
                  <a:srgbClr val="111111"/>
                </a:solidFill>
              </a:rPr>
              <a:t>on:</a:t>
            </a:r>
            <a:r>
              <a:rPr sz="1913" spc="-64" dirty="0">
                <a:solidFill>
                  <a:srgbClr val="111111"/>
                </a:solidFill>
              </a:rPr>
              <a:t> </a:t>
            </a:r>
            <a:r>
              <a:rPr sz="1913" spc="68" dirty="0">
                <a:solidFill>
                  <a:srgbClr val="111111"/>
                </a:solidFill>
              </a:rPr>
              <a:t>ma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ki</a:t>
            </a:r>
            <a:r>
              <a:rPr sz="1913" spc="68" dirty="0">
                <a:solidFill>
                  <a:srgbClr val="111111"/>
                </a:solidFill>
              </a:rPr>
              <a:t>n</a:t>
            </a:r>
            <a:r>
              <a:rPr sz="2400" spc="68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2400" spc="-146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913" spc="60" dirty="0">
                <a:solidFill>
                  <a:srgbClr val="111111"/>
                </a:solidFill>
              </a:rPr>
              <a:t>new</a:t>
            </a:r>
            <a:r>
              <a:rPr sz="1913" spc="101" dirty="0">
                <a:solidFill>
                  <a:srgbClr val="111111"/>
                </a:solidFill>
              </a:rPr>
              <a:t> </a:t>
            </a:r>
            <a:r>
              <a:rPr sz="1913" spc="64" dirty="0">
                <a:solidFill>
                  <a:srgbClr val="111111"/>
                </a:solidFill>
              </a:rPr>
              <a:t>serv</a:t>
            </a:r>
            <a:r>
              <a:rPr sz="2100" spc="64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64" dirty="0">
                <a:solidFill>
                  <a:srgbClr val="111111"/>
                </a:solidFill>
              </a:rPr>
              <a:t>ces</a:t>
            </a:r>
            <a:r>
              <a:rPr sz="1913" spc="41" dirty="0">
                <a:solidFill>
                  <a:srgbClr val="111111"/>
                </a:solidFill>
              </a:rPr>
              <a:t> </a:t>
            </a:r>
            <a:r>
              <a:rPr sz="2100" spc="38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38" dirty="0">
                <a:solidFill>
                  <a:srgbClr val="111111"/>
                </a:solidFill>
              </a:rPr>
              <a:t>o</a:t>
            </a:r>
            <a:r>
              <a:rPr sz="1913" spc="113" dirty="0">
                <a:solidFill>
                  <a:srgbClr val="111111"/>
                </a:solidFill>
              </a:rPr>
              <a:t> </a:t>
            </a:r>
            <a:r>
              <a:rPr sz="1913" spc="56" dirty="0">
                <a:solidFill>
                  <a:srgbClr val="111111"/>
                </a:solidFill>
              </a:rPr>
              <a:t>users 	</a:t>
            </a:r>
            <a:r>
              <a:rPr sz="1913" spc="38" dirty="0">
                <a:solidFill>
                  <a:srgbClr val="111111"/>
                </a:solidFill>
              </a:rPr>
              <a:t>chea</a:t>
            </a:r>
            <a:r>
              <a:rPr sz="2400" spc="38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913" spc="38" dirty="0">
                <a:solidFill>
                  <a:srgbClr val="111111"/>
                </a:solidFill>
              </a:rPr>
              <a:t>l</a:t>
            </a:r>
            <a:r>
              <a:rPr sz="2400" spc="38" dirty="0">
                <a:solidFill>
                  <a:srgbClr val="111111"/>
                </a:solidFill>
                <a:latin typeface="PMingLiU"/>
                <a:cs typeface="PMingLiU"/>
              </a:rPr>
              <a:t>y</a:t>
            </a:r>
            <a:r>
              <a:rPr sz="2400" spc="-146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913" spc="83" dirty="0">
                <a:solidFill>
                  <a:srgbClr val="111111"/>
                </a:solidFill>
              </a:rPr>
              <a:t>and</a:t>
            </a:r>
            <a:r>
              <a:rPr sz="1913" spc="56" dirty="0">
                <a:solidFill>
                  <a:srgbClr val="111111"/>
                </a:solidFill>
              </a:rPr>
              <a:t> </a:t>
            </a:r>
            <a:r>
              <a:rPr sz="2400" spc="34" dirty="0">
                <a:solidFill>
                  <a:srgbClr val="111111"/>
                </a:solidFill>
                <a:latin typeface="PMingLiU"/>
                <a:cs typeface="PMingLiU"/>
              </a:rPr>
              <a:t>q</a:t>
            </a:r>
            <a:r>
              <a:rPr sz="1913" spc="34" dirty="0">
                <a:solidFill>
                  <a:srgbClr val="111111"/>
                </a:solidFill>
              </a:rPr>
              <a:t>u</a:t>
            </a:r>
            <a:r>
              <a:rPr sz="2100" spc="34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34" dirty="0">
                <a:solidFill>
                  <a:srgbClr val="111111"/>
                </a:solidFill>
              </a:rPr>
              <a:t>ckl</a:t>
            </a:r>
            <a:r>
              <a:rPr sz="2400" spc="34" dirty="0">
                <a:solidFill>
                  <a:srgbClr val="111111"/>
                </a:solidFill>
                <a:latin typeface="PMingLiU"/>
                <a:cs typeface="PMingLiU"/>
              </a:rPr>
              <a:t>y</a:t>
            </a:r>
            <a:r>
              <a:rPr sz="2400" spc="-172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913" dirty="0">
                <a:solidFill>
                  <a:srgbClr val="111111"/>
                </a:solidFill>
              </a:rPr>
              <a:t>b</a:t>
            </a:r>
            <a:r>
              <a:rPr sz="2400" dirty="0">
                <a:solidFill>
                  <a:srgbClr val="111111"/>
                </a:solidFill>
                <a:latin typeface="PMingLiU"/>
                <a:cs typeface="PMingLiU"/>
              </a:rPr>
              <a:t>y</a:t>
            </a:r>
            <a:r>
              <a:rPr sz="2400" spc="-90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913" spc="56" dirty="0">
                <a:solidFill>
                  <a:srgbClr val="111111"/>
                </a:solidFill>
              </a:rPr>
              <a:t>ma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ki</a:t>
            </a:r>
            <a:r>
              <a:rPr sz="1913" spc="56" dirty="0">
                <a:solidFill>
                  <a:srgbClr val="111111"/>
                </a:solidFill>
              </a:rPr>
              <a:t>n</a:t>
            </a:r>
            <a:r>
              <a:rPr sz="2400" spc="56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2400" spc="-176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913" spc="38" dirty="0">
                <a:solidFill>
                  <a:srgbClr val="111111"/>
                </a:solidFill>
              </a:rPr>
              <a:t>use</a:t>
            </a:r>
            <a:r>
              <a:rPr sz="1913" spc="161" dirty="0">
                <a:solidFill>
                  <a:srgbClr val="111111"/>
                </a:solidFill>
              </a:rPr>
              <a:t> </a:t>
            </a:r>
            <a:r>
              <a:rPr sz="1913" spc="45" dirty="0">
                <a:solidFill>
                  <a:srgbClr val="111111"/>
                </a:solidFill>
              </a:rPr>
              <a:t>o</a:t>
            </a:r>
            <a:r>
              <a:rPr sz="2100" spc="45" dirty="0">
                <a:solidFill>
                  <a:srgbClr val="111111"/>
                </a:solidFill>
                <a:latin typeface="PMingLiU"/>
                <a:cs typeface="PMingLiU"/>
              </a:rPr>
              <a:t>f</a:t>
            </a:r>
            <a:r>
              <a:rPr sz="2100" spc="19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2025" spc="53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53" dirty="0">
                <a:solidFill>
                  <a:srgbClr val="111111"/>
                </a:solidFill>
              </a:rPr>
              <a:t>he</a:t>
            </a:r>
            <a:r>
              <a:rPr sz="2100" spc="53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53" dirty="0">
                <a:solidFill>
                  <a:srgbClr val="111111"/>
                </a:solidFill>
              </a:rPr>
              <a:t>r</a:t>
            </a:r>
            <a:r>
              <a:rPr sz="1913" spc="105" dirty="0">
                <a:solidFill>
                  <a:srgbClr val="111111"/>
                </a:solidFill>
              </a:rPr>
              <a:t> </a:t>
            </a:r>
            <a:r>
              <a:rPr sz="1913" spc="79" dirty="0">
                <a:solidFill>
                  <a:srgbClr val="111111"/>
                </a:solidFill>
              </a:rPr>
              <a:t>PCs</a:t>
            </a:r>
            <a:r>
              <a:rPr sz="1913" spc="139" dirty="0">
                <a:solidFill>
                  <a:srgbClr val="111111"/>
                </a:solidFill>
              </a:rPr>
              <a:t> </a:t>
            </a:r>
            <a:r>
              <a:rPr sz="1913" spc="30" dirty="0">
                <a:solidFill>
                  <a:srgbClr val="111111"/>
                </a:solidFill>
              </a:rPr>
              <a:t>as 	</a:t>
            </a:r>
            <a:r>
              <a:rPr sz="1913" spc="53" dirty="0">
                <a:solidFill>
                  <a:srgbClr val="111111"/>
                </a:solidFill>
              </a:rPr>
              <a:t>ac</a:t>
            </a:r>
            <a:r>
              <a:rPr sz="2100" spc="53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53" dirty="0">
                <a:solidFill>
                  <a:srgbClr val="111111"/>
                </a:solidFill>
              </a:rPr>
              <a:t>ve</a:t>
            </a:r>
            <a:r>
              <a:rPr sz="1913" spc="127" dirty="0">
                <a:solidFill>
                  <a:srgbClr val="111111"/>
                </a:solidFill>
              </a:rPr>
              <a:t> 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913" spc="56" dirty="0">
                <a:solidFill>
                  <a:srgbClr val="111111"/>
                </a:solidFill>
              </a:rPr>
              <a:t>ar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56" dirty="0">
                <a:solidFill>
                  <a:srgbClr val="111111"/>
                </a:solidFill>
              </a:rPr>
              <a:t>c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ip</a:t>
            </a:r>
            <a:r>
              <a:rPr sz="1913" spc="56" dirty="0">
                <a:solidFill>
                  <a:srgbClr val="111111"/>
                </a:solidFill>
              </a:rPr>
              <a:t>an</a:t>
            </a:r>
            <a:r>
              <a:rPr sz="2100" spc="56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56" dirty="0">
                <a:solidFill>
                  <a:srgbClr val="111111"/>
                </a:solidFill>
              </a:rPr>
              <a:t>s</a:t>
            </a:r>
            <a:r>
              <a:rPr sz="1913" spc="53" dirty="0">
                <a:solidFill>
                  <a:srgbClr val="111111"/>
                </a:solidFill>
              </a:rPr>
              <a:t> </a:t>
            </a:r>
            <a:r>
              <a:rPr sz="2100" spc="38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38" dirty="0">
                <a:solidFill>
                  <a:srgbClr val="111111"/>
                </a:solidFill>
              </a:rPr>
              <a:t>n</a:t>
            </a:r>
            <a:r>
              <a:rPr sz="1913" spc="124" dirty="0">
                <a:solidFill>
                  <a:srgbClr val="111111"/>
                </a:solidFill>
              </a:rPr>
              <a:t> </a:t>
            </a:r>
            <a:r>
              <a:rPr sz="1913" spc="68" dirty="0">
                <a:solidFill>
                  <a:srgbClr val="111111"/>
                </a:solidFill>
              </a:rPr>
              <a:t>com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913" spc="68" dirty="0">
                <a:solidFill>
                  <a:srgbClr val="111111"/>
                </a:solidFill>
              </a:rPr>
              <a:t>u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ti</a:t>
            </a:r>
            <a:r>
              <a:rPr sz="1913" spc="68" dirty="0">
                <a:solidFill>
                  <a:srgbClr val="111111"/>
                </a:solidFill>
              </a:rPr>
              <a:t>n</a:t>
            </a:r>
            <a:r>
              <a:rPr sz="2400" spc="68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2400" spc="-184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2100" spc="60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913" spc="60" dirty="0">
                <a:solidFill>
                  <a:srgbClr val="111111"/>
                </a:solidFill>
              </a:rPr>
              <a:t>rocesses</a:t>
            </a:r>
            <a:endParaRPr sz="1913">
              <a:latin typeface="PMingLiU"/>
              <a:cs typeface="PMingLiU"/>
            </a:endParaRPr>
          </a:p>
          <a:p>
            <a:pPr marL="262890" indent="-251460">
              <a:spcBef>
                <a:spcPts val="120"/>
              </a:spcBef>
              <a:buChar char="•"/>
              <a:tabLst>
                <a:tab pos="263366" algn="l"/>
              </a:tabLst>
            </a:pPr>
            <a:r>
              <a:rPr sz="1913" spc="86" dirty="0">
                <a:solidFill>
                  <a:srgbClr val="111111"/>
                </a:solidFill>
              </a:rPr>
              <a:t>P2P</a:t>
            </a:r>
            <a:r>
              <a:rPr sz="1913" spc="38" dirty="0">
                <a:solidFill>
                  <a:srgbClr val="111111"/>
                </a:solidFill>
              </a:rPr>
              <a:t> </a:t>
            </a:r>
            <a:r>
              <a:rPr sz="1913" spc="68" dirty="0">
                <a:solidFill>
                  <a:srgbClr val="111111"/>
                </a:solidFill>
              </a:rPr>
              <a:t>do</a:t>
            </a:r>
            <a:r>
              <a:rPr sz="2100" spc="68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68" dirty="0">
                <a:solidFill>
                  <a:srgbClr val="111111"/>
                </a:solidFill>
              </a:rPr>
              <a:t>n</a:t>
            </a:r>
            <a:r>
              <a:rPr sz="2400" spc="68" dirty="0">
                <a:solidFill>
                  <a:srgbClr val="111111"/>
                </a:solidFill>
                <a:latin typeface="PMingLiU"/>
                <a:cs typeface="PMingLiU"/>
              </a:rPr>
              <a:t>g</a:t>
            </a:r>
            <a:r>
              <a:rPr sz="2400" spc="-210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2100" spc="53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913" spc="53" dirty="0">
                <a:solidFill>
                  <a:srgbClr val="111111"/>
                </a:solidFill>
              </a:rPr>
              <a:t>h</a:t>
            </a:r>
            <a:r>
              <a:rPr sz="2100" spc="53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53" dirty="0">
                <a:solidFill>
                  <a:srgbClr val="111111"/>
                </a:solidFill>
              </a:rPr>
              <a:t>s</a:t>
            </a:r>
            <a:r>
              <a:rPr sz="1913" spc="94" dirty="0">
                <a:solidFill>
                  <a:srgbClr val="111111"/>
                </a:solidFill>
              </a:rPr>
              <a:t> </a:t>
            </a:r>
            <a:r>
              <a:rPr sz="21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dirty="0">
                <a:solidFill>
                  <a:srgbClr val="111111"/>
                </a:solidFill>
              </a:rPr>
              <a:t>n</a:t>
            </a:r>
            <a:r>
              <a:rPr sz="1913" spc="105" dirty="0">
                <a:solidFill>
                  <a:srgbClr val="111111"/>
                </a:solidFill>
              </a:rPr>
              <a:t> </a:t>
            </a:r>
            <a:r>
              <a:rPr sz="1913" spc="75" dirty="0">
                <a:solidFill>
                  <a:srgbClr val="111111"/>
                </a:solidFill>
              </a:rPr>
              <a:t>"d</a:t>
            </a:r>
            <a:r>
              <a:rPr sz="2100" spc="75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913" spc="75" dirty="0">
                <a:solidFill>
                  <a:srgbClr val="111111"/>
                </a:solidFill>
              </a:rPr>
              <a:t>sru</a:t>
            </a:r>
            <a:r>
              <a:rPr sz="2100" spc="75" dirty="0">
                <a:solidFill>
                  <a:srgbClr val="111111"/>
                </a:solidFill>
                <a:latin typeface="PMingLiU"/>
                <a:cs typeface="PMingLiU"/>
              </a:rPr>
              <a:t>pti</a:t>
            </a:r>
            <a:r>
              <a:rPr sz="1913" spc="75" dirty="0">
                <a:solidFill>
                  <a:srgbClr val="111111"/>
                </a:solidFill>
              </a:rPr>
              <a:t>ve"</a:t>
            </a:r>
            <a:r>
              <a:rPr sz="1913" spc="127" dirty="0">
                <a:solidFill>
                  <a:srgbClr val="111111"/>
                </a:solidFill>
              </a:rPr>
              <a:t> </a:t>
            </a:r>
            <a:r>
              <a:rPr sz="1913" spc="26" dirty="0">
                <a:solidFill>
                  <a:srgbClr val="111111"/>
                </a:solidFill>
              </a:rPr>
              <a:t>wa</a:t>
            </a:r>
            <a:r>
              <a:rPr sz="2400" spc="26" dirty="0">
                <a:solidFill>
                  <a:srgbClr val="111111"/>
                </a:solidFill>
                <a:latin typeface="PMingLiU"/>
                <a:cs typeface="PMingLiU"/>
              </a:rPr>
              <a:t>y</a:t>
            </a:r>
            <a:r>
              <a:rPr sz="1913" spc="26" dirty="0">
                <a:solidFill>
                  <a:srgbClr val="111111"/>
                </a:solidFill>
              </a:rPr>
              <a:t>s</a:t>
            </a:r>
            <a:endParaRPr sz="1913">
              <a:latin typeface="PMingLiU"/>
              <a:cs typeface="PMingLiU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53D9A-F37C-585D-3F16-86F9CEEFD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0503" y="2847838"/>
            <a:ext cx="376511" cy="2356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9615" y="2369855"/>
            <a:ext cx="295831" cy="1750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1060" y="2692998"/>
            <a:ext cx="739577" cy="9021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41824" y="3823999"/>
            <a:ext cx="1586729" cy="7136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545055" y="2369855"/>
            <a:ext cx="3240881" cy="0"/>
          </a:xfrm>
          <a:custGeom>
            <a:avLst/>
            <a:gdLst/>
            <a:ahLst/>
            <a:cxnLst/>
            <a:rect l="l" t="t" r="r" b="b"/>
            <a:pathLst>
              <a:path w="4321175">
                <a:moveTo>
                  <a:pt x="0" y="0"/>
                </a:moveTo>
                <a:lnTo>
                  <a:pt x="4320923" y="0"/>
                </a:lnTo>
              </a:path>
            </a:pathLst>
          </a:custGeom>
          <a:ln w="26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3370334" y="659821"/>
            <a:ext cx="234295" cy="295751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60000"/>
              </a:lnSpc>
            </a:pPr>
            <a:r>
              <a:rPr sz="2175" dirty="0">
                <a:solidFill>
                  <a:srgbClr val="D83D13"/>
                </a:solidFill>
                <a:latin typeface="PMingLiU"/>
                <a:cs typeface="PMingLiU"/>
              </a:rPr>
              <a:t>＞</a:t>
            </a:r>
            <a:endParaRPr sz="2175">
              <a:latin typeface="PMingLiU"/>
              <a:cs typeface="PMingLiU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85602" y="-304255"/>
            <a:ext cx="5600224" cy="1158555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pc="127" dirty="0">
                <a:solidFill>
                  <a:srgbClr val="D83D13"/>
                </a:solidFill>
              </a:rPr>
              <a:t>Bandw</a:t>
            </a:r>
            <a:r>
              <a:rPr sz="2663" spc="127" dirty="0">
                <a:solidFill>
                  <a:srgbClr val="D83D13"/>
                </a:solidFill>
                <a:latin typeface="PMingLiU"/>
                <a:cs typeface="PMingLiU"/>
              </a:rPr>
              <a:t>i</a:t>
            </a:r>
            <a:r>
              <a:rPr spc="127" dirty="0">
                <a:solidFill>
                  <a:srgbClr val="D83D13"/>
                </a:solidFill>
              </a:rPr>
              <a:t>d</a:t>
            </a:r>
            <a:r>
              <a:rPr sz="3338" spc="127" dirty="0">
                <a:solidFill>
                  <a:srgbClr val="D83D13"/>
                </a:solidFill>
                <a:latin typeface="PMingLiU"/>
                <a:cs typeface="PMingLiU"/>
              </a:rPr>
              <a:t>t</a:t>
            </a:r>
            <a:r>
              <a:rPr spc="127" dirty="0">
                <a:solidFill>
                  <a:srgbClr val="D83D13"/>
                </a:solidFill>
              </a:rPr>
              <a:t>h</a:t>
            </a:r>
            <a:r>
              <a:rPr spc="30" dirty="0">
                <a:solidFill>
                  <a:srgbClr val="D83D13"/>
                </a:solidFill>
              </a:rPr>
              <a:t> </a:t>
            </a:r>
            <a:r>
              <a:rPr spc="60" dirty="0">
                <a:solidFill>
                  <a:srgbClr val="D83D13"/>
                </a:solidFill>
              </a:rPr>
              <a:t>and</a:t>
            </a:r>
            <a:r>
              <a:rPr spc="105" dirty="0">
                <a:solidFill>
                  <a:srgbClr val="D83D13"/>
                </a:solidFill>
              </a:rPr>
              <a:t> </a:t>
            </a:r>
            <a:r>
              <a:rPr spc="180" dirty="0">
                <a:solidFill>
                  <a:srgbClr val="D83D13"/>
                </a:solidFill>
              </a:rPr>
              <a:t>S</a:t>
            </a:r>
            <a:r>
              <a:rPr sz="3338" spc="180" dirty="0">
                <a:solidFill>
                  <a:srgbClr val="D83D13"/>
                </a:solidFill>
                <a:latin typeface="PMingLiU"/>
                <a:cs typeface="PMingLiU"/>
              </a:rPr>
              <a:t>t</a:t>
            </a:r>
            <a:r>
              <a:rPr spc="180" dirty="0">
                <a:solidFill>
                  <a:srgbClr val="D83D13"/>
                </a:solidFill>
              </a:rPr>
              <a:t>ora</a:t>
            </a:r>
            <a:r>
              <a:rPr sz="3863" spc="180" dirty="0">
                <a:solidFill>
                  <a:srgbClr val="D83D13"/>
                </a:solidFill>
                <a:latin typeface="PMingLiU"/>
                <a:cs typeface="PMingLiU"/>
              </a:rPr>
              <a:t>g</a:t>
            </a:r>
            <a:r>
              <a:rPr spc="180" dirty="0">
                <a:solidFill>
                  <a:srgbClr val="D83D13"/>
                </a:solidFill>
              </a:rPr>
              <a:t>e</a:t>
            </a:r>
            <a:r>
              <a:rPr spc="153" dirty="0">
                <a:solidFill>
                  <a:srgbClr val="D83D13"/>
                </a:solidFill>
              </a:rPr>
              <a:t> </a:t>
            </a:r>
            <a:r>
              <a:rPr spc="172" dirty="0">
                <a:solidFill>
                  <a:srgbClr val="D83D13"/>
                </a:solidFill>
              </a:rPr>
              <a:t>Grow</a:t>
            </a:r>
            <a:r>
              <a:rPr sz="3338" spc="172" dirty="0">
                <a:solidFill>
                  <a:srgbClr val="D83D13"/>
                </a:solidFill>
                <a:latin typeface="PMingLiU"/>
                <a:cs typeface="PMingLiU"/>
              </a:rPr>
              <a:t>t</a:t>
            </a:r>
            <a:r>
              <a:rPr spc="172" dirty="0">
                <a:solidFill>
                  <a:srgbClr val="D83D13"/>
                </a:solidFill>
              </a:rPr>
              <a:t>h</a:t>
            </a:r>
            <a:endParaRPr sz="3338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8663" y="559200"/>
            <a:ext cx="4027170" cy="133142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774508">
              <a:lnSpc>
                <a:spcPts val="3458"/>
              </a:lnSpc>
              <a:spcBef>
                <a:spcPts val="79"/>
              </a:spcBef>
            </a:pPr>
            <a:r>
              <a:rPr sz="2888" spc="116" dirty="0">
                <a:solidFill>
                  <a:srgbClr val="D83D13"/>
                </a:solidFill>
                <a:latin typeface="Segoe UI Symbol"/>
                <a:cs typeface="Segoe UI Symbol"/>
              </a:rPr>
              <a:t>Moore</a:t>
            </a:r>
            <a:r>
              <a:rPr sz="2888" spc="116" dirty="0">
                <a:solidFill>
                  <a:srgbClr val="BC522F"/>
                </a:solidFill>
                <a:latin typeface="Segoe UI Symbol"/>
                <a:cs typeface="Segoe UI Symbol"/>
              </a:rPr>
              <a:t>'</a:t>
            </a:r>
            <a:r>
              <a:rPr sz="2888" spc="116" dirty="0">
                <a:solidFill>
                  <a:srgbClr val="D83D13"/>
                </a:solidFill>
                <a:latin typeface="Segoe UI Symbol"/>
                <a:cs typeface="Segoe UI Symbol"/>
              </a:rPr>
              <a:t>s</a:t>
            </a:r>
            <a:r>
              <a:rPr sz="2888" spc="240" dirty="0">
                <a:solidFill>
                  <a:srgbClr val="D83D13"/>
                </a:solidFill>
                <a:latin typeface="Segoe UI Symbol"/>
                <a:cs typeface="Segoe UI Symbol"/>
              </a:rPr>
              <a:t> </a:t>
            </a:r>
            <a:r>
              <a:rPr sz="2888" spc="90" dirty="0">
                <a:solidFill>
                  <a:srgbClr val="D83D13"/>
                </a:solidFill>
                <a:latin typeface="Segoe UI Symbol"/>
                <a:cs typeface="Segoe UI Symbol"/>
              </a:rPr>
              <a:t>Law</a:t>
            </a:r>
            <a:endParaRPr sz="2888">
              <a:latin typeface="Segoe UI Symbol"/>
              <a:cs typeface="Segoe UI Symbol"/>
            </a:endParaRPr>
          </a:p>
          <a:p>
            <a:pPr marL="702469" marR="598170" indent="-683895">
              <a:lnSpc>
                <a:spcPct val="97800"/>
              </a:lnSpc>
              <a:spcBef>
                <a:spcPts val="56"/>
              </a:spcBef>
            </a:pPr>
            <a:r>
              <a:rPr sz="3769" spc="410" baseline="6633" dirty="0">
                <a:solidFill>
                  <a:srgbClr val="0A0A0A"/>
                </a:solidFill>
                <a:latin typeface="PMingLiU"/>
                <a:cs typeface="PMingLiU"/>
              </a:rPr>
              <a:t>．</a:t>
            </a:r>
            <a:r>
              <a:rPr sz="3769" spc="-551" baseline="6633" dirty="0">
                <a:solidFill>
                  <a:srgbClr val="0A0A0A"/>
                </a:solidFill>
                <a:latin typeface="PMingLiU"/>
                <a:cs typeface="PMingLiU"/>
              </a:rPr>
              <a:t> </a:t>
            </a:r>
            <a:r>
              <a:rPr sz="1275" spc="94" dirty="0">
                <a:solidFill>
                  <a:srgbClr val="1A1A1A"/>
                </a:solidFill>
                <a:latin typeface="Times New Roman"/>
                <a:cs typeface="Times New Roman"/>
              </a:rPr>
              <a:t>Ne</a:t>
            </a:r>
            <a:r>
              <a:rPr sz="1425" spc="94" dirty="0">
                <a:solidFill>
                  <a:srgbClr val="1A1A1A"/>
                </a:solidFill>
                <a:latin typeface="PMingLiU"/>
                <a:cs typeface="PMingLiU"/>
              </a:rPr>
              <a:t>t</a:t>
            </a:r>
            <a:r>
              <a:rPr sz="1275" spc="94" dirty="0">
                <a:solidFill>
                  <a:srgbClr val="1A1A1A"/>
                </a:solidFill>
                <a:latin typeface="Times New Roman"/>
                <a:cs typeface="Times New Roman"/>
              </a:rPr>
              <a:t>work</a:t>
            </a:r>
            <a:r>
              <a:rPr sz="1275" spc="94" dirty="0">
                <a:solidFill>
                  <a:srgbClr val="3F3F41"/>
                </a:solidFill>
                <a:latin typeface="Times New Roman"/>
                <a:cs typeface="Times New Roman"/>
              </a:rPr>
              <a:t>,</a:t>
            </a:r>
            <a:r>
              <a:rPr sz="1275" spc="23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1463" spc="53" dirty="0">
                <a:solidFill>
                  <a:srgbClr val="1A1A1A"/>
                </a:solidFill>
                <a:latin typeface="Times New Roman"/>
                <a:cs typeface="Times New Roman"/>
              </a:rPr>
              <a:t>S</a:t>
            </a:r>
            <a:r>
              <a:rPr sz="1425" spc="53" dirty="0">
                <a:solidFill>
                  <a:srgbClr val="1A1A1A"/>
                </a:solidFill>
                <a:latin typeface="PMingLiU"/>
                <a:cs typeface="PMingLiU"/>
              </a:rPr>
              <a:t>t</a:t>
            </a:r>
            <a:r>
              <a:rPr sz="1275" spc="53" dirty="0">
                <a:solidFill>
                  <a:srgbClr val="1A1A1A"/>
                </a:solidFill>
                <a:latin typeface="Times New Roman"/>
                <a:cs typeface="Times New Roman"/>
              </a:rPr>
              <a:t>ora</a:t>
            </a:r>
            <a:r>
              <a:rPr sz="1613" spc="53" dirty="0">
                <a:solidFill>
                  <a:srgbClr val="1A1A1A"/>
                </a:solidFill>
                <a:latin typeface="PMingLiU"/>
                <a:cs typeface="PMingLiU"/>
              </a:rPr>
              <a:t>g</a:t>
            </a:r>
            <a:r>
              <a:rPr sz="1275" spc="53" dirty="0">
                <a:solidFill>
                  <a:srgbClr val="1A1A1A"/>
                </a:solidFill>
                <a:latin typeface="Times New Roman"/>
                <a:cs typeface="Times New Roman"/>
              </a:rPr>
              <a:t>e</a:t>
            </a:r>
            <a:r>
              <a:rPr sz="1275" spc="15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275" spc="60" dirty="0">
                <a:solidFill>
                  <a:srgbClr val="1A1A1A"/>
                </a:solidFill>
                <a:latin typeface="Times New Roman"/>
                <a:cs typeface="Times New Roman"/>
              </a:rPr>
              <a:t>and</a:t>
            </a:r>
            <a:r>
              <a:rPr sz="1275" spc="146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275" spc="75" dirty="0">
                <a:solidFill>
                  <a:srgbClr val="1A1A1A"/>
                </a:solidFill>
                <a:latin typeface="Times New Roman"/>
                <a:cs typeface="Times New Roman"/>
              </a:rPr>
              <a:t>Com</a:t>
            </a:r>
            <a:r>
              <a:rPr sz="1613" spc="75" dirty="0">
                <a:solidFill>
                  <a:srgbClr val="1A1A1A"/>
                </a:solidFill>
                <a:latin typeface="PMingLiU"/>
                <a:cs typeface="PMingLiU"/>
              </a:rPr>
              <a:t>p</a:t>
            </a:r>
            <a:r>
              <a:rPr sz="1275" spc="75" dirty="0">
                <a:solidFill>
                  <a:srgbClr val="1A1A1A"/>
                </a:solidFill>
                <a:latin typeface="Times New Roman"/>
                <a:cs typeface="Times New Roman"/>
              </a:rPr>
              <a:t>u</a:t>
            </a:r>
            <a:r>
              <a:rPr sz="1425" spc="75" dirty="0">
                <a:solidFill>
                  <a:srgbClr val="1A1A1A"/>
                </a:solidFill>
                <a:latin typeface="PMingLiU"/>
                <a:cs typeface="PMingLiU"/>
              </a:rPr>
              <a:t>t</a:t>
            </a:r>
            <a:r>
              <a:rPr sz="1275" spc="75" dirty="0">
                <a:solidFill>
                  <a:srgbClr val="1A1A1A"/>
                </a:solidFill>
                <a:latin typeface="Times New Roman"/>
                <a:cs typeface="Times New Roman"/>
              </a:rPr>
              <a:t>er</a:t>
            </a:r>
            <a:r>
              <a:rPr sz="1275" spc="75" dirty="0">
                <a:solidFill>
                  <a:srgbClr val="3F3F41"/>
                </a:solidFill>
                <a:latin typeface="Times New Roman"/>
                <a:cs typeface="Times New Roman"/>
              </a:rPr>
              <a:t>s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Ne</a:t>
            </a:r>
            <a:r>
              <a:rPr sz="1275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work</a:t>
            </a:r>
            <a:r>
              <a:rPr sz="1275" spc="131" dirty="0">
                <a:solidFill>
                  <a:srgbClr val="262152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613" dirty="0">
                <a:solidFill>
                  <a:srgbClr val="262152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eed</a:t>
            </a:r>
            <a:r>
              <a:rPr sz="1275" spc="161" dirty="0">
                <a:solidFill>
                  <a:srgbClr val="262152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double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275" spc="127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ever</a:t>
            </a:r>
            <a:r>
              <a:rPr sz="1613" dirty="0">
                <a:solidFill>
                  <a:srgbClr val="34315B"/>
                </a:solidFill>
                <a:latin typeface="PMingLiU"/>
                <a:cs typeface="PMingLiU"/>
              </a:rPr>
              <a:t>y</a:t>
            </a:r>
            <a:r>
              <a:rPr sz="1613" spc="-38" dirty="0">
                <a:solidFill>
                  <a:srgbClr val="34315B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9</a:t>
            </a:r>
            <a:r>
              <a:rPr sz="1275" spc="214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262152"/>
                </a:solidFill>
                <a:latin typeface="Times New Roman"/>
                <a:cs typeface="Times New Roman"/>
              </a:rPr>
              <a:t>mon</a:t>
            </a:r>
            <a:r>
              <a:rPr sz="1275" spc="-8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spc="-8" dirty="0">
                <a:solidFill>
                  <a:srgbClr val="262152"/>
                </a:solidFill>
                <a:latin typeface="Times New Roman"/>
                <a:cs typeface="Times New Roman"/>
              </a:rPr>
              <a:t>h</a:t>
            </a:r>
            <a:r>
              <a:rPr sz="1275" spc="-8" dirty="0">
                <a:solidFill>
                  <a:srgbClr val="444264"/>
                </a:solidFill>
                <a:latin typeface="Times New Roman"/>
                <a:cs typeface="Times New Roman"/>
              </a:rPr>
              <a:t>s 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4315B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ora</a:t>
            </a:r>
            <a:r>
              <a:rPr sz="1538" dirty="0">
                <a:solidFill>
                  <a:srgbClr val="34315B"/>
                </a:solidFill>
                <a:latin typeface="PMingLiU"/>
                <a:cs typeface="PMingLiU"/>
              </a:rPr>
              <a:t>g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e</a:t>
            </a:r>
            <a:r>
              <a:rPr sz="1275" spc="105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388" dirty="0">
                <a:solidFill>
                  <a:srgbClr val="262152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ze</a:t>
            </a:r>
            <a:r>
              <a:rPr sz="1275" spc="139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doubl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es</a:t>
            </a:r>
            <a:r>
              <a:rPr sz="1275" spc="86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spc="38" dirty="0">
                <a:solidFill>
                  <a:srgbClr val="444264"/>
                </a:solidFill>
                <a:latin typeface="Times New Roman"/>
                <a:cs typeface="Times New Roman"/>
              </a:rPr>
              <a:t>ever</a:t>
            </a:r>
            <a:r>
              <a:rPr sz="1575" spc="38" dirty="0">
                <a:solidFill>
                  <a:srgbClr val="444264"/>
                </a:solidFill>
                <a:latin typeface="PMingLiU"/>
                <a:cs typeface="PMingLiU"/>
              </a:rPr>
              <a:t>y</a:t>
            </a:r>
            <a:r>
              <a:rPr sz="1575" spc="-101" dirty="0">
                <a:solidFill>
                  <a:srgbClr val="444264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1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2</a:t>
            </a:r>
            <a:r>
              <a:rPr sz="1275" spc="150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262152"/>
                </a:solidFill>
                <a:latin typeface="Times New Roman"/>
                <a:cs typeface="Times New Roman"/>
              </a:rPr>
              <a:t>mon</a:t>
            </a:r>
            <a:r>
              <a:rPr sz="1313" spc="-8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spc="-8" dirty="0">
                <a:solidFill>
                  <a:srgbClr val="262152"/>
                </a:solidFill>
                <a:latin typeface="Times New Roman"/>
                <a:cs typeface="Times New Roman"/>
              </a:rPr>
              <a:t>h</a:t>
            </a:r>
            <a:r>
              <a:rPr sz="1275" spc="-8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endParaRPr sz="12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9063" y="1870567"/>
            <a:ext cx="2917031" cy="25199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Com</a:t>
            </a:r>
            <a:r>
              <a:rPr sz="1500" dirty="0">
                <a:solidFill>
                  <a:srgbClr val="34315B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u</a:t>
            </a:r>
            <a:r>
              <a:rPr sz="1313" dirty="0">
                <a:solidFill>
                  <a:srgbClr val="34315B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er</a:t>
            </a:r>
            <a:r>
              <a:rPr sz="1275" spc="143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262152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e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e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d</a:t>
            </a:r>
            <a:r>
              <a:rPr sz="1275" spc="176" dirty="0">
                <a:solidFill>
                  <a:srgbClr val="262152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doubl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es</a:t>
            </a:r>
            <a:r>
              <a:rPr sz="1275" spc="146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ever</a:t>
            </a:r>
            <a:r>
              <a:rPr sz="1575" dirty="0">
                <a:solidFill>
                  <a:srgbClr val="34315B"/>
                </a:solidFill>
                <a:latin typeface="PMingLiU"/>
                <a:cs typeface="PMingLiU"/>
              </a:rPr>
              <a:t>y</a:t>
            </a:r>
            <a:r>
              <a:rPr sz="1575" spc="26" dirty="0">
                <a:solidFill>
                  <a:srgbClr val="34315B"/>
                </a:solidFill>
                <a:latin typeface="PMingLiU"/>
                <a:cs typeface="PMingLiU"/>
              </a:rPr>
              <a:t> </a:t>
            </a:r>
            <a:r>
              <a:rPr sz="1275" spc="41" dirty="0">
                <a:solidFill>
                  <a:srgbClr val="34315B"/>
                </a:solidFill>
                <a:latin typeface="Times New Roman"/>
                <a:cs typeface="Times New Roman"/>
              </a:rPr>
              <a:t>18</a:t>
            </a:r>
            <a:r>
              <a:rPr sz="1275" spc="113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34315B"/>
                </a:solidFill>
                <a:latin typeface="Times New Roman"/>
                <a:cs typeface="Times New Roman"/>
              </a:rPr>
              <a:t>mon</a:t>
            </a:r>
            <a:r>
              <a:rPr sz="1313" spc="-8" dirty="0">
                <a:solidFill>
                  <a:srgbClr val="34315B"/>
                </a:solidFill>
                <a:latin typeface="PMingLiU"/>
                <a:cs typeface="PMingLiU"/>
              </a:rPr>
              <a:t>t</a:t>
            </a:r>
            <a:r>
              <a:rPr sz="1275" spc="-8" dirty="0">
                <a:solidFill>
                  <a:srgbClr val="34315B"/>
                </a:solidFill>
                <a:latin typeface="Times New Roman"/>
                <a:cs typeface="Times New Roman"/>
              </a:rPr>
              <a:t>hs</a:t>
            </a:r>
            <a:endParaRPr sz="127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9138" y="2013905"/>
            <a:ext cx="1455896" cy="396743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8575">
              <a:spcBef>
                <a:spcPts val="79"/>
              </a:spcBef>
            </a:pPr>
            <a:r>
              <a:rPr sz="3769" spc="185" baseline="6633" dirty="0">
                <a:solidFill>
                  <a:srgbClr val="0A0A0A"/>
                </a:solidFill>
                <a:latin typeface="PMingLiU"/>
                <a:cs typeface="PMingLiU"/>
              </a:rPr>
              <a:t>．</a:t>
            </a:r>
            <a:r>
              <a:rPr sz="1463" spc="124" dirty="0">
                <a:solidFill>
                  <a:srgbClr val="1A1A1A"/>
                </a:solidFill>
                <a:latin typeface="Times New Roman"/>
                <a:cs typeface="Times New Roman"/>
              </a:rPr>
              <a:t>1986</a:t>
            </a:r>
            <a:r>
              <a:rPr sz="1463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425" dirty="0">
                <a:solidFill>
                  <a:srgbClr val="0A0A0A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0A0A0A"/>
                </a:solidFill>
                <a:latin typeface="Times New Roman"/>
                <a:cs typeface="Times New Roman"/>
              </a:rPr>
              <a:t>o</a:t>
            </a:r>
            <a:r>
              <a:rPr sz="1463" spc="23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1463" spc="-15" dirty="0">
                <a:solidFill>
                  <a:srgbClr val="1A1A1A"/>
                </a:solidFill>
                <a:latin typeface="Times New Roman"/>
                <a:cs typeface="Times New Roman"/>
              </a:rPr>
              <a:t>2000</a:t>
            </a:r>
            <a:endParaRPr sz="146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3693" y="3126877"/>
            <a:ext cx="290849" cy="36242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60000"/>
              </a:lnSpc>
            </a:pPr>
            <a:r>
              <a:rPr sz="2700" dirty="0">
                <a:solidFill>
                  <a:srgbClr val="0A0A0A"/>
                </a:solidFill>
                <a:latin typeface="PMingLiU"/>
                <a:cs typeface="PMingLiU"/>
              </a:rPr>
              <a:t>．</a:t>
            </a:r>
            <a:endParaRPr sz="270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8600" y="2403248"/>
            <a:ext cx="1857375" cy="1741278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305753" marR="215741" indent="10478">
              <a:lnSpc>
                <a:spcPct val="103200"/>
              </a:lnSpc>
              <a:spcBef>
                <a:spcPts val="19"/>
              </a:spcBef>
            </a:pP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Com</a:t>
            </a:r>
            <a:r>
              <a:rPr sz="1463" dirty="0">
                <a:solidFill>
                  <a:srgbClr val="34315B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u</a:t>
            </a:r>
            <a:r>
              <a:rPr sz="1313" dirty="0">
                <a:solidFill>
                  <a:srgbClr val="34315B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ers</a:t>
            </a:r>
            <a:r>
              <a:rPr sz="1275" spc="124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F3F41"/>
                </a:solidFill>
                <a:latin typeface="Times New Roman"/>
                <a:cs typeface="Times New Roman"/>
              </a:rPr>
              <a:t>:</a:t>
            </a:r>
            <a:r>
              <a:rPr sz="1275" spc="71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1275" spc="45" dirty="0">
                <a:solidFill>
                  <a:srgbClr val="34315B"/>
                </a:solidFill>
                <a:latin typeface="Times New Roman"/>
                <a:cs typeface="Times New Roman"/>
              </a:rPr>
              <a:t>X</a:t>
            </a:r>
            <a:r>
              <a:rPr sz="1275" spc="124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30" dirty="0">
                <a:solidFill>
                  <a:srgbClr val="444264"/>
                </a:solidFill>
                <a:latin typeface="Times New Roman"/>
                <a:cs typeface="Times New Roman"/>
              </a:rPr>
              <a:t>500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ora</a:t>
            </a:r>
            <a:r>
              <a:rPr sz="1613" dirty="0">
                <a:solidFill>
                  <a:srgbClr val="444264"/>
                </a:solidFill>
                <a:latin typeface="PMingLiU"/>
                <a:cs typeface="PMingLiU"/>
              </a:rPr>
              <a:t>g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e</a:t>
            </a:r>
            <a:r>
              <a:rPr sz="1275" spc="139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F3F41"/>
                </a:solidFill>
                <a:latin typeface="Times New Roman"/>
                <a:cs typeface="Times New Roman"/>
              </a:rPr>
              <a:t>:</a:t>
            </a:r>
            <a:r>
              <a:rPr sz="1275" spc="105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X</a:t>
            </a:r>
            <a:r>
              <a:rPr sz="1275" spc="124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262152"/>
                </a:solidFill>
                <a:latin typeface="Times New Roman"/>
                <a:cs typeface="Times New Roman"/>
              </a:rPr>
              <a:t>16,000</a:t>
            </a:r>
            <a:endParaRPr sz="1275">
              <a:latin typeface="Times New Roman"/>
              <a:cs typeface="Times New Roman"/>
            </a:endParaRPr>
          </a:p>
          <a:p>
            <a:pPr marL="318135">
              <a:spcBef>
                <a:spcPts val="363"/>
              </a:spcBef>
            </a:pPr>
            <a:r>
              <a:rPr sz="1275" spc="79" dirty="0">
                <a:solidFill>
                  <a:srgbClr val="262152"/>
                </a:solidFill>
                <a:latin typeface="Times New Roman"/>
                <a:cs typeface="Times New Roman"/>
              </a:rPr>
              <a:t>Ne</a:t>
            </a:r>
            <a:r>
              <a:rPr sz="1275" spc="79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spc="79" dirty="0">
                <a:solidFill>
                  <a:srgbClr val="262152"/>
                </a:solidFill>
                <a:latin typeface="Times New Roman"/>
                <a:cs typeface="Times New Roman"/>
              </a:rPr>
              <a:t>work</a:t>
            </a:r>
            <a:r>
              <a:rPr sz="1275" spc="79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275" spc="79" dirty="0">
                <a:solidFill>
                  <a:srgbClr val="2A2A2A"/>
                </a:solidFill>
                <a:latin typeface="Times New Roman"/>
                <a:cs typeface="Times New Roman"/>
              </a:rPr>
              <a:t>:</a:t>
            </a:r>
            <a:r>
              <a:rPr sz="1275" spc="-3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275" spc="90" dirty="0">
                <a:solidFill>
                  <a:srgbClr val="34315B"/>
                </a:solidFill>
                <a:latin typeface="Times New Roman"/>
                <a:cs typeface="Times New Roman"/>
              </a:rPr>
              <a:t>X</a:t>
            </a:r>
            <a:r>
              <a:rPr sz="1275" spc="-45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34315B"/>
                </a:solidFill>
                <a:latin typeface="Times New Roman"/>
                <a:cs typeface="Times New Roman"/>
              </a:rPr>
              <a:t>340,000</a:t>
            </a:r>
            <a:endParaRPr sz="1275">
              <a:latin typeface="Times New Roman"/>
              <a:cs typeface="Times New Roman"/>
            </a:endParaRPr>
          </a:p>
          <a:p>
            <a:pPr marL="9525">
              <a:spcBef>
                <a:spcPts val="405"/>
              </a:spcBef>
            </a:pPr>
            <a:r>
              <a:rPr sz="1463" spc="41" dirty="0">
                <a:solidFill>
                  <a:srgbClr val="2A2A2A"/>
                </a:solidFill>
                <a:latin typeface="Times New Roman"/>
                <a:cs typeface="Times New Roman"/>
              </a:rPr>
              <a:t>2001</a:t>
            </a:r>
            <a:r>
              <a:rPr sz="1463" spc="-19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425" dirty="0">
                <a:solidFill>
                  <a:srgbClr val="2A2A2A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2A2A2A"/>
                </a:solidFill>
                <a:latin typeface="Times New Roman"/>
                <a:cs typeface="Times New Roman"/>
              </a:rPr>
              <a:t>o</a:t>
            </a:r>
            <a:r>
              <a:rPr sz="1463" spc="-2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463" spc="-15" dirty="0">
                <a:solidFill>
                  <a:srgbClr val="2A2A2A"/>
                </a:solidFill>
                <a:latin typeface="Times New Roman"/>
                <a:cs typeface="Times New Roman"/>
              </a:rPr>
              <a:t>2010</a:t>
            </a:r>
            <a:endParaRPr sz="1463">
              <a:latin typeface="Times New Roman"/>
              <a:cs typeface="Times New Roman"/>
            </a:endParaRPr>
          </a:p>
          <a:p>
            <a:pPr marL="305753" marR="216694" indent="3810">
              <a:lnSpc>
                <a:spcPct val="112300"/>
              </a:lnSpc>
            </a:pP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Com</a:t>
            </a:r>
            <a:r>
              <a:rPr sz="1500" dirty="0">
                <a:solidFill>
                  <a:srgbClr val="262152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u</a:t>
            </a:r>
            <a:r>
              <a:rPr sz="1313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er</a:t>
            </a:r>
            <a:r>
              <a:rPr sz="1275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275" spc="150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F3F41"/>
                </a:solidFill>
                <a:latin typeface="Times New Roman"/>
                <a:cs typeface="Times New Roman"/>
              </a:rPr>
              <a:t>:</a:t>
            </a:r>
            <a:r>
              <a:rPr sz="1275" spc="158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152"/>
                </a:solidFill>
                <a:latin typeface="Times New Roman"/>
                <a:cs typeface="Times New Roman"/>
              </a:rPr>
              <a:t>X</a:t>
            </a:r>
            <a:r>
              <a:rPr sz="1275" spc="101" dirty="0">
                <a:solidFill>
                  <a:srgbClr val="262152"/>
                </a:solidFill>
                <a:latin typeface="Times New Roman"/>
                <a:cs typeface="Times New Roman"/>
              </a:rPr>
              <a:t> </a:t>
            </a:r>
            <a:r>
              <a:rPr sz="1275" spc="-19" dirty="0">
                <a:solidFill>
                  <a:srgbClr val="262152"/>
                </a:solidFill>
                <a:latin typeface="Times New Roman"/>
                <a:cs typeface="Times New Roman"/>
              </a:rPr>
              <a:t>60 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S</a:t>
            </a:r>
            <a:r>
              <a:rPr sz="1275" dirty="0">
                <a:solidFill>
                  <a:srgbClr val="34315B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ora</a:t>
            </a:r>
            <a:r>
              <a:rPr sz="1538" dirty="0">
                <a:solidFill>
                  <a:srgbClr val="34315B"/>
                </a:solidFill>
                <a:latin typeface="PMingLiU"/>
                <a:cs typeface="PMingLiU"/>
              </a:rPr>
              <a:t>g</a:t>
            </a:r>
            <a:r>
              <a:rPr sz="1275" dirty="0">
                <a:solidFill>
                  <a:srgbClr val="34315B"/>
                </a:solidFill>
                <a:latin typeface="Times New Roman"/>
                <a:cs typeface="Times New Roman"/>
              </a:rPr>
              <a:t>e</a:t>
            </a:r>
            <a:r>
              <a:rPr sz="1275" spc="161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F3F41"/>
                </a:solidFill>
                <a:latin typeface="Times New Roman"/>
                <a:cs typeface="Times New Roman"/>
              </a:rPr>
              <a:t>:</a:t>
            </a:r>
            <a:r>
              <a:rPr sz="1275" spc="56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1275" spc="90" dirty="0">
                <a:solidFill>
                  <a:srgbClr val="34315B"/>
                </a:solidFill>
                <a:latin typeface="Times New Roman"/>
                <a:cs typeface="Times New Roman"/>
              </a:rPr>
              <a:t>X</a:t>
            </a:r>
            <a:r>
              <a:rPr sz="1275" spc="60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30" dirty="0">
                <a:solidFill>
                  <a:srgbClr val="34315B"/>
                </a:solidFill>
                <a:latin typeface="Times New Roman"/>
                <a:cs typeface="Times New Roman"/>
              </a:rPr>
              <a:t>500 </a:t>
            </a:r>
            <a:r>
              <a:rPr sz="1275" spc="34" dirty="0">
                <a:solidFill>
                  <a:srgbClr val="262152"/>
                </a:solidFill>
                <a:latin typeface="Times New Roman"/>
                <a:cs typeface="Times New Roman"/>
              </a:rPr>
              <a:t>N</a:t>
            </a:r>
            <a:r>
              <a:rPr sz="1275" spc="34" dirty="0">
                <a:solidFill>
                  <a:srgbClr val="444264"/>
                </a:solidFill>
                <a:latin typeface="Times New Roman"/>
                <a:cs typeface="Times New Roman"/>
              </a:rPr>
              <a:t>e</a:t>
            </a:r>
            <a:r>
              <a:rPr sz="1275" spc="34" dirty="0">
                <a:solidFill>
                  <a:srgbClr val="262152"/>
                </a:solidFill>
                <a:latin typeface="PMingLiU"/>
                <a:cs typeface="PMingLiU"/>
              </a:rPr>
              <a:t>t</a:t>
            </a:r>
            <a:r>
              <a:rPr sz="1275" spc="34" dirty="0">
                <a:solidFill>
                  <a:srgbClr val="262152"/>
                </a:solidFill>
                <a:latin typeface="Times New Roman"/>
                <a:cs typeface="Times New Roman"/>
              </a:rPr>
              <a:t>work</a:t>
            </a:r>
            <a:r>
              <a:rPr sz="1275" spc="34" dirty="0">
                <a:solidFill>
                  <a:srgbClr val="444264"/>
                </a:solidFill>
                <a:latin typeface="Times New Roman"/>
                <a:cs typeface="Times New Roman"/>
              </a:rPr>
              <a:t>s</a:t>
            </a:r>
            <a:r>
              <a:rPr sz="1275" spc="45" dirty="0">
                <a:solidFill>
                  <a:srgbClr val="44426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F3F41"/>
                </a:solidFill>
                <a:latin typeface="Times New Roman"/>
                <a:cs typeface="Times New Roman"/>
              </a:rPr>
              <a:t>:</a:t>
            </a:r>
            <a:r>
              <a:rPr sz="1275" spc="49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1275" spc="90" dirty="0">
                <a:solidFill>
                  <a:srgbClr val="34315B"/>
                </a:solidFill>
                <a:latin typeface="Times New Roman"/>
                <a:cs typeface="Times New Roman"/>
              </a:rPr>
              <a:t>X</a:t>
            </a:r>
            <a:r>
              <a:rPr sz="1275" spc="-68" dirty="0">
                <a:solidFill>
                  <a:srgbClr val="34315B"/>
                </a:solidFill>
                <a:latin typeface="Times New Roman"/>
                <a:cs typeface="Times New Roman"/>
              </a:rPr>
              <a:t> </a:t>
            </a:r>
            <a:r>
              <a:rPr sz="1275" spc="34" dirty="0">
                <a:solidFill>
                  <a:srgbClr val="34315B"/>
                </a:solidFill>
                <a:latin typeface="Times New Roman"/>
                <a:cs typeface="Times New Roman"/>
              </a:rPr>
              <a:t>4000</a:t>
            </a:r>
            <a:endParaRPr sz="12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73478" y="3764193"/>
            <a:ext cx="119063" cy="119539"/>
          </a:xfrm>
          <a:custGeom>
            <a:avLst/>
            <a:gdLst/>
            <a:ahLst/>
            <a:cxnLst/>
            <a:rect l="l" t="t" r="r" b="b"/>
            <a:pathLst>
              <a:path w="158750" h="159385">
                <a:moveTo>
                  <a:pt x="158592" y="158953"/>
                </a:moveTo>
                <a:lnTo>
                  <a:pt x="0" y="158953"/>
                </a:lnTo>
                <a:lnTo>
                  <a:pt x="0" y="0"/>
                </a:lnTo>
                <a:lnTo>
                  <a:pt x="158592" y="0"/>
                </a:lnTo>
                <a:lnTo>
                  <a:pt x="158592" y="158953"/>
                </a:lnTo>
                <a:close/>
              </a:path>
            </a:pathLst>
          </a:custGeom>
          <a:solidFill>
            <a:srgbClr val="E6E1DA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4356794" y="2703670"/>
            <a:ext cx="179536" cy="58864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1350"/>
              </a:lnSpc>
              <a:tabLst>
                <a:tab pos="357188" algn="l"/>
              </a:tabLst>
            </a:pPr>
            <a:r>
              <a:rPr sz="938" spc="-109" dirty="0">
                <a:solidFill>
                  <a:srgbClr val="2A2A2A"/>
                </a:solidFill>
                <a:latin typeface="PMingLiU"/>
                <a:cs typeface="PMingLiU"/>
              </a:rPr>
              <a:t>j</a:t>
            </a:r>
            <a:r>
              <a:rPr sz="1088" spc="-109" dirty="0">
                <a:solidFill>
                  <a:srgbClr val="B8BCBD"/>
                </a:solidFill>
                <a:latin typeface="PMingLiU"/>
                <a:cs typeface="PMingLiU"/>
              </a:rPr>
              <a:t>-</a:t>
            </a:r>
            <a:r>
              <a:rPr sz="1088" spc="-38" dirty="0">
                <a:solidFill>
                  <a:srgbClr val="525252"/>
                </a:solidFill>
                <a:latin typeface="PMingLiU"/>
                <a:cs typeface="PMingLiU"/>
              </a:rPr>
              <a:t>S</a:t>
            </a:r>
            <a:r>
              <a:rPr sz="1088" dirty="0">
                <a:solidFill>
                  <a:srgbClr val="525252"/>
                </a:solidFill>
                <a:latin typeface="PMingLiU"/>
                <a:cs typeface="PMingLiU"/>
              </a:rPr>
              <a:t>	</a:t>
            </a:r>
            <a:r>
              <a:rPr sz="1275" dirty="0">
                <a:solidFill>
                  <a:srgbClr val="525252"/>
                </a:solidFill>
                <a:latin typeface="PMingLiU"/>
                <a:cs typeface="PMingLiU"/>
              </a:rPr>
              <a:t>P</a:t>
            </a:r>
            <a:r>
              <a:rPr sz="1275" spc="-120" dirty="0">
                <a:solidFill>
                  <a:srgbClr val="525252"/>
                </a:solidFill>
                <a:latin typeface="PMingLiU"/>
                <a:cs typeface="PMingLiU"/>
              </a:rPr>
              <a:t> </a:t>
            </a:r>
            <a:r>
              <a:rPr sz="1275" spc="-38" dirty="0">
                <a:solidFill>
                  <a:srgbClr val="2A2A2A"/>
                </a:solidFill>
                <a:latin typeface="PMingLiU"/>
                <a:cs typeface="PMingLiU"/>
              </a:rPr>
              <a:t>O</a:t>
            </a:r>
            <a:endParaRPr sz="1275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766" y="4343519"/>
            <a:ext cx="128240" cy="75248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1013"/>
              </a:lnSpc>
            </a:pPr>
            <a:r>
              <a:rPr sz="938" spc="-38" dirty="0">
                <a:solidFill>
                  <a:srgbClr val="3F3F41"/>
                </a:solidFill>
                <a:latin typeface="PMingLiU"/>
                <a:cs typeface="PMingLiU"/>
              </a:rPr>
              <a:t>d</a:t>
            </a:r>
            <a:endParaRPr sz="938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9886" y="4150068"/>
            <a:ext cx="527260" cy="686752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233363">
              <a:lnSpc>
                <a:spcPct val="60000"/>
              </a:lnSpc>
            </a:pPr>
            <a:r>
              <a:rPr sz="3488" dirty="0">
                <a:solidFill>
                  <a:srgbClr val="939393"/>
                </a:solidFill>
                <a:latin typeface="PMingLiU"/>
                <a:cs typeface="PMingLiU"/>
              </a:rPr>
              <a:t>。</a:t>
            </a:r>
            <a:endParaRPr sz="3488">
              <a:latin typeface="PMingLiU"/>
              <a:cs typeface="PMingLiU"/>
            </a:endParaRPr>
          </a:p>
          <a:p>
            <a:pPr marL="9525">
              <a:spcBef>
                <a:spcPts val="716"/>
              </a:spcBef>
            </a:pPr>
            <a:r>
              <a:rPr sz="1125" spc="-45" baseline="2777" dirty="0">
                <a:solidFill>
                  <a:srgbClr val="3F3F41"/>
                </a:solidFill>
                <a:latin typeface="PMingLiU"/>
                <a:cs typeface="PMingLiU"/>
              </a:rPr>
              <a:t>亡</a:t>
            </a:r>
            <a:r>
              <a:rPr sz="750" dirty="0">
                <a:solidFill>
                  <a:srgbClr val="3F3F41"/>
                </a:solidFill>
                <a:latin typeface="PMingLiU"/>
                <a:cs typeface="PMingLiU"/>
              </a:rPr>
              <a:t>中</a:t>
            </a:r>
            <a:endParaRPr sz="7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47114" y="3462056"/>
            <a:ext cx="269304" cy="6896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138"/>
              </a:lnSpc>
              <a:tabLst>
                <a:tab pos="293846" algn="l"/>
              </a:tabLst>
            </a:pPr>
            <a:r>
              <a:rPr sz="788" dirty="0">
                <a:solidFill>
                  <a:srgbClr val="2A2A2A"/>
                </a:solidFill>
                <a:latin typeface="PMingLiU"/>
                <a:cs typeface="PMingLiU"/>
              </a:rPr>
              <a:t>d</a:t>
            </a:r>
            <a:r>
              <a:rPr sz="788" spc="26" dirty="0">
                <a:solidFill>
                  <a:srgbClr val="2A2A2A"/>
                </a:solidFill>
                <a:latin typeface="PMingLiU"/>
                <a:cs typeface="PMingLiU"/>
              </a:rPr>
              <a:t> </a:t>
            </a:r>
            <a:r>
              <a:rPr sz="113" dirty="0">
                <a:solidFill>
                  <a:srgbClr val="B8BCBD"/>
                </a:solidFill>
                <a:latin typeface="PMingLiU"/>
                <a:cs typeface="PMingLiU"/>
              </a:rPr>
              <a:t>i</a:t>
            </a:r>
            <a:r>
              <a:rPr sz="113" spc="296" dirty="0">
                <a:solidFill>
                  <a:srgbClr val="B8BCBD"/>
                </a:solidFill>
                <a:latin typeface="PMingLiU"/>
                <a:cs typeface="PMingLiU"/>
              </a:rPr>
              <a:t> </a:t>
            </a:r>
            <a:r>
              <a:rPr sz="113" spc="-8" dirty="0">
                <a:solidFill>
                  <a:srgbClr val="3F3F41"/>
                </a:solidFill>
                <a:latin typeface="PMingLiU"/>
                <a:cs typeface="PMingLiU"/>
              </a:rPr>
              <a:t>,</a:t>
            </a:r>
            <a:r>
              <a:rPr sz="113" spc="-19" dirty="0">
                <a:solidFill>
                  <a:srgbClr val="3F3F41"/>
                </a:solidFill>
                <a:latin typeface="PMingLiU"/>
                <a:cs typeface="PMingLiU"/>
              </a:rPr>
              <a:t> ao.</a:t>
            </a:r>
            <a:r>
              <a:rPr sz="113" dirty="0">
                <a:solidFill>
                  <a:srgbClr val="3F3F41"/>
                </a:solidFill>
                <a:latin typeface="PMingLiU"/>
                <a:cs typeface="PMingLiU"/>
              </a:rPr>
              <a:t>	</a:t>
            </a:r>
            <a:r>
              <a:rPr sz="938" spc="-26" dirty="0">
                <a:solidFill>
                  <a:srgbClr val="3F3F41"/>
                </a:solidFill>
                <a:latin typeface="PMingLiU"/>
                <a:cs typeface="PMingLiU"/>
              </a:rPr>
              <a:t>u</a:t>
            </a:r>
            <a:r>
              <a:rPr sz="938" spc="-26" dirty="0">
                <a:solidFill>
                  <a:srgbClr val="B8BCBD"/>
                </a:solidFill>
                <a:latin typeface="PMingLiU"/>
                <a:cs typeface="PMingLiU"/>
              </a:rPr>
              <a:t>;</a:t>
            </a:r>
            <a:r>
              <a:rPr sz="938" spc="-26" dirty="0">
                <a:solidFill>
                  <a:srgbClr val="3F3F41"/>
                </a:solidFill>
                <a:latin typeface="PMingLiU"/>
                <a:cs typeface="PMingLiU"/>
              </a:rPr>
              <a:t>e</a:t>
            </a:r>
            <a:r>
              <a:rPr sz="938" spc="-30" dirty="0">
                <a:solidFill>
                  <a:srgbClr val="3F3F41"/>
                </a:solidFill>
                <a:latin typeface="PMingLiU"/>
                <a:cs typeface="PMingLiU"/>
              </a:rPr>
              <a:t> </a:t>
            </a:r>
            <a:r>
              <a:rPr sz="2063" dirty="0">
                <a:solidFill>
                  <a:srgbClr val="3F3F41"/>
                </a:solidFill>
                <a:latin typeface="PMingLiU"/>
                <a:cs typeface="PMingLiU"/>
              </a:rPr>
              <a:t>g</a:t>
            </a:r>
            <a:r>
              <a:rPr sz="2063" spc="-206" dirty="0">
                <a:solidFill>
                  <a:srgbClr val="3F3F41"/>
                </a:solidFill>
                <a:latin typeface="PMingLiU"/>
                <a:cs typeface="PMingLiU"/>
              </a:rPr>
              <a:t> </a:t>
            </a:r>
            <a:r>
              <a:rPr sz="1088" spc="-38" dirty="0">
                <a:solidFill>
                  <a:srgbClr val="3F3F41"/>
                </a:solidFill>
                <a:latin typeface="PMingLiU"/>
                <a:cs typeface="PMingLiU"/>
              </a:rPr>
              <a:t>0</a:t>
            </a:r>
            <a:endParaRPr sz="1088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0507" y="2459461"/>
            <a:ext cx="106439" cy="24431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65000"/>
              </a:lnSpc>
            </a:pPr>
            <a:r>
              <a:rPr sz="938" spc="-109" dirty="0">
                <a:solidFill>
                  <a:srgbClr val="2A2A2A"/>
                </a:solidFill>
                <a:latin typeface="PMingLiU"/>
                <a:cs typeface="PMingLiU"/>
              </a:rPr>
              <a:t>芒</a:t>
            </a:r>
            <a:r>
              <a:rPr sz="938" dirty="0">
                <a:solidFill>
                  <a:srgbClr val="2A2A2A"/>
                </a:solidFill>
                <a:latin typeface="PMingLiU"/>
                <a:cs typeface="PMingLiU"/>
              </a:rPr>
              <a:t>臾</a:t>
            </a:r>
            <a:endParaRPr sz="938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17242" y="3317005"/>
            <a:ext cx="85088" cy="157639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65000"/>
              </a:lnSpc>
            </a:pPr>
            <a:r>
              <a:rPr sz="750" spc="-413" dirty="0">
                <a:solidFill>
                  <a:srgbClr val="2A2A2A"/>
                </a:solidFill>
                <a:latin typeface="PMingLiU"/>
                <a:cs typeface="PMingLiU"/>
              </a:rPr>
              <a:t>」</a:t>
            </a:r>
            <a:r>
              <a:rPr sz="1125" baseline="-8333" dirty="0">
                <a:solidFill>
                  <a:srgbClr val="2A2A2A"/>
                </a:solidFill>
                <a:latin typeface="PMingLiU"/>
                <a:cs typeface="PMingLiU"/>
              </a:rPr>
              <a:t>中</a:t>
            </a:r>
            <a:endParaRPr sz="1125" baseline="-8333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08962" y="2877638"/>
            <a:ext cx="68737" cy="15049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80000"/>
              </a:lnSpc>
            </a:pPr>
            <a:r>
              <a:rPr sz="788" spc="-33" baseline="7936" dirty="0">
                <a:solidFill>
                  <a:srgbClr val="525252"/>
                </a:solidFill>
                <a:latin typeface="PMingLiU"/>
                <a:cs typeface="PMingLiU"/>
              </a:rPr>
              <a:t>』</a:t>
            </a:r>
            <a:r>
              <a:rPr sz="525" dirty="0">
                <a:solidFill>
                  <a:srgbClr val="525252"/>
                </a:solidFill>
                <a:latin typeface="PMingLiU"/>
                <a:cs typeface="PMingLiU"/>
              </a:rPr>
              <a:t>旦</a:t>
            </a:r>
            <a:endParaRPr sz="525">
              <a:latin typeface="PMingLiU"/>
              <a:cs typeface="PMingLiU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5450" y="2436628"/>
            <a:ext cx="958691" cy="62517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261"/>
              </a:lnSpc>
              <a:spcBef>
                <a:spcPts val="75"/>
              </a:spcBef>
            </a:pPr>
            <a:r>
              <a:rPr sz="2100" spc="-169" dirty="0">
                <a:solidFill>
                  <a:srgbClr val="646664"/>
                </a:solidFill>
                <a:latin typeface="PMingLiU"/>
                <a:cs typeface="PMingLiU"/>
              </a:rPr>
              <a:t>气兰盂</a:t>
            </a:r>
            <a:r>
              <a:rPr sz="1275" spc="-19" dirty="0">
                <a:solidFill>
                  <a:srgbClr val="646664"/>
                </a:solidFill>
                <a:latin typeface="Times New Roman"/>
                <a:cs typeface="Times New Roman"/>
              </a:rPr>
              <a:t>mo</a:t>
            </a:r>
            <a:endParaRPr sz="1275">
              <a:latin typeface="Times New Roman"/>
              <a:cs typeface="Times New Roman"/>
            </a:endParaRPr>
          </a:p>
          <a:p>
            <a:pPr marL="108585">
              <a:lnSpc>
                <a:spcPts val="2531"/>
              </a:lnSpc>
            </a:pPr>
            <a:r>
              <a:rPr sz="2325" spc="-23" dirty="0">
                <a:solidFill>
                  <a:srgbClr val="646664"/>
                </a:solidFill>
                <a:latin typeface="PMingLiU"/>
                <a:cs typeface="PMingLiU"/>
              </a:rPr>
              <a:t>飞</a:t>
            </a:r>
            <a:r>
              <a:rPr sz="2325" spc="-38" dirty="0">
                <a:solidFill>
                  <a:srgbClr val="0A0A0A"/>
                </a:solidFill>
                <a:latin typeface="PMingLiU"/>
                <a:cs typeface="PMingLiU"/>
              </a:rPr>
              <a:t>—</a:t>
            </a:r>
            <a:endParaRPr sz="2325">
              <a:latin typeface="PMingLiU"/>
              <a:cs typeface="PMingLiU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8450" y="2391466"/>
            <a:ext cx="998220" cy="33861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38" spc="-307" dirty="0">
                <a:solidFill>
                  <a:srgbClr val="525252"/>
                </a:solidFill>
                <a:latin typeface="PMingLiU"/>
                <a:cs typeface="PMingLiU"/>
              </a:rPr>
              <a:t>踏器监</a:t>
            </a:r>
            <a:r>
              <a:rPr sz="2138" spc="-60" dirty="0">
                <a:solidFill>
                  <a:srgbClr val="525252"/>
                </a:solidFill>
                <a:latin typeface="PMingLiU"/>
                <a:cs typeface="PMingLiU"/>
              </a:rPr>
              <a:t>in</a:t>
            </a:r>
            <a:r>
              <a:rPr sz="1088" spc="-60" dirty="0">
                <a:solidFill>
                  <a:srgbClr val="525252"/>
                </a:solidFill>
                <a:latin typeface="Times New Roman"/>
                <a:cs typeface="Times New Roman"/>
              </a:rPr>
              <a:t>d</a:t>
            </a:r>
            <a:r>
              <a:rPr sz="1088" spc="-60" dirty="0">
                <a:solidFill>
                  <a:srgbClr val="7B7B7B"/>
                </a:solidFill>
                <a:latin typeface="Times New Roman"/>
                <a:cs typeface="Times New Roman"/>
              </a:rPr>
              <a:t>)</a:t>
            </a:r>
            <a:endParaRPr sz="108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90172" y="3465805"/>
            <a:ext cx="2320290" cy="3501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213" spc="180" dirty="0">
                <a:solidFill>
                  <a:srgbClr val="646664"/>
                </a:solidFill>
                <a:latin typeface="PMingLiU"/>
                <a:cs typeface="PMingLiU"/>
              </a:rPr>
              <a:t>芒兰需兰</a:t>
            </a:r>
            <a:r>
              <a:rPr sz="2213" spc="75" dirty="0">
                <a:solidFill>
                  <a:srgbClr val="B8BCBD"/>
                </a:solidFill>
                <a:latin typeface="PMingLiU"/>
                <a:cs typeface="PMingLiU"/>
              </a:rPr>
              <a:t>，</a:t>
            </a:r>
            <a:r>
              <a:rPr sz="1275" spc="75" dirty="0">
                <a:solidFill>
                  <a:srgbClr val="525252"/>
                </a:solidFill>
                <a:latin typeface="Times New Roman"/>
                <a:cs typeface="Times New Roman"/>
              </a:rPr>
              <a:t>Da</a:t>
            </a:r>
            <a:r>
              <a:rPr sz="2138" spc="75" dirty="0">
                <a:solidFill>
                  <a:srgbClr val="525252"/>
                </a:solidFill>
                <a:latin typeface="PMingLiU"/>
                <a:cs typeface="PMingLiU"/>
              </a:rPr>
              <a:t>i</a:t>
            </a:r>
            <a:r>
              <a:rPr sz="1275" spc="75" dirty="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sz="1650" spc="131" dirty="0">
                <a:solidFill>
                  <a:srgbClr val="525252"/>
                </a:solidFill>
                <a:latin typeface="PMingLiU"/>
                <a:cs typeface="PMingLiU"/>
              </a:rPr>
              <a:t>泣</a:t>
            </a:r>
            <a:r>
              <a:rPr sz="1275" spc="11" dirty="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endParaRPr sz="12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91151" y="3656549"/>
            <a:ext cx="164306" cy="1193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13" dirty="0">
                <a:solidFill>
                  <a:srgbClr val="525252"/>
                </a:solidFill>
                <a:latin typeface="PMingLiU"/>
                <a:cs typeface="PMingLiU"/>
              </a:rPr>
              <a:t>g</a:t>
            </a:r>
            <a:r>
              <a:rPr sz="713" spc="19" dirty="0">
                <a:solidFill>
                  <a:srgbClr val="525252"/>
                </a:solidFill>
                <a:latin typeface="PMingLiU"/>
                <a:cs typeface="PMingLiU"/>
              </a:rPr>
              <a:t>它</a:t>
            </a:r>
            <a:endParaRPr sz="713">
              <a:latin typeface="PMingLiU"/>
              <a:cs typeface="PMingLiU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75609" y="3620924"/>
            <a:ext cx="1133951" cy="25199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57175" algn="l"/>
              </a:tabLst>
            </a:pPr>
            <a:r>
              <a:rPr sz="525" spc="41" dirty="0">
                <a:solidFill>
                  <a:srgbClr val="646664"/>
                </a:solidFill>
                <a:latin typeface="PMingLiU"/>
                <a:cs typeface="PMingLiU"/>
              </a:rPr>
              <a:t>吐</a:t>
            </a:r>
            <a:r>
              <a:rPr sz="525" spc="4" dirty="0">
                <a:solidFill>
                  <a:srgbClr val="646664"/>
                </a:solidFill>
                <a:latin typeface="PMingLiU"/>
                <a:cs typeface="PMingLiU"/>
              </a:rPr>
              <a:t>－</a:t>
            </a:r>
            <a:r>
              <a:rPr sz="525" dirty="0">
                <a:solidFill>
                  <a:srgbClr val="646664"/>
                </a:solidFill>
                <a:latin typeface="PMingLiU"/>
                <a:cs typeface="PMingLiU"/>
              </a:rPr>
              <a:t>	</a:t>
            </a:r>
            <a:r>
              <a:rPr sz="450" spc="143" dirty="0">
                <a:solidFill>
                  <a:srgbClr val="3F3F41"/>
                </a:solidFill>
                <a:latin typeface="Segoe UI Symbol"/>
                <a:cs typeface="Segoe UI Symbol"/>
              </a:rPr>
              <a:t>m</a:t>
            </a:r>
            <a:r>
              <a:rPr sz="1050" spc="143" dirty="0">
                <a:solidFill>
                  <a:srgbClr val="646664"/>
                </a:solidFill>
                <a:latin typeface="PMingLiU"/>
                <a:cs typeface="PMingLiU"/>
              </a:rPr>
              <a:t>～</a:t>
            </a:r>
            <a:r>
              <a:rPr sz="450" spc="143" dirty="0">
                <a:solidFill>
                  <a:srgbClr val="646664"/>
                </a:solidFill>
                <a:latin typeface="Segoe UI Symbol"/>
                <a:cs typeface="Segoe UI Symbol"/>
              </a:rPr>
              <a:t>r</a:t>
            </a:r>
            <a:r>
              <a:rPr sz="300" spc="79" dirty="0">
                <a:solidFill>
                  <a:srgbClr val="646664"/>
                </a:solidFill>
                <a:latin typeface="PMingLiU"/>
                <a:cs typeface="PMingLiU"/>
              </a:rPr>
              <a:t>丘</a:t>
            </a:r>
            <a:r>
              <a:rPr sz="788" spc="53" dirty="0">
                <a:solidFill>
                  <a:srgbClr val="646664"/>
                </a:solidFill>
                <a:latin typeface="Times New Roman"/>
                <a:cs typeface="Times New Roman"/>
              </a:rPr>
              <a:t>_,.^</a:t>
            </a:r>
            <a:r>
              <a:rPr sz="788" spc="53" dirty="0">
                <a:solidFill>
                  <a:srgbClr val="3F3F41"/>
                </a:solidFill>
                <a:latin typeface="Times New Roman"/>
                <a:cs typeface="Times New Roman"/>
              </a:rPr>
              <a:t>r</a:t>
            </a:r>
            <a:r>
              <a:rPr sz="788" spc="-344" dirty="0">
                <a:solidFill>
                  <a:srgbClr val="3F3F41"/>
                </a:solidFill>
                <a:latin typeface="Times New Roman"/>
                <a:cs typeface="Times New Roman"/>
              </a:rPr>
              <a:t>8</a:t>
            </a:r>
            <a:r>
              <a:rPr sz="1575" spc="60" dirty="0">
                <a:solidFill>
                  <a:srgbClr val="7B7B7B"/>
                </a:solidFill>
                <a:latin typeface="Times New Roman"/>
                <a:cs typeface="Times New Roman"/>
              </a:rPr>
              <a:t>m</a:t>
            </a:r>
            <a:r>
              <a:rPr sz="938" spc="120" dirty="0">
                <a:solidFill>
                  <a:srgbClr val="7B7B7B"/>
                </a:solidFill>
                <a:latin typeface="PMingLiU"/>
                <a:cs typeface="PMingLiU"/>
              </a:rPr>
              <a:t>心</a:t>
            </a:r>
            <a:endParaRPr sz="938">
              <a:latin typeface="PMingLiU"/>
              <a:cs typeface="PMingLiU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89885" y="4418636"/>
            <a:ext cx="7144" cy="48101"/>
          </a:xfrm>
          <a:custGeom>
            <a:avLst/>
            <a:gdLst/>
            <a:ahLst/>
            <a:cxnLst/>
            <a:rect l="l" t="t" r="r" b="b"/>
            <a:pathLst>
              <a:path w="9525" h="64135">
                <a:moveTo>
                  <a:pt x="8964" y="63581"/>
                </a:moveTo>
                <a:lnTo>
                  <a:pt x="0" y="63581"/>
                </a:lnTo>
                <a:lnTo>
                  <a:pt x="0" y="0"/>
                </a:lnTo>
                <a:lnTo>
                  <a:pt x="8964" y="0"/>
                </a:lnTo>
                <a:lnTo>
                  <a:pt x="8964" y="63581"/>
                </a:lnTo>
                <a:close/>
              </a:path>
            </a:pathLst>
          </a:custGeom>
          <a:solidFill>
            <a:srgbClr val="CAAFA1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/>
          <p:cNvSpPr txBox="1"/>
          <p:nvPr/>
        </p:nvSpPr>
        <p:spPr>
          <a:xfrm>
            <a:off x="5180359" y="4399610"/>
            <a:ext cx="228124" cy="6732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75" spc="443" dirty="0">
                <a:solidFill>
                  <a:srgbClr val="B8BCBD"/>
                </a:solidFill>
                <a:latin typeface="PMingLiU"/>
                <a:cs typeface="PMingLiU"/>
              </a:rPr>
              <a:t>，</a:t>
            </a:r>
            <a:r>
              <a:rPr sz="375" spc="405" dirty="0">
                <a:solidFill>
                  <a:srgbClr val="DB9567"/>
                </a:solidFill>
                <a:latin typeface="PMingLiU"/>
                <a:cs typeface="PMingLiU"/>
              </a:rPr>
              <a:t>一</a:t>
            </a:r>
            <a:endParaRPr sz="375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94356" y="4437758"/>
            <a:ext cx="286226" cy="15972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463" spc="-563" baseline="-36324" dirty="0">
                <a:solidFill>
                  <a:srgbClr val="939393"/>
                </a:solidFill>
                <a:latin typeface="Segoe UI Symbol"/>
                <a:cs typeface="Segoe UI Symbol"/>
              </a:rPr>
              <a:t>1</a:t>
            </a:r>
            <a:r>
              <a:rPr sz="938" spc="143" dirty="0">
                <a:solidFill>
                  <a:srgbClr val="2A2A2A"/>
                </a:solidFill>
                <a:latin typeface="Segoe UI Symbol"/>
                <a:cs typeface="Segoe UI Symbol"/>
              </a:rPr>
              <a:t>`</a:t>
            </a:r>
            <a:r>
              <a:rPr sz="938" spc="139" dirty="0">
                <a:solidFill>
                  <a:srgbClr val="2A2A2A"/>
                </a:solidFill>
                <a:latin typeface="Segoe UI Symbol"/>
                <a:cs typeface="Segoe UI Symbol"/>
              </a:rPr>
              <a:t>,</a:t>
            </a:r>
            <a:r>
              <a:rPr sz="938" spc="143" dirty="0">
                <a:solidFill>
                  <a:srgbClr val="525252"/>
                </a:solidFill>
                <a:latin typeface="Segoe UI Symbol"/>
                <a:cs typeface="Segoe UI Symbol"/>
              </a:rPr>
              <a:t>"'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36021" y="4499470"/>
            <a:ext cx="697230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611505" algn="l"/>
              </a:tabLst>
            </a:pPr>
            <a:r>
              <a:rPr sz="1125" spc="-38" dirty="0">
                <a:solidFill>
                  <a:srgbClr val="939393"/>
                </a:solidFill>
                <a:latin typeface="Times New Roman"/>
                <a:cs typeface="Times New Roman"/>
              </a:rPr>
              <a:t>2</a:t>
            </a:r>
            <a:r>
              <a:rPr sz="1125" dirty="0">
                <a:solidFill>
                  <a:srgbClr val="939393"/>
                </a:solidFill>
                <a:latin typeface="Times New Roman"/>
                <a:cs typeface="Times New Roman"/>
              </a:rPr>
              <a:t>	</a:t>
            </a:r>
            <a:r>
              <a:rPr sz="1125" spc="-38" dirty="0">
                <a:solidFill>
                  <a:srgbClr val="939393"/>
                </a:solidFill>
                <a:latin typeface="Times New Roman"/>
                <a:cs typeface="Times New Roman"/>
              </a:rPr>
              <a:t>3</a:t>
            </a:r>
            <a:endParaRPr sz="112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35960" y="4499470"/>
            <a:ext cx="11144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60" dirty="0">
                <a:solidFill>
                  <a:srgbClr val="939393"/>
                </a:solidFill>
                <a:latin typeface="Times New Roman"/>
                <a:cs typeface="Times New Roman"/>
              </a:rPr>
              <a:t>�</a:t>
            </a:r>
            <a:endParaRPr sz="1125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81421" y="4574645"/>
            <a:ext cx="1101566" cy="20582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53" dirty="0">
                <a:solidFill>
                  <a:srgbClr val="525252"/>
                </a:solidFill>
                <a:latin typeface="Segoe UI Symbol"/>
                <a:cs typeface="Segoe UI Symbol"/>
              </a:rPr>
              <a:t>Nu</a:t>
            </a:r>
            <a:r>
              <a:rPr sz="1050" spc="53" dirty="0">
                <a:solidFill>
                  <a:srgbClr val="2A2A2A"/>
                </a:solidFill>
                <a:latin typeface="Segoe UI Symbol"/>
                <a:cs typeface="Segoe UI Symbol"/>
              </a:rPr>
              <a:t>m</a:t>
            </a:r>
            <a:r>
              <a:rPr sz="1050" spc="53" dirty="0">
                <a:solidFill>
                  <a:srgbClr val="525252"/>
                </a:solidFill>
                <a:latin typeface="Segoe UI Symbol"/>
                <a:cs typeface="Segoe UI Symbol"/>
              </a:rPr>
              <a:t>b</a:t>
            </a:r>
            <a:r>
              <a:rPr sz="713" spc="49" dirty="0">
                <a:solidFill>
                  <a:srgbClr val="525252"/>
                </a:solidFill>
                <a:latin typeface="PMingLiU"/>
                <a:cs typeface="PMingLiU"/>
              </a:rPr>
              <a:t>忒</a:t>
            </a:r>
            <a:r>
              <a:rPr sz="900" dirty="0">
                <a:solidFill>
                  <a:srgbClr val="525252"/>
                </a:solidFill>
                <a:latin typeface="Segoe UI Symbol"/>
                <a:cs typeface="Segoe UI Symbol"/>
              </a:rPr>
              <a:t>0</a:t>
            </a:r>
            <a:r>
              <a:rPr sz="413" dirty="0">
                <a:solidFill>
                  <a:srgbClr val="B8BCBD"/>
                </a:solidFill>
                <a:latin typeface="PMingLiU"/>
                <a:cs typeface="PMingLiU"/>
              </a:rPr>
              <a:t>，</a:t>
            </a:r>
            <a:r>
              <a:rPr sz="413" dirty="0">
                <a:solidFill>
                  <a:srgbClr val="525252"/>
                </a:solidFill>
                <a:latin typeface="PMingLiU"/>
                <a:cs typeface="PMingLiU"/>
              </a:rPr>
              <a:t>八</a:t>
            </a:r>
            <a:r>
              <a:rPr sz="1275" spc="26" dirty="0">
                <a:solidFill>
                  <a:srgbClr val="525252"/>
                </a:solidFill>
                <a:latin typeface="Times New Roman"/>
                <a:cs typeface="Times New Roman"/>
              </a:rPr>
              <a:t>Yoa</a:t>
            </a:r>
            <a:r>
              <a:rPr sz="1275" spc="26" dirty="0">
                <a:solidFill>
                  <a:srgbClr val="7B7B7B"/>
                </a:solidFill>
                <a:latin typeface="Times New Roman"/>
                <a:cs typeface="Times New Roman"/>
              </a:rPr>
              <a:t>,</a:t>
            </a:r>
            <a:r>
              <a:rPr sz="1275" spc="26" dirty="0">
                <a:solidFill>
                  <a:srgbClr val="525252"/>
                </a:solidFill>
                <a:latin typeface="Times New Roman"/>
                <a:cs typeface="Times New Roman"/>
              </a:rPr>
              <a:t>s</a:t>
            </a:r>
            <a:endParaRPr sz="1275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37270" y="4757256"/>
            <a:ext cx="3001803" cy="33021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621">
              <a:lnSpc>
                <a:spcPts val="1335"/>
              </a:lnSpc>
              <a:spcBef>
                <a:spcPts val="75"/>
              </a:spcBef>
            </a:pPr>
            <a:r>
              <a:rPr sz="938" dirty="0">
                <a:solidFill>
                  <a:srgbClr val="3F3F41"/>
                </a:solidFill>
                <a:latin typeface="Times New Roman"/>
                <a:cs typeface="Times New Roman"/>
              </a:rPr>
              <a:t>Gra</a:t>
            </a:r>
            <a:r>
              <a:rPr sz="1088" dirty="0">
                <a:solidFill>
                  <a:srgbClr val="3F3F41"/>
                </a:solidFill>
                <a:latin typeface="PMingLiU"/>
                <a:cs typeface="PMingLiU"/>
              </a:rPr>
              <a:t>p</a:t>
            </a:r>
            <a:r>
              <a:rPr sz="938" dirty="0">
                <a:solidFill>
                  <a:srgbClr val="3F3F41"/>
                </a:solidFill>
                <a:latin typeface="Times New Roman"/>
                <a:cs typeface="Times New Roman"/>
              </a:rPr>
              <a:t>h</a:t>
            </a:r>
            <a:r>
              <a:rPr sz="1050" dirty="0">
                <a:solidFill>
                  <a:srgbClr val="3F3F41"/>
                </a:solidFill>
                <a:latin typeface="PMingLiU"/>
                <a:cs typeface="PMingLiU"/>
              </a:rPr>
              <a:t>f,-</a:t>
            </a:r>
            <a:r>
              <a:rPr sz="938" dirty="0">
                <a:solidFill>
                  <a:srgbClr val="3F3F41"/>
                </a:solidFill>
                <a:latin typeface="Times New Roman"/>
                <a:cs typeface="Times New Roman"/>
              </a:rPr>
              <a:t>om</a:t>
            </a:r>
            <a:r>
              <a:rPr sz="938" spc="-23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938" dirty="0">
                <a:solidFill>
                  <a:srgbClr val="2A2A2A"/>
                </a:solidFill>
                <a:latin typeface="Times New Roman"/>
                <a:cs typeface="Times New Roman"/>
              </a:rPr>
              <a:t>Sc</a:t>
            </a:r>
            <a:r>
              <a:rPr sz="975" dirty="0">
                <a:solidFill>
                  <a:srgbClr val="2A2A2A"/>
                </a:solidFill>
                <a:latin typeface="PMingLiU"/>
                <a:cs typeface="PMingLiU"/>
              </a:rPr>
              <a:t>i</a:t>
            </a:r>
            <a:r>
              <a:rPr sz="938" dirty="0">
                <a:solidFill>
                  <a:srgbClr val="2A2A2A"/>
                </a:solidFill>
                <a:latin typeface="Times New Roman"/>
                <a:cs typeface="Times New Roman"/>
              </a:rPr>
              <a:t>en</a:t>
            </a:r>
            <a:r>
              <a:rPr sz="1163" dirty="0">
                <a:solidFill>
                  <a:srgbClr val="2A2A2A"/>
                </a:solidFill>
                <a:latin typeface="PMingLiU"/>
                <a:cs typeface="PMingLiU"/>
              </a:rPr>
              <a:t>tifi</a:t>
            </a:r>
            <a:r>
              <a:rPr sz="863" dirty="0">
                <a:solidFill>
                  <a:srgbClr val="2A2A2A"/>
                </a:solidFill>
                <a:latin typeface="Segoe UI Symbol"/>
                <a:cs typeface="Segoe UI Symbol"/>
              </a:rPr>
              <a:t>c</a:t>
            </a:r>
            <a:r>
              <a:rPr sz="863" spc="165" dirty="0">
                <a:solidFill>
                  <a:srgbClr val="2A2A2A"/>
                </a:solidFill>
                <a:latin typeface="Segoe UI Symbol"/>
                <a:cs typeface="Segoe UI Symbol"/>
              </a:rPr>
              <a:t> </a:t>
            </a:r>
            <a:r>
              <a:rPr sz="938" dirty="0">
                <a:solidFill>
                  <a:srgbClr val="2A2A2A"/>
                </a:solidFill>
                <a:latin typeface="Times New Roman"/>
                <a:cs typeface="Times New Roman"/>
              </a:rPr>
              <a:t>Ame</a:t>
            </a:r>
            <a:r>
              <a:rPr sz="938" dirty="0">
                <a:solidFill>
                  <a:srgbClr val="0A0A0A"/>
                </a:solidFill>
                <a:latin typeface="Times New Roman"/>
                <a:cs typeface="Times New Roman"/>
              </a:rPr>
              <a:t>r</a:t>
            </a:r>
            <a:r>
              <a:rPr sz="975" dirty="0">
                <a:solidFill>
                  <a:srgbClr val="2A2A2A"/>
                </a:solidFill>
                <a:latin typeface="PMingLiU"/>
                <a:cs typeface="PMingLiU"/>
              </a:rPr>
              <a:t>i</a:t>
            </a:r>
            <a:r>
              <a:rPr sz="938" dirty="0">
                <a:solidFill>
                  <a:srgbClr val="2A2A2A"/>
                </a:solidFill>
                <a:latin typeface="Times New Roman"/>
                <a:cs typeface="Times New Roman"/>
              </a:rPr>
              <a:t>can</a:t>
            </a:r>
            <a:r>
              <a:rPr sz="938" spc="109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900" spc="64" dirty="0">
                <a:solidFill>
                  <a:srgbClr val="2A2A2A"/>
                </a:solidFill>
                <a:latin typeface="PMingLiU"/>
                <a:cs typeface="PMingLiU"/>
              </a:rPr>
              <a:t>(J</a:t>
            </a:r>
            <a:r>
              <a:rPr sz="938" spc="64" dirty="0">
                <a:solidFill>
                  <a:srgbClr val="2A2A2A"/>
                </a:solidFill>
                <a:latin typeface="Times New Roman"/>
                <a:cs typeface="Times New Roman"/>
              </a:rPr>
              <a:t>an</a:t>
            </a:r>
            <a:r>
              <a:rPr sz="938" spc="131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938" dirty="0">
                <a:solidFill>
                  <a:srgbClr val="2A2A2A"/>
                </a:solidFill>
                <a:latin typeface="Times New Roman"/>
                <a:cs typeface="Times New Roman"/>
              </a:rPr>
              <a:t>200</a:t>
            </a:r>
            <a:r>
              <a:rPr sz="938" dirty="0">
                <a:solidFill>
                  <a:srgbClr val="0A0A0A"/>
                </a:solidFill>
                <a:latin typeface="Times New Roman"/>
                <a:cs typeface="Times New Roman"/>
              </a:rPr>
              <a:t>1</a:t>
            </a:r>
            <a:r>
              <a:rPr sz="938" dirty="0">
                <a:solidFill>
                  <a:srgbClr val="3F3F41"/>
                </a:solidFill>
                <a:latin typeface="Times New Roman"/>
                <a:cs typeface="Times New Roman"/>
              </a:rPr>
              <a:t>)</a:t>
            </a:r>
            <a:r>
              <a:rPr sz="938" spc="210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938" spc="-38" dirty="0">
                <a:solidFill>
                  <a:srgbClr val="3F3F41"/>
                </a:solidFill>
                <a:latin typeface="Times New Roman"/>
                <a:cs typeface="Times New Roman"/>
              </a:rPr>
              <a:t>b</a:t>
            </a:r>
            <a:r>
              <a:rPr sz="1125" spc="-38" dirty="0">
                <a:solidFill>
                  <a:srgbClr val="646664"/>
                </a:solidFill>
                <a:latin typeface="PMingLiU"/>
                <a:cs typeface="PMingLiU"/>
              </a:rPr>
              <a:t>y</a:t>
            </a:r>
            <a:r>
              <a:rPr sz="1125" spc="-75" dirty="0">
                <a:solidFill>
                  <a:srgbClr val="646664"/>
                </a:solidFill>
                <a:latin typeface="PMingLiU"/>
                <a:cs typeface="PMingLiU"/>
              </a:rPr>
              <a:t> </a:t>
            </a:r>
            <a:r>
              <a:rPr sz="938" dirty="0">
                <a:solidFill>
                  <a:srgbClr val="525252"/>
                </a:solidFill>
                <a:latin typeface="Times New Roman"/>
                <a:cs typeface="Times New Roman"/>
              </a:rPr>
              <a:t>Cleo</a:t>
            </a:r>
            <a:r>
              <a:rPr sz="938" spc="49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975" spc="-8" dirty="0">
                <a:solidFill>
                  <a:srgbClr val="525252"/>
                </a:solidFill>
                <a:latin typeface="PMingLiU"/>
                <a:cs typeface="PMingLiU"/>
              </a:rPr>
              <a:t>Vi</a:t>
            </a:r>
            <a:r>
              <a:rPr sz="938" spc="-8" dirty="0">
                <a:solidFill>
                  <a:srgbClr val="525252"/>
                </a:solidFill>
                <a:latin typeface="Times New Roman"/>
                <a:cs typeface="Times New Roman"/>
              </a:rPr>
              <a:t>lle</a:t>
            </a:r>
            <a:r>
              <a:rPr sz="863" spc="-8" dirty="0">
                <a:solidFill>
                  <a:srgbClr val="525252"/>
                </a:solidFill>
                <a:latin typeface="PMingLiU"/>
                <a:cs typeface="PMingLiU"/>
              </a:rPr>
              <a:t>tt,</a:t>
            </a:r>
            <a:endParaRPr sz="863">
              <a:latin typeface="PMingLiU"/>
              <a:cs typeface="PMingLiU"/>
            </a:endParaRPr>
          </a:p>
          <a:p>
            <a:pPr marL="9525">
              <a:lnSpc>
                <a:spcPts val="1200"/>
              </a:lnSpc>
            </a:pPr>
            <a:r>
              <a:rPr sz="938" dirty="0">
                <a:solidFill>
                  <a:srgbClr val="646664"/>
                </a:solidFill>
                <a:latin typeface="Times New Roman"/>
                <a:cs typeface="Times New Roman"/>
              </a:rPr>
              <a:t>sou</a:t>
            </a:r>
            <a:r>
              <a:rPr sz="938" dirty="0">
                <a:solidFill>
                  <a:srgbClr val="3F3F41"/>
                </a:solidFill>
                <a:latin typeface="Times New Roman"/>
                <a:cs typeface="Times New Roman"/>
              </a:rPr>
              <a:t>rce</a:t>
            </a:r>
            <a:r>
              <a:rPr sz="938" spc="94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938" spc="-8" dirty="0">
                <a:solidFill>
                  <a:srgbClr val="525252"/>
                </a:solidFill>
                <a:latin typeface="Times New Roman"/>
                <a:cs typeface="Times New Roman"/>
              </a:rPr>
              <a:t>V</a:t>
            </a:r>
            <a:r>
              <a:rPr sz="938" spc="-8" dirty="0">
                <a:solidFill>
                  <a:srgbClr val="525252"/>
                </a:solidFill>
                <a:latin typeface="PMingLiU"/>
                <a:cs typeface="PMingLiU"/>
              </a:rPr>
              <a:t>in.</a:t>
            </a:r>
            <a:r>
              <a:rPr sz="938" spc="-8" dirty="0">
                <a:solidFill>
                  <a:srgbClr val="525252"/>
                </a:solidFill>
                <a:latin typeface="Times New Roman"/>
                <a:cs typeface="Times New Roman"/>
              </a:rPr>
              <a:t>eelKhos/an,</a:t>
            </a:r>
            <a:r>
              <a:rPr sz="938" spc="34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938" dirty="0">
                <a:solidFill>
                  <a:srgbClr val="525252"/>
                </a:solidFill>
                <a:latin typeface="Times New Roman"/>
                <a:cs typeface="Times New Roman"/>
              </a:rPr>
              <a:t>Kle</a:t>
            </a:r>
            <a:r>
              <a:rPr sz="938" dirty="0">
                <a:solidFill>
                  <a:srgbClr val="525252"/>
                </a:solidFill>
                <a:latin typeface="PMingLiU"/>
                <a:cs typeface="PMingLiU"/>
              </a:rPr>
              <a:t>i</a:t>
            </a:r>
            <a:r>
              <a:rPr sz="938" dirty="0">
                <a:solidFill>
                  <a:srgbClr val="525252"/>
                </a:solidFill>
                <a:latin typeface="Times New Roman"/>
                <a:cs typeface="Times New Roman"/>
              </a:rPr>
              <a:t>ne</a:t>
            </a:r>
            <a:r>
              <a:rPr sz="1050" dirty="0">
                <a:solidFill>
                  <a:srgbClr val="525252"/>
                </a:solidFill>
                <a:latin typeface="PMingLiU"/>
                <a:cs typeface="PMingLiU"/>
              </a:rPr>
              <a:t>r;</a:t>
            </a:r>
            <a:r>
              <a:rPr sz="1050" spc="-98" dirty="0">
                <a:solidFill>
                  <a:srgbClr val="525252"/>
                </a:solidFill>
                <a:latin typeface="PMingLiU"/>
                <a:cs typeface="PMingLiU"/>
              </a:rPr>
              <a:t> </a:t>
            </a:r>
            <a:r>
              <a:rPr sz="938" spc="-8" dirty="0">
                <a:solidFill>
                  <a:srgbClr val="3F3F41"/>
                </a:solidFill>
                <a:latin typeface="Times New Roman"/>
                <a:cs typeface="Times New Roman"/>
              </a:rPr>
              <a:t>Ca</a:t>
            </a:r>
            <a:r>
              <a:rPr sz="1050" spc="-8" dirty="0">
                <a:solidFill>
                  <a:srgbClr val="3F3F41"/>
                </a:solidFill>
                <a:latin typeface="PMingLiU"/>
                <a:cs typeface="PMingLiU"/>
              </a:rPr>
              <a:t>iifi</a:t>
            </a:r>
            <a:r>
              <a:rPr sz="938" spc="-8" dirty="0">
                <a:solidFill>
                  <a:srgbClr val="3F3F41"/>
                </a:solidFill>
                <a:latin typeface="Times New Roman"/>
                <a:cs typeface="Times New Roman"/>
              </a:rPr>
              <a:t>eld</a:t>
            </a:r>
            <a:r>
              <a:rPr sz="938" spc="75" dirty="0">
                <a:solidFill>
                  <a:srgbClr val="3F3F41"/>
                </a:solidFill>
                <a:latin typeface="Times New Roman"/>
                <a:cs typeface="Times New Roman"/>
              </a:rPr>
              <a:t> </a:t>
            </a:r>
            <a:r>
              <a:rPr sz="938" dirty="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sz="938" spc="16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938" spc="-8" dirty="0">
                <a:solidFill>
                  <a:srgbClr val="3F3F41"/>
                </a:solidFill>
                <a:latin typeface="Times New Roman"/>
                <a:cs typeface="Times New Roman"/>
              </a:rPr>
              <a:t>Perk</a:t>
            </a:r>
            <a:r>
              <a:rPr sz="938" spc="-8" dirty="0">
                <a:solidFill>
                  <a:srgbClr val="3F3F41"/>
                </a:solidFill>
                <a:latin typeface="PMingLiU"/>
                <a:cs typeface="PMingLiU"/>
              </a:rPr>
              <a:t>i</a:t>
            </a:r>
            <a:r>
              <a:rPr sz="938" spc="-8" dirty="0">
                <a:solidFill>
                  <a:srgbClr val="3F3F41"/>
                </a:solidFill>
                <a:latin typeface="Times New Roman"/>
                <a:cs typeface="Times New Roman"/>
              </a:rPr>
              <a:t>ns.</a:t>
            </a:r>
            <a:endParaRPr sz="938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24288" y="4462295"/>
            <a:ext cx="153888" cy="16335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1238"/>
              </a:lnSpc>
            </a:pPr>
            <a:r>
              <a:rPr sz="1163" spc="-8" dirty="0">
                <a:solidFill>
                  <a:srgbClr val="3F3F41"/>
                </a:solidFill>
                <a:latin typeface="PMingLiU"/>
                <a:cs typeface="PMingLiU"/>
              </a:rPr>
              <a:t>-</a:t>
            </a:r>
            <a:r>
              <a:rPr sz="1163" spc="-75" dirty="0">
                <a:solidFill>
                  <a:srgbClr val="3F3F41"/>
                </a:solidFill>
                <a:latin typeface="PMingLiU"/>
                <a:cs typeface="PMingLiU"/>
              </a:rPr>
              <a:t> </a:t>
            </a:r>
            <a:r>
              <a:rPr sz="1163" spc="-45" dirty="0">
                <a:solidFill>
                  <a:srgbClr val="939393"/>
                </a:solidFill>
                <a:latin typeface="PMingLiU"/>
                <a:cs typeface="PMingLiU"/>
              </a:rPr>
              <a:t>5</a:t>
            </a:r>
            <a:endParaRPr sz="1163">
              <a:latin typeface="PMingLiU"/>
              <a:cs typeface="PMingLiU"/>
            </a:endParaRPr>
          </a:p>
        </p:txBody>
      </p:sp>
      <p:sp>
        <p:nvSpPr>
          <p:cNvPr id="35" name="灯片编号占位符 34">
            <a:extLst>
              <a:ext uri="{FF2B5EF4-FFF2-40B4-BE49-F238E27FC236}">
                <a16:creationId xmlns:a16="http://schemas.microsoft.com/office/drawing/2014/main" id="{0C6F34BA-CB4E-F64D-4A72-9706DE29F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490" y="2962285"/>
            <a:ext cx="3012095" cy="16157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9059" y="2464105"/>
            <a:ext cx="2003581" cy="211389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795613" y="2120765"/>
            <a:ext cx="2003584" cy="0"/>
          </a:xfrm>
          <a:custGeom>
            <a:avLst/>
            <a:gdLst/>
            <a:ahLst/>
            <a:cxnLst/>
            <a:rect l="l" t="t" r="r" b="b"/>
            <a:pathLst>
              <a:path w="2671445">
                <a:moveTo>
                  <a:pt x="0" y="0"/>
                </a:moveTo>
                <a:lnTo>
                  <a:pt x="2671441" y="0"/>
                </a:lnTo>
              </a:path>
            </a:pathLst>
          </a:custGeom>
          <a:ln w="8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2151515" y="4652054"/>
            <a:ext cx="954881" cy="0"/>
          </a:xfrm>
          <a:custGeom>
            <a:avLst/>
            <a:gdLst/>
            <a:ahLst/>
            <a:cxnLst/>
            <a:rect l="l" t="t" r="r" b="b"/>
            <a:pathLst>
              <a:path w="1273175">
                <a:moveTo>
                  <a:pt x="0" y="0"/>
                </a:moveTo>
                <a:lnTo>
                  <a:pt x="1272967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47694" y="-120788"/>
            <a:ext cx="2080736" cy="1014348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3263" spc="-71" dirty="0">
                <a:solidFill>
                  <a:srgbClr val="C85B3F"/>
                </a:solidFill>
                <a:latin typeface="Times New Roman"/>
                <a:cs typeface="Times New Roman"/>
              </a:rPr>
              <a:t>Moore's</a:t>
            </a:r>
            <a:r>
              <a:rPr sz="3263" spc="-113" dirty="0">
                <a:solidFill>
                  <a:srgbClr val="C85B3F"/>
                </a:solidFill>
                <a:latin typeface="Times New Roman"/>
                <a:cs typeface="Times New Roman"/>
              </a:rPr>
              <a:t> </a:t>
            </a:r>
            <a:r>
              <a:rPr sz="3263" spc="-98" dirty="0">
                <a:solidFill>
                  <a:srgbClr val="C85B3F"/>
                </a:solidFill>
                <a:latin typeface="Times New Roman"/>
                <a:cs typeface="Times New Roman"/>
              </a:rPr>
              <a:t>Law</a:t>
            </a:r>
            <a:endParaRPr sz="326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3978" y="732833"/>
            <a:ext cx="5677853" cy="12150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0510" indent="-260985">
              <a:lnSpc>
                <a:spcPts val="1729"/>
              </a:lnSpc>
              <a:spcBef>
                <a:spcPts val="75"/>
              </a:spcBef>
              <a:buClr>
                <a:srgbClr val="313131"/>
              </a:buClr>
              <a:buChar char="•"/>
              <a:tabLst>
                <a:tab pos="270510" algn="l"/>
                <a:tab pos="887254" algn="l"/>
              </a:tabLst>
            </a:pPr>
            <a:r>
              <a:rPr sz="1500" spc="-38" dirty="0">
                <a:solidFill>
                  <a:srgbClr val="212121"/>
                </a:solidFill>
                <a:latin typeface="Times New Roman"/>
                <a:cs typeface="Times New Roman"/>
              </a:rPr>
              <a:t>In</a:t>
            </a:r>
            <a:r>
              <a:rPr sz="1500" spc="-101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00" spc="-251" dirty="0">
                <a:solidFill>
                  <a:srgbClr val="212121"/>
                </a:solidFill>
                <a:latin typeface="Times New Roman"/>
                <a:cs typeface="Times New Roman"/>
              </a:rPr>
              <a:t>196</a:t>
            </a:r>
            <a:r>
              <a:rPr sz="1500" spc="-896" dirty="0">
                <a:solidFill>
                  <a:srgbClr val="212121"/>
                </a:solidFill>
                <a:latin typeface="Times New Roman"/>
                <a:cs typeface="Times New Roman"/>
              </a:rPr>
              <a:t>5</a:t>
            </a:r>
            <a:r>
              <a:rPr sz="1500" spc="-251" dirty="0">
                <a:solidFill>
                  <a:srgbClr val="5D5D5D"/>
                </a:solidFill>
                <a:latin typeface="Times New Roman"/>
                <a:cs typeface="Times New Roman"/>
              </a:rPr>
              <a:t>�</a:t>
            </a:r>
            <a:r>
              <a:rPr sz="1500" dirty="0">
                <a:solidFill>
                  <a:srgbClr val="5D5D5D"/>
                </a:solidFill>
                <a:latin typeface="Times New Roman"/>
                <a:cs typeface="Times New Roman"/>
              </a:rPr>
              <a:t>	</a:t>
            </a:r>
            <a:r>
              <a:rPr sz="1500" spc="-90" dirty="0">
                <a:solidFill>
                  <a:srgbClr val="313131"/>
                </a:solidFill>
                <a:latin typeface="Times New Roman"/>
                <a:cs typeface="Times New Roman"/>
              </a:rPr>
              <a:t>Gordon</a:t>
            </a:r>
            <a:r>
              <a:rPr sz="1500" spc="6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500" spc="-71" dirty="0">
                <a:solidFill>
                  <a:srgbClr val="212121"/>
                </a:solidFill>
                <a:latin typeface="Times New Roman"/>
                <a:cs typeface="Times New Roman"/>
              </a:rPr>
              <a:t>Moore</a:t>
            </a:r>
            <a:r>
              <a:rPr sz="1500" spc="-53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75" dirty="0">
                <a:solidFill>
                  <a:srgbClr val="464646"/>
                </a:solidFill>
                <a:latin typeface="PMingLiU"/>
                <a:cs typeface="PMingLiU"/>
              </a:rPr>
              <a:t>p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re</a:t>
            </a:r>
            <a:r>
              <a:rPr sz="1463" dirty="0">
                <a:solidFill>
                  <a:srgbClr val="464646"/>
                </a:solidFill>
                <a:latin typeface="PMingLiU"/>
                <a:cs typeface="PMingLiU"/>
              </a:rPr>
              <a:t>di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c</a:t>
            </a:r>
            <a:r>
              <a:rPr sz="1425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ed</a:t>
            </a:r>
            <a:r>
              <a:rPr sz="1163" dirty="0">
                <a:solidFill>
                  <a:srgbClr val="464646"/>
                </a:solidFill>
                <a:latin typeface="PMingLiU"/>
                <a:cs typeface="PMingLiU"/>
              </a:rPr>
              <a:t>小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425" dirty="0">
                <a:solidFill>
                  <a:srgbClr val="464646"/>
                </a:solidFill>
                <a:latin typeface="PMingLiU"/>
                <a:cs typeface="PMingLiU"/>
              </a:rPr>
              <a:t>t由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enumb</a:t>
            </a:r>
            <a:r>
              <a:rPr sz="863" dirty="0">
                <a:solidFill>
                  <a:srgbClr val="464646"/>
                </a:solidFill>
                <a:latin typeface="PMingLiU"/>
                <a:cs typeface="PMingLiU"/>
              </a:rPr>
              <a:t>釭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o</a:t>
            </a:r>
            <a:r>
              <a:rPr sz="1013" dirty="0">
                <a:solidFill>
                  <a:srgbClr val="464646"/>
                </a:solidFill>
                <a:latin typeface="PMingLiU"/>
                <a:cs typeface="PMingLiU"/>
              </a:rPr>
              <a:t>f四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an3s</a:t>
            </a:r>
            <a:r>
              <a:rPr sz="1425" dirty="0">
                <a:solidFill>
                  <a:srgbClr val="464646"/>
                </a:solidFill>
                <a:latin typeface="PMingLiU"/>
                <a:cs typeface="PMingLiU"/>
              </a:rPr>
              <a:t>tQ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rs</a:t>
            </a:r>
            <a:r>
              <a:rPr sz="1425" dirty="0">
                <a:solidFill>
                  <a:srgbClr val="464646"/>
                </a:solidFill>
                <a:latin typeface="PMingLiU"/>
                <a:cs typeface="PMingLiU"/>
              </a:rPr>
              <a:t>由</a:t>
            </a:r>
            <a:r>
              <a:rPr sz="1500" spc="-8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425" spc="-8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500" spc="-8" dirty="0">
                <a:solidFill>
                  <a:srgbClr val="464646"/>
                </a:solidFill>
                <a:latin typeface="Times New Roman"/>
                <a:cs typeface="Times New Roman"/>
              </a:rPr>
              <a:t>canbe</a:t>
            </a:r>
            <a:endParaRPr sz="1500">
              <a:latin typeface="Times New Roman"/>
              <a:cs typeface="Times New Roman"/>
            </a:endParaRPr>
          </a:p>
          <a:p>
            <a:pPr marL="272891">
              <a:lnSpc>
                <a:spcPts val="1811"/>
              </a:lnSpc>
            </a:pPr>
            <a:r>
              <a:rPr sz="1425" spc="-56" dirty="0">
                <a:solidFill>
                  <a:srgbClr val="313131"/>
                </a:solidFill>
                <a:latin typeface="PMingLiU"/>
                <a:cs typeface="PMingLiU"/>
              </a:rPr>
              <a:t>i</a:t>
            </a:r>
            <a:r>
              <a:rPr sz="1500" spc="-56" dirty="0">
                <a:solidFill>
                  <a:srgbClr val="313131"/>
                </a:solidFill>
                <a:latin typeface="Times New Roman"/>
                <a:cs typeface="Times New Roman"/>
              </a:rPr>
              <a:t>n</a:t>
            </a:r>
            <a:r>
              <a:rPr sz="1425" spc="-56" dirty="0">
                <a:solidFill>
                  <a:srgbClr val="313131"/>
                </a:solidFill>
                <a:latin typeface="PMingLiU"/>
                <a:cs typeface="PMingLiU"/>
              </a:rPr>
              <a:t>t</a:t>
            </a:r>
            <a:r>
              <a:rPr sz="1500" spc="-56" dirty="0">
                <a:solidFill>
                  <a:srgbClr val="313131"/>
                </a:solidFill>
                <a:latin typeface="Times New Roman"/>
                <a:cs typeface="Times New Roman"/>
              </a:rPr>
              <a:t>e</a:t>
            </a:r>
            <a:r>
              <a:rPr sz="1650" spc="-56" dirty="0">
                <a:solidFill>
                  <a:srgbClr val="313131"/>
                </a:solidFill>
                <a:latin typeface="PMingLiU"/>
                <a:cs typeface="PMingLiU"/>
              </a:rPr>
              <a:t>gr</a:t>
            </a:r>
            <a:r>
              <a:rPr sz="1500" spc="-56" dirty="0">
                <a:solidFill>
                  <a:srgbClr val="313131"/>
                </a:solidFill>
                <a:latin typeface="Times New Roman"/>
                <a:cs typeface="Times New Roman"/>
              </a:rPr>
              <a:t>a</a:t>
            </a:r>
            <a:r>
              <a:rPr sz="1425" spc="-56" dirty="0">
                <a:solidFill>
                  <a:srgbClr val="313131"/>
                </a:solidFill>
                <a:latin typeface="PMingLiU"/>
                <a:cs typeface="PMingLiU"/>
              </a:rPr>
              <a:t>t</a:t>
            </a:r>
            <a:r>
              <a:rPr sz="1500" spc="-56" dirty="0">
                <a:solidFill>
                  <a:srgbClr val="313131"/>
                </a:solidFill>
                <a:latin typeface="Times New Roman"/>
                <a:cs typeface="Times New Roman"/>
              </a:rPr>
              <a:t>ed</a:t>
            </a:r>
            <a:r>
              <a:rPr sz="1500" spc="-86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500" spc="-53" dirty="0">
                <a:solidFill>
                  <a:srgbClr val="464646"/>
                </a:solidFill>
                <a:latin typeface="Times New Roman"/>
                <a:cs typeface="Times New Roman"/>
              </a:rPr>
              <a:t>on</a:t>
            </a:r>
            <a:r>
              <a:rPr sz="1500" spc="-75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500" spc="-45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500" spc="-68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464646"/>
                </a:solidFill>
                <a:latin typeface="PMingLiU"/>
                <a:cs typeface="PMingLiU"/>
              </a:rPr>
              <a:t>di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e</a:t>
            </a:r>
            <a:r>
              <a:rPr sz="1500" spc="-6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500" spc="-75" dirty="0">
                <a:solidFill>
                  <a:srgbClr val="464646"/>
                </a:solidFill>
                <a:latin typeface="Times New Roman"/>
                <a:cs typeface="Times New Roman"/>
              </a:rPr>
              <a:t>would</a:t>
            </a:r>
            <a:r>
              <a:rPr sz="1500" spc="-109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500" spc="-56" dirty="0">
                <a:solidFill>
                  <a:srgbClr val="464646"/>
                </a:solidFill>
                <a:latin typeface="Times New Roman"/>
                <a:cs typeface="Times New Roman"/>
              </a:rPr>
              <a:t>dollble</a:t>
            </a:r>
            <a:r>
              <a:rPr sz="1500" spc="-169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500" spc="86" dirty="0">
                <a:solidFill>
                  <a:srgbClr val="464646"/>
                </a:solidFill>
                <a:latin typeface="Times New Roman"/>
                <a:cs typeface="Times New Roman"/>
              </a:rPr>
              <a:t>ew</a:t>
            </a:r>
            <a:r>
              <a:rPr sz="975" spc="98" dirty="0">
                <a:solidFill>
                  <a:srgbClr val="464646"/>
                </a:solidFill>
                <a:latin typeface="PMingLiU"/>
                <a:cs typeface="PMingLiU"/>
              </a:rPr>
              <a:t>切只</a:t>
            </a:r>
            <a:r>
              <a:rPr sz="1500" spc="71" dirty="0">
                <a:solidFill>
                  <a:srgbClr val="464646"/>
                </a:solidFill>
                <a:latin typeface="Times New Roman"/>
                <a:cs typeface="Times New Roman"/>
              </a:rPr>
              <a:t>8</a:t>
            </a:r>
            <a:r>
              <a:rPr sz="1425" spc="71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500" spc="71" dirty="0">
                <a:solidFill>
                  <a:srgbClr val="464646"/>
                </a:solidFill>
                <a:latin typeface="Times New Roman"/>
                <a:cs typeface="Times New Roman"/>
              </a:rPr>
              <a:t>ol4moo</a:t>
            </a:r>
            <a:r>
              <a:rPr sz="1125" spc="75" dirty="0">
                <a:solidFill>
                  <a:srgbClr val="464646"/>
                </a:solidFill>
                <a:latin typeface="PMingLiU"/>
                <a:cs typeface="PMingLiU"/>
              </a:rPr>
              <a:t>邮</a:t>
            </a:r>
            <a:endParaRPr sz="1125">
              <a:latin typeface="PMingLiU"/>
              <a:cs typeface="PMingLiU"/>
            </a:endParaRPr>
          </a:p>
          <a:p>
            <a:pPr marL="573881" lvl="1" indent="-276701">
              <a:lnSpc>
                <a:spcPts val="1916"/>
              </a:lnSpc>
              <a:buClr>
                <a:srgbClr val="313131"/>
              </a:buClr>
              <a:buChar char="•"/>
              <a:tabLst>
                <a:tab pos="573881" algn="l"/>
              </a:tabLst>
            </a:pPr>
            <a:r>
              <a:rPr sz="1425" dirty="0">
                <a:solidFill>
                  <a:srgbClr val="464646"/>
                </a:solidFill>
                <a:latin typeface="PMingLiU"/>
                <a:cs typeface="PMingLiU"/>
              </a:rPr>
              <a:t>i</a:t>
            </a:r>
            <a:r>
              <a:rPr sz="1500" dirty="0">
                <a:solidFill>
                  <a:srgbClr val="464646"/>
                </a:solidFill>
                <a:latin typeface="Times New Roman"/>
                <a:cs typeface="Times New Roman"/>
              </a:rPr>
              <a:t>.e</a:t>
            </a:r>
            <a:r>
              <a:rPr sz="263" dirty="0">
                <a:solidFill>
                  <a:srgbClr val="464646"/>
                </a:solidFill>
                <a:latin typeface="PMingLiU"/>
                <a:cs typeface="PMingLiU"/>
              </a:rPr>
              <a:t>龟�</a:t>
            </a:r>
            <a:r>
              <a:rPr sz="263" spc="203" dirty="0">
                <a:solidFill>
                  <a:srgbClr val="464646"/>
                </a:solidFill>
                <a:latin typeface="PMingLiU"/>
                <a:cs typeface="PMingLiU"/>
              </a:rPr>
              <a:t>  </a:t>
            </a:r>
            <a:r>
              <a:rPr sz="1650" spc="-75" dirty="0">
                <a:solidFill>
                  <a:srgbClr val="464646"/>
                </a:solidFill>
                <a:latin typeface="PMingLiU"/>
                <a:cs typeface="PMingLiU"/>
              </a:rPr>
              <a:t>gr</a:t>
            </a:r>
            <a:r>
              <a:rPr sz="1500" spc="-75" dirty="0">
                <a:solidFill>
                  <a:srgbClr val="464646"/>
                </a:solidFill>
                <a:latin typeface="Times New Roman"/>
                <a:cs typeface="Times New Roman"/>
              </a:rPr>
              <a:t>ow</a:t>
            </a:r>
            <a:r>
              <a:rPr sz="1500" spc="-15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13131"/>
                </a:solidFill>
                <a:latin typeface="Times New Roman"/>
                <a:cs typeface="Times New Roman"/>
              </a:rPr>
              <a:t>e</a:t>
            </a:r>
            <a:r>
              <a:rPr sz="1650" dirty="0">
                <a:solidFill>
                  <a:srgbClr val="313131"/>
                </a:solidFill>
                <a:latin typeface="PMingLiU"/>
                <a:cs typeface="PMingLiU"/>
              </a:rPr>
              <a:t>.xp</a:t>
            </a:r>
            <a:r>
              <a:rPr sz="1500" dirty="0">
                <a:solidFill>
                  <a:srgbClr val="313131"/>
                </a:solidFill>
                <a:latin typeface="Times New Roman"/>
                <a:cs typeface="Times New Roman"/>
              </a:rPr>
              <a:t>onen</a:t>
            </a:r>
            <a:r>
              <a:rPr sz="1200" dirty="0">
                <a:solidFill>
                  <a:srgbClr val="313131"/>
                </a:solidFill>
                <a:latin typeface="PMingLiU"/>
                <a:cs typeface="PMingLiU"/>
              </a:rPr>
              <a:t>血且</a:t>
            </a:r>
            <a:r>
              <a:rPr sz="1200" dirty="0">
                <a:solidFill>
                  <a:srgbClr val="5D5D5D"/>
                </a:solidFill>
                <a:latin typeface="PMingLiU"/>
                <a:cs typeface="PMingLiU"/>
              </a:rPr>
              <a:t>y</a:t>
            </a:r>
            <a:r>
              <a:rPr sz="1500" dirty="0">
                <a:solidFill>
                  <a:srgbClr val="5D5D5D"/>
                </a:solidFill>
                <a:latin typeface="Times New Roman"/>
                <a:cs typeface="Times New Roman"/>
              </a:rPr>
              <a:t>w</a:t>
            </a:r>
            <a:r>
              <a:rPr sz="1125" dirty="0">
                <a:solidFill>
                  <a:srgbClr val="5D5D5D"/>
                </a:solidFill>
                <a:latin typeface="PMingLiU"/>
                <a:cs typeface="PMingLiU"/>
              </a:rPr>
              <a:t>汕</a:t>
            </a:r>
            <a:r>
              <a:rPr sz="1125" dirty="0">
                <a:solidFill>
                  <a:srgbClr val="313131"/>
                </a:solidFill>
                <a:latin typeface="PMingLiU"/>
                <a:cs typeface="PMingLiU"/>
              </a:rPr>
              <a:t>血</a:t>
            </a:r>
            <a:r>
              <a:rPr sz="1500" spc="-38" dirty="0">
                <a:solidFill>
                  <a:srgbClr val="5D5D5D"/>
                </a:solidFill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  <a:p>
            <a:pPr marL="273844" indent="-264319">
              <a:lnSpc>
                <a:spcPts val="1909"/>
              </a:lnSpc>
              <a:buClr>
                <a:srgbClr val="212121"/>
              </a:buClr>
              <a:buChar char="•"/>
              <a:tabLst>
                <a:tab pos="273844" algn="l"/>
              </a:tabLst>
            </a:pPr>
            <a:r>
              <a:rPr sz="1500" spc="206" dirty="0">
                <a:solidFill>
                  <a:srgbClr val="313131"/>
                </a:solidFill>
                <a:latin typeface="Times New Roman"/>
                <a:cs typeface="Times New Roman"/>
              </a:rPr>
              <a:t>Am</a:t>
            </a:r>
            <a:r>
              <a:rPr sz="1163" spc="206" dirty="0">
                <a:solidFill>
                  <a:srgbClr val="313131"/>
                </a:solidFill>
                <a:latin typeface="PMingLiU"/>
                <a:cs typeface="PMingLiU"/>
              </a:rPr>
              <a:t>呻</a:t>
            </a:r>
            <a:r>
              <a:rPr sz="1163" spc="98" dirty="0">
                <a:solidFill>
                  <a:srgbClr val="313131"/>
                </a:solidFill>
                <a:latin typeface="PMingLiU"/>
                <a:cs typeface="PMingLiU"/>
              </a:rPr>
              <a:t>g</a:t>
            </a:r>
            <a:r>
              <a:rPr sz="1163" spc="206" dirty="0">
                <a:solidFill>
                  <a:srgbClr val="313131"/>
                </a:solidFill>
                <a:latin typeface="PMingLiU"/>
                <a:cs typeface="PMingLiU"/>
              </a:rPr>
              <a:t>啦</a:t>
            </a:r>
            <a:r>
              <a:rPr sz="1500" spc="135" dirty="0">
                <a:solidFill>
                  <a:srgbClr val="313131"/>
                </a:solidFill>
                <a:latin typeface="Times New Roman"/>
                <a:cs typeface="Times New Roman"/>
              </a:rPr>
              <a:t>on</a:t>
            </a:r>
            <a:r>
              <a:rPr sz="1200" spc="165" dirty="0">
                <a:solidFill>
                  <a:srgbClr val="313131"/>
                </a:solidFill>
                <a:latin typeface="PMingLiU"/>
                <a:cs typeface="PMingLiU"/>
              </a:rPr>
              <a:t>叩－</a:t>
            </a:r>
            <a:r>
              <a:rPr sz="1500" spc="116" dirty="0">
                <a:solidFill>
                  <a:srgbClr val="313131"/>
                </a:solidFill>
                <a:latin typeface="Times New Roman"/>
                <a:cs typeface="Times New Roman"/>
              </a:rPr>
              <a:t>m</a:t>
            </a:r>
            <a:r>
              <a:rPr sz="1425" spc="116" dirty="0">
                <a:solidFill>
                  <a:srgbClr val="0E0E0E"/>
                </a:solidFill>
                <a:latin typeface="PMingLiU"/>
                <a:cs typeface="PMingLiU"/>
              </a:rPr>
              <a:t>illi</a:t>
            </a:r>
            <a:r>
              <a:rPr sz="1500" spc="116" dirty="0">
                <a:solidFill>
                  <a:srgbClr val="313131"/>
                </a:solidFill>
                <a:latin typeface="Times New Roman"/>
                <a:cs typeface="Times New Roman"/>
              </a:rPr>
              <a:t>on</a:t>
            </a:r>
            <a:r>
              <a:rPr sz="1500" spc="8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425" spc="-8" dirty="0">
                <a:solidFill>
                  <a:srgbClr val="212121"/>
                </a:solidFill>
                <a:latin typeface="PMingLiU"/>
                <a:cs typeface="PMingLiU"/>
              </a:rPr>
              <a:t>tr</a:t>
            </a:r>
            <a:r>
              <a:rPr sz="1425" spc="-15" dirty="0">
                <a:solidFill>
                  <a:srgbClr val="212121"/>
                </a:solidFill>
                <a:latin typeface="PMingLiU"/>
                <a:cs typeface="PMingLiU"/>
              </a:rPr>
              <a:t>邸</a:t>
            </a:r>
            <a:r>
              <a:rPr sz="1500" spc="-8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425" spc="-8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500" spc="-8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425" spc="-8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500" spc="-8" dirty="0">
                <a:solidFill>
                  <a:srgbClr val="464646"/>
                </a:solidFill>
                <a:latin typeface="Times New Roman"/>
                <a:cs typeface="Times New Roman"/>
              </a:rPr>
              <a:t>o</a:t>
            </a:r>
            <a:r>
              <a:rPr sz="1200" spc="-8" dirty="0">
                <a:solidFill>
                  <a:srgbClr val="212121"/>
                </a:solidFill>
                <a:latin typeface="PMingLiU"/>
                <a:cs typeface="PMingLiU"/>
              </a:rPr>
              <a:t>.c</a:t>
            </a:r>
            <a:r>
              <a:rPr sz="1200" spc="-8" dirty="0">
                <a:solidFill>
                  <a:srgbClr val="727474"/>
                </a:solidFill>
                <a:latin typeface="PMingLiU"/>
                <a:cs typeface="PMingLiU"/>
              </a:rPr>
              <a:t>／</a:t>
            </a:r>
            <a:r>
              <a:rPr sz="1200" spc="-15" dirty="0">
                <a:solidFill>
                  <a:srgbClr val="313131"/>
                </a:solidFill>
                <a:latin typeface="PMingLiU"/>
                <a:cs typeface="PMingLiU"/>
              </a:rPr>
              <a:t>啦</a:t>
            </a:r>
            <a:r>
              <a:rPr sz="1200" spc="-8" dirty="0">
                <a:solidFill>
                  <a:srgbClr val="313131"/>
                </a:solidFill>
                <a:latin typeface="PMingLiU"/>
                <a:cs typeface="PMingLiU"/>
              </a:rPr>
              <a:t>p</a:t>
            </a:r>
            <a:r>
              <a:rPr sz="1500" spc="-8" dirty="0">
                <a:solidFill>
                  <a:srgbClr val="313131"/>
                </a:solidFill>
                <a:latin typeface="Times New Roman"/>
                <a:cs typeface="Times New Roman"/>
              </a:rPr>
              <a:t>ba</a:t>
            </a:r>
            <a:r>
              <a:rPr sz="825" spc="-15" dirty="0">
                <a:solidFill>
                  <a:srgbClr val="313131"/>
                </a:solidFill>
                <a:latin typeface="PMingLiU"/>
                <a:cs typeface="PMingLiU"/>
              </a:rPr>
              <a:t>兀虹叩沁</a:t>
            </a:r>
            <a:r>
              <a:rPr sz="1500" spc="-8" dirty="0">
                <a:solidFill>
                  <a:srgbClr val="313131"/>
                </a:solidFill>
                <a:latin typeface="Times New Roman"/>
                <a:cs typeface="Times New Roman"/>
              </a:rPr>
              <a:t>OSSedm</a:t>
            </a:r>
            <a:r>
              <a:rPr sz="1200" spc="-15" dirty="0">
                <a:solidFill>
                  <a:srgbClr val="313131"/>
                </a:solidFill>
                <a:latin typeface="PMingLiU"/>
                <a:cs typeface="PMingLiU"/>
              </a:rPr>
              <a:t>山</a:t>
            </a:r>
            <a:r>
              <a:rPr sz="1500" spc="-8" dirty="0">
                <a:solidFill>
                  <a:srgbClr val="5D5D5D"/>
                </a:solidFill>
                <a:latin typeface="Times New Roman"/>
                <a:cs typeface="Times New Roman"/>
              </a:rPr>
              <a:t>eI9</a:t>
            </a:r>
            <a:r>
              <a:rPr sz="1425" spc="-8" dirty="0">
                <a:solidFill>
                  <a:srgbClr val="5D5D5D"/>
                </a:solidFill>
                <a:latin typeface="PMingLiU"/>
                <a:cs typeface="PMingLiU"/>
              </a:rPr>
              <a:t>8，</a:t>
            </a:r>
            <a:r>
              <a:rPr sz="1500" spc="-8" dirty="0">
                <a:solidFill>
                  <a:srgbClr val="5D5D5D"/>
                </a:solidFill>
                <a:latin typeface="Times New Roman"/>
                <a:cs typeface="Times New Roman"/>
              </a:rPr>
              <a:t>0“</a:t>
            </a:r>
            <a:r>
              <a:rPr sz="1688" spc="-8" dirty="0">
                <a:solidFill>
                  <a:srgbClr val="5D5D5D"/>
                </a:solidFill>
                <a:latin typeface="PMingLiU"/>
                <a:cs typeface="PMingLiU"/>
              </a:rPr>
              <a:t>s-</a:t>
            </a:r>
            <a:endParaRPr sz="1688">
              <a:latin typeface="PMingLiU"/>
              <a:cs typeface="PMingLiU"/>
            </a:endParaRPr>
          </a:p>
          <a:p>
            <a:pPr marL="567214">
              <a:lnSpc>
                <a:spcPts val="2100"/>
              </a:lnSpc>
            </a:pPr>
            <a:r>
              <a:rPr sz="1500" spc="-68" dirty="0">
                <a:solidFill>
                  <a:srgbClr val="464646"/>
                </a:solidFill>
                <a:latin typeface="Times New Roman"/>
                <a:cs typeface="Times New Roman"/>
              </a:rPr>
              <a:t>2300</a:t>
            </a:r>
            <a:r>
              <a:rPr sz="1500" spc="-23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425" spc="-19" dirty="0">
                <a:solidFill>
                  <a:srgbClr val="313131"/>
                </a:solidFill>
                <a:latin typeface="PMingLiU"/>
                <a:cs typeface="PMingLiU"/>
              </a:rPr>
              <a:t>tr</a:t>
            </a:r>
            <a:r>
              <a:rPr sz="1425" spc="-41" dirty="0">
                <a:solidFill>
                  <a:srgbClr val="313131"/>
                </a:solidFill>
                <a:latin typeface="PMingLiU"/>
                <a:cs typeface="PMingLiU"/>
              </a:rPr>
              <a:t>皿</a:t>
            </a:r>
            <a:r>
              <a:rPr sz="1500" spc="-19" dirty="0">
                <a:solidFill>
                  <a:srgbClr val="313131"/>
                </a:solidFill>
                <a:latin typeface="Times New Roman"/>
                <a:cs typeface="Times New Roman"/>
              </a:rPr>
              <a:t>s</a:t>
            </a:r>
            <a:r>
              <a:rPr sz="1425" spc="-19" dirty="0">
                <a:solidFill>
                  <a:srgbClr val="313131"/>
                </a:solidFill>
                <a:latin typeface="PMingLiU"/>
                <a:cs typeface="PMingLiU"/>
              </a:rPr>
              <a:t>i</a:t>
            </a:r>
            <a:r>
              <a:rPr sz="1500" spc="-19" dirty="0">
                <a:solidFill>
                  <a:srgbClr val="5D5D5D"/>
                </a:solidFill>
                <a:latin typeface="Times New Roman"/>
                <a:cs typeface="Times New Roman"/>
              </a:rPr>
              <a:t>s</a:t>
            </a:r>
            <a:r>
              <a:rPr sz="1425" spc="-19" dirty="0">
                <a:solidFill>
                  <a:srgbClr val="5D5D5D"/>
                </a:solidFill>
                <a:latin typeface="PMingLiU"/>
                <a:cs typeface="PMingLiU"/>
              </a:rPr>
              <a:t>t</a:t>
            </a:r>
            <a:r>
              <a:rPr sz="1500" spc="-19" dirty="0">
                <a:solidFill>
                  <a:srgbClr val="5D5D5D"/>
                </a:solidFill>
                <a:latin typeface="Times New Roman"/>
                <a:cs typeface="Times New Roman"/>
              </a:rPr>
              <a:t>ors</a:t>
            </a:r>
            <a:r>
              <a:rPr sz="525" spc="-23" dirty="0">
                <a:solidFill>
                  <a:srgbClr val="5D5D5D"/>
                </a:solidFill>
                <a:latin typeface="PMingLiU"/>
                <a:cs typeface="PMingLiU"/>
              </a:rPr>
              <a:t>》</a:t>
            </a:r>
            <a:r>
              <a:rPr sz="1500" dirty="0">
                <a:solidFill>
                  <a:srgbClr val="313131"/>
                </a:solidFill>
                <a:latin typeface="Times New Roman"/>
                <a:cs typeface="Times New Roman"/>
              </a:rPr>
              <a:t>l</a:t>
            </a:r>
            <a:r>
              <a:rPr sz="1500" spc="79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500" spc="90" dirty="0">
                <a:solidFill>
                  <a:srgbClr val="464646"/>
                </a:solidFill>
                <a:latin typeface="Times New Roman"/>
                <a:cs typeface="Times New Roman"/>
              </a:rPr>
              <a:t>MHzc</a:t>
            </a:r>
            <a:r>
              <a:rPr sz="1500" spc="90" dirty="0">
                <a:solidFill>
                  <a:srgbClr val="212121"/>
                </a:solidFill>
                <a:latin typeface="Times New Roman"/>
                <a:cs typeface="Times New Roman"/>
              </a:rPr>
              <a:t>l</a:t>
            </a:r>
            <a:r>
              <a:rPr sz="1500" spc="90" dirty="0">
                <a:solidFill>
                  <a:srgbClr val="464646"/>
                </a:solidFill>
                <a:latin typeface="Times New Roman"/>
                <a:cs typeface="Times New Roman"/>
              </a:rPr>
              <a:t>o</a:t>
            </a:r>
            <a:r>
              <a:rPr sz="1275" spc="139" dirty="0">
                <a:solidFill>
                  <a:srgbClr val="464646"/>
                </a:solidFill>
                <a:latin typeface="PMingLiU"/>
                <a:cs typeface="PMingLiU"/>
              </a:rPr>
              <a:t>心</a:t>
            </a:r>
            <a:r>
              <a:rPr spc="98" dirty="0">
                <a:solidFill>
                  <a:srgbClr val="464646"/>
                </a:solidFill>
                <a:latin typeface="Times New Roman"/>
                <a:cs typeface="Times New Roman"/>
              </a:rPr>
              <a:t>0</a:t>
            </a:r>
            <a:r>
              <a:rPr sz="1200" spc="127" dirty="0">
                <a:solidFill>
                  <a:srgbClr val="464646"/>
                </a:solidFill>
                <a:latin typeface="PMingLiU"/>
                <a:cs typeface="PMingLiU"/>
              </a:rPr>
              <a:t>血</a:t>
            </a:r>
            <a:r>
              <a:rPr sz="1500" spc="71" dirty="0">
                <a:solidFill>
                  <a:srgbClr val="464646"/>
                </a:solidFill>
                <a:latin typeface="Times New Roman"/>
                <a:cs typeface="Times New Roman"/>
              </a:rPr>
              <a:t>4004)</a:t>
            </a:r>
            <a:r>
              <a:rPr sz="1500" spc="-49" dirty="0">
                <a:solidFill>
                  <a:srgbClr val="727474"/>
                </a:solidFill>
                <a:latin typeface="Times New Roman"/>
                <a:cs typeface="Times New Roman"/>
              </a:rPr>
              <a:t>- </a:t>
            </a:r>
            <a:r>
              <a:rPr sz="1500" spc="-15" dirty="0">
                <a:solidFill>
                  <a:srgbClr val="212121"/>
                </a:solidFill>
                <a:latin typeface="Times New Roman"/>
                <a:cs typeface="Times New Roman"/>
              </a:rPr>
              <a:t>1911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2728" y="1933960"/>
            <a:ext cx="2894647" cy="8304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9525">
              <a:spcBef>
                <a:spcPts val="180"/>
              </a:spcBef>
            </a:pPr>
            <a:r>
              <a:rPr sz="1500" spc="-15" dirty="0">
                <a:solidFill>
                  <a:srgbClr val="313131"/>
                </a:solidFill>
                <a:latin typeface="Times New Roman"/>
                <a:cs typeface="Times New Roman"/>
              </a:rPr>
              <a:t>42</a:t>
            </a:r>
            <a:r>
              <a:rPr sz="1500" spc="-38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rgbClr val="212121"/>
                </a:solidFill>
                <a:latin typeface="Times New Roman"/>
                <a:cs typeface="Times New Roman"/>
              </a:rPr>
              <a:t>M</a:t>
            </a:r>
            <a:r>
              <a:rPr sz="1425" spc="-15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425" spc="-23" dirty="0">
                <a:solidFill>
                  <a:srgbClr val="464646"/>
                </a:solidFill>
                <a:latin typeface="PMingLiU"/>
                <a:cs typeface="PMingLiU"/>
              </a:rPr>
              <a:t>ll</a:t>
            </a:r>
            <a:r>
              <a:rPr sz="1425" spc="-11" dirty="0">
                <a:solidFill>
                  <a:srgbClr val="464646"/>
                </a:solidFill>
                <a:latin typeface="PMingLiU"/>
                <a:cs typeface="PMingLiU"/>
              </a:rPr>
              <a:t>i</a:t>
            </a:r>
            <a:r>
              <a:rPr sz="1500" spc="-11" dirty="0">
                <a:solidFill>
                  <a:srgbClr val="464646"/>
                </a:solidFill>
                <a:latin typeface="Times New Roman"/>
                <a:cs typeface="Times New Roman"/>
              </a:rPr>
              <a:t>on</a:t>
            </a:r>
            <a:r>
              <a:rPr sz="1500" spc="-578" dirty="0">
                <a:solidFill>
                  <a:srgbClr val="464646"/>
                </a:solidFill>
                <a:latin typeface="Times New Roman"/>
                <a:cs typeface="Times New Roman"/>
              </a:rPr>
              <a:t>�</a:t>
            </a:r>
            <a:r>
              <a:rPr sz="1500" spc="-15" dirty="0">
                <a:solidFill>
                  <a:srgbClr val="464646"/>
                </a:solidFill>
                <a:latin typeface="Times New Roman"/>
                <a:cs typeface="Times New Roman"/>
              </a:rPr>
              <a:t>2</a:t>
            </a:r>
            <a:r>
              <a:rPr sz="1163" spc="311" dirty="0">
                <a:solidFill>
                  <a:srgbClr val="464646"/>
                </a:solidFill>
                <a:latin typeface="PMingLiU"/>
                <a:cs typeface="PMingLiU"/>
              </a:rPr>
              <a:t>沺飞吐</a:t>
            </a:r>
            <a:r>
              <a:rPr sz="1500" spc="161" dirty="0">
                <a:solidFill>
                  <a:srgbClr val="464646"/>
                </a:solidFill>
                <a:latin typeface="Times New Roman"/>
                <a:cs typeface="Times New Roman"/>
              </a:rPr>
              <a:t>(In</a:t>
            </a:r>
            <a:r>
              <a:rPr sz="1425" spc="161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425" spc="161" dirty="0">
                <a:solidFill>
                  <a:srgbClr val="464646"/>
                </a:solidFill>
                <a:latin typeface="Times New Roman"/>
                <a:cs typeface="Times New Roman"/>
              </a:rPr>
              <a:t>dP</a:t>
            </a:r>
            <a:r>
              <a:rPr sz="1350" spc="363" dirty="0">
                <a:solidFill>
                  <a:srgbClr val="464646"/>
                </a:solidFill>
                <a:latin typeface="PMingLiU"/>
                <a:cs typeface="PMingLiU"/>
              </a:rPr>
              <a:t>外</a:t>
            </a:r>
            <a:r>
              <a:rPr sz="1500" spc="150" dirty="0">
                <a:solidFill>
                  <a:srgbClr val="464646"/>
                </a:solidFill>
                <a:latin typeface="Times New Roman"/>
                <a:cs typeface="Times New Roman"/>
              </a:rPr>
              <a:t>2OOI</a:t>
            </a:r>
            <a:endParaRPr sz="1500">
              <a:latin typeface="Times New Roman"/>
              <a:cs typeface="Times New Roman"/>
            </a:endParaRPr>
          </a:p>
          <a:p>
            <a:pPr marL="17145">
              <a:spcBef>
                <a:spcPts val="109"/>
              </a:spcBef>
            </a:pPr>
            <a:r>
              <a:rPr sz="1500" spc="-68" dirty="0">
                <a:solidFill>
                  <a:srgbClr val="212121"/>
                </a:solidFill>
                <a:latin typeface="Times New Roman"/>
                <a:cs typeface="Times New Roman"/>
              </a:rPr>
              <a:t>140</a:t>
            </a:r>
            <a:r>
              <a:rPr sz="1500" spc="-9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500" spc="-15" dirty="0">
                <a:solidFill>
                  <a:srgbClr val="313131"/>
                </a:solidFill>
                <a:latin typeface="Times New Roman"/>
                <a:cs typeface="Times New Roman"/>
              </a:rPr>
              <a:t>M</a:t>
            </a:r>
            <a:r>
              <a:rPr sz="1425" spc="-15" dirty="0">
                <a:solidFill>
                  <a:srgbClr val="313131"/>
                </a:solidFill>
                <a:latin typeface="PMingLiU"/>
                <a:cs typeface="PMingLiU"/>
              </a:rPr>
              <a:t>illio</a:t>
            </a:r>
            <a:r>
              <a:rPr sz="1500" spc="-15" dirty="0">
                <a:solidFill>
                  <a:srgbClr val="313131"/>
                </a:solidFill>
                <a:latin typeface="Times New Roman"/>
                <a:cs typeface="Times New Roman"/>
              </a:rPr>
              <a:t>n</a:t>
            </a:r>
            <a:r>
              <a:rPr sz="1500" spc="-86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425" spc="45" dirty="0">
                <a:solidFill>
                  <a:srgbClr val="464646"/>
                </a:solidFill>
                <a:latin typeface="PMingLiU"/>
                <a:cs typeface="PMingLiU"/>
              </a:rPr>
              <a:t>tr</a:t>
            </a:r>
            <a:r>
              <a:rPr sz="1500" spc="45" dirty="0">
                <a:solidFill>
                  <a:srgbClr val="212121"/>
                </a:solidFill>
                <a:latin typeface="Times New Roman"/>
                <a:cs typeface="Times New Roman"/>
              </a:rPr>
              <a:t>a</a:t>
            </a:r>
            <a:r>
              <a:rPr sz="1500" spc="45" dirty="0">
                <a:solidFill>
                  <a:srgbClr val="464646"/>
                </a:solidFill>
                <a:latin typeface="Times New Roman"/>
                <a:cs typeface="Times New Roman"/>
              </a:rPr>
              <a:t>n</a:t>
            </a:r>
            <a:r>
              <a:rPr sz="1425" spc="45" dirty="0">
                <a:solidFill>
                  <a:srgbClr val="464646"/>
                </a:solidFill>
                <a:latin typeface="PMingLiU"/>
                <a:cs typeface="PMingLiU"/>
              </a:rPr>
              <a:t>si</a:t>
            </a:r>
            <a:r>
              <a:rPr sz="1500" spc="45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425" spc="45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500" spc="45" dirty="0">
                <a:solidFill>
                  <a:srgbClr val="464646"/>
                </a:solidFill>
                <a:latin typeface="Times New Roman"/>
                <a:cs typeface="Times New Roman"/>
              </a:rPr>
              <a:t>or</a:t>
            </a:r>
            <a:r>
              <a:rPr sz="1200" spc="105" dirty="0">
                <a:solidFill>
                  <a:srgbClr val="464646"/>
                </a:solidFill>
                <a:latin typeface="PMingLiU"/>
                <a:cs typeface="PMingLiU"/>
              </a:rPr>
              <a:t>佃陕</a:t>
            </a:r>
            <a:r>
              <a:rPr sz="1500" spc="68" dirty="0">
                <a:solidFill>
                  <a:srgbClr val="464646"/>
                </a:solidFill>
                <a:latin typeface="Times New Roman"/>
                <a:cs typeface="Times New Roman"/>
              </a:rPr>
              <a:t>85OO)</a:t>
            </a:r>
            <a:endParaRPr sz="1500">
              <a:latin typeface="Times New Roman"/>
              <a:cs typeface="Times New Roman"/>
            </a:endParaRPr>
          </a:p>
          <a:p>
            <a:pPr marR="16193" algn="r">
              <a:spcBef>
                <a:spcPts val="1241"/>
              </a:spcBef>
            </a:pPr>
            <a:r>
              <a:rPr sz="1125" spc="60" dirty="0">
                <a:solidFill>
                  <a:srgbClr val="3B4FA3"/>
                </a:solidFill>
                <a:latin typeface="PMingLiU"/>
                <a:cs typeface="PMingLiU"/>
              </a:rPr>
              <a:t>t</a:t>
            </a:r>
            <a:r>
              <a:rPr sz="1163" spc="60" dirty="0">
                <a:solidFill>
                  <a:srgbClr val="3B4FA3"/>
                </a:solidFill>
                <a:latin typeface="Times New Roman"/>
                <a:cs typeface="Times New Roman"/>
              </a:rPr>
              <a:t>rans</a:t>
            </a:r>
            <a:r>
              <a:rPr sz="1013" spc="60" dirty="0">
                <a:solidFill>
                  <a:srgbClr val="5767A3"/>
                </a:solidFill>
                <a:latin typeface="PMingLiU"/>
                <a:cs typeface="PMingLiU"/>
              </a:rPr>
              <a:t>i</a:t>
            </a:r>
            <a:r>
              <a:rPr sz="1163" spc="60" dirty="0">
                <a:solidFill>
                  <a:srgbClr val="3B4FA3"/>
                </a:solidFill>
                <a:latin typeface="Times New Roman"/>
                <a:cs typeface="Times New Roman"/>
              </a:rPr>
              <a:t>s</a:t>
            </a:r>
            <a:r>
              <a:rPr sz="1125" spc="60" dirty="0">
                <a:solidFill>
                  <a:srgbClr val="3B4FA3"/>
                </a:solidFill>
                <a:latin typeface="PMingLiU"/>
                <a:cs typeface="PMingLiU"/>
              </a:rPr>
              <a:t>t</a:t>
            </a:r>
            <a:r>
              <a:rPr sz="1163" spc="60" dirty="0">
                <a:solidFill>
                  <a:srgbClr val="3B4FA3"/>
                </a:solidFill>
                <a:latin typeface="Times New Roman"/>
                <a:cs typeface="Times New Roman"/>
              </a:rPr>
              <a:t>ors</a:t>
            </a:r>
            <a:endParaRPr sz="116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0826" y="2028492"/>
            <a:ext cx="307181" cy="1424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863" spc="-45" dirty="0">
                <a:solidFill>
                  <a:srgbClr val="5D5D5D"/>
                </a:solidFill>
                <a:latin typeface="Times New Roman"/>
                <a:cs typeface="Times New Roman"/>
              </a:rPr>
              <a:t>1E</a:t>
            </a:r>
            <a:r>
              <a:rPr sz="825" spc="-45" dirty="0">
                <a:solidFill>
                  <a:srgbClr val="5D5D5D"/>
                </a:solidFill>
                <a:latin typeface="PMingLiU"/>
                <a:cs typeface="PMingLiU"/>
              </a:rPr>
              <a:t>+-</a:t>
            </a:r>
            <a:r>
              <a:rPr sz="825" spc="-19" dirty="0">
                <a:solidFill>
                  <a:srgbClr val="5D5D5D"/>
                </a:solidFill>
                <a:latin typeface="PMingLiU"/>
                <a:cs typeface="PMingLiU"/>
              </a:rPr>
              <a:t>0</a:t>
            </a:r>
            <a:r>
              <a:rPr sz="863" spc="-19" dirty="0">
                <a:solidFill>
                  <a:srgbClr val="5D5D5D"/>
                </a:solidFill>
                <a:latin typeface="Times New Roman"/>
                <a:cs typeface="Times New Roman"/>
              </a:rPr>
              <a:t>8</a:t>
            </a:r>
            <a:endParaRPr sz="86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5992" y="2848691"/>
            <a:ext cx="892016" cy="1193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563" spc="116" dirty="0">
                <a:solidFill>
                  <a:srgbClr val="6979B1"/>
                </a:solidFill>
                <a:latin typeface="Segoe UI Symbol"/>
                <a:cs typeface="Segoe UI Symbol"/>
              </a:rPr>
              <a:t>Pen</a:t>
            </a:r>
            <a:r>
              <a:rPr sz="713" spc="116" dirty="0">
                <a:solidFill>
                  <a:srgbClr val="6979B1"/>
                </a:solidFill>
                <a:latin typeface="PMingLiU"/>
                <a:cs typeface="PMingLiU"/>
              </a:rPr>
              <a:t>t</a:t>
            </a:r>
            <a:r>
              <a:rPr sz="563" spc="116" dirty="0">
                <a:solidFill>
                  <a:srgbClr val="8991BF"/>
                </a:solidFill>
                <a:latin typeface="Segoe UI Symbol"/>
                <a:cs typeface="Segoe UI Symbol"/>
              </a:rPr>
              <a:t>l</a:t>
            </a:r>
            <a:r>
              <a:rPr sz="563" spc="116" dirty="0">
                <a:solidFill>
                  <a:srgbClr val="6979B1"/>
                </a:solidFill>
                <a:latin typeface="Segoe UI Symbol"/>
                <a:cs typeface="Segoe UI Symbol"/>
              </a:rPr>
              <a:t>vm</a:t>
            </a:r>
            <a:r>
              <a:rPr sz="675" spc="116" dirty="0">
                <a:solidFill>
                  <a:srgbClr val="8991BF"/>
                </a:solidFill>
                <a:latin typeface="PMingLiU"/>
                <a:cs typeface="PMingLiU"/>
              </a:rPr>
              <a:t>tt</a:t>
            </a:r>
            <a:r>
              <a:rPr sz="563" spc="116" dirty="0">
                <a:solidFill>
                  <a:srgbClr val="5767A3"/>
                </a:solidFill>
                <a:latin typeface="Segoe UI Symbol"/>
                <a:cs typeface="Segoe UI Symbol"/>
              </a:rPr>
              <a:t>4P</a:t>
            </a:r>
            <a:r>
              <a:rPr sz="450" spc="199" dirty="0">
                <a:solidFill>
                  <a:srgbClr val="5767A3"/>
                </a:solidFill>
                <a:latin typeface="PMingLiU"/>
                <a:cs typeface="PMingLiU"/>
              </a:rPr>
              <a:t>心</a:t>
            </a:r>
            <a:r>
              <a:rPr sz="563" spc="105" dirty="0">
                <a:solidFill>
                  <a:srgbClr val="5767A3"/>
                </a:solidFill>
                <a:latin typeface="Segoe UI Symbol"/>
                <a:cs typeface="Segoe UI Symbol"/>
              </a:rPr>
              <a:t>essor</a:t>
            </a:r>
            <a:endParaRPr sz="563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3629" y="2816994"/>
            <a:ext cx="641508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90" dirty="0">
                <a:solidFill>
                  <a:srgbClr val="5767A3"/>
                </a:solidFill>
                <a:latin typeface="Times New Roman"/>
                <a:cs typeface="Times New Roman"/>
              </a:rPr>
              <a:t>100</a:t>
            </a:r>
            <a:r>
              <a:rPr sz="750" spc="90" dirty="0">
                <a:solidFill>
                  <a:srgbClr val="8991BF"/>
                </a:solidFill>
                <a:latin typeface="Times New Roman"/>
                <a:cs typeface="Times New Roman"/>
              </a:rPr>
              <a:t>,</a:t>
            </a:r>
            <a:r>
              <a:rPr sz="750" spc="90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r>
              <a:rPr sz="750" spc="90" dirty="0">
                <a:solidFill>
                  <a:srgbClr val="8991BF"/>
                </a:solidFill>
                <a:latin typeface="Times New Roman"/>
                <a:cs typeface="Times New Roman"/>
              </a:rPr>
              <a:t>,</a:t>
            </a:r>
            <a:r>
              <a:rPr sz="750" spc="90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8280" y="2980249"/>
            <a:ext cx="989171" cy="22890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60" dirty="0">
                <a:solidFill>
                  <a:srgbClr val="3B4FA3"/>
                </a:solidFill>
                <a:latin typeface="Segoe UI Symbol"/>
                <a:cs typeface="Segoe UI Symbol"/>
              </a:rPr>
              <a:t>MOOR</a:t>
            </a:r>
            <a:r>
              <a:rPr sz="1425" spc="60" dirty="0">
                <a:solidFill>
                  <a:srgbClr val="5767A3"/>
                </a:solidFill>
                <a:latin typeface="PMingLiU"/>
                <a:cs typeface="PMingLiU"/>
              </a:rPr>
              <a:t>j:</a:t>
            </a:r>
            <a:r>
              <a:rPr sz="975" spc="60" dirty="0">
                <a:solidFill>
                  <a:srgbClr val="5767A3"/>
                </a:solidFill>
                <a:latin typeface="Segoe UI Symbol"/>
                <a:cs typeface="Segoe UI Symbol"/>
              </a:rPr>
              <a:t>'</a:t>
            </a:r>
            <a:r>
              <a:rPr sz="975" spc="60" dirty="0">
                <a:solidFill>
                  <a:srgbClr val="3B4FA3"/>
                </a:solidFill>
                <a:latin typeface="Segoe UI Symbol"/>
                <a:cs typeface="Segoe UI Symbol"/>
              </a:rPr>
              <a:t>S</a:t>
            </a:r>
            <a:r>
              <a:rPr sz="975" spc="195" dirty="0">
                <a:solidFill>
                  <a:srgbClr val="3B4FA3"/>
                </a:solidFill>
                <a:latin typeface="Segoe UI Symbol"/>
                <a:cs typeface="Segoe UI Symbol"/>
              </a:rPr>
              <a:t> </a:t>
            </a:r>
            <a:r>
              <a:rPr sz="975" spc="56" dirty="0">
                <a:solidFill>
                  <a:srgbClr val="3B4FA3"/>
                </a:solidFill>
                <a:latin typeface="Segoe UI Symbol"/>
                <a:cs typeface="Segoe UI Symbol"/>
              </a:rPr>
              <a:t>LAW</a:t>
            </a:r>
            <a:endParaRPr sz="975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16639" y="3409423"/>
            <a:ext cx="24574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90" dirty="0">
                <a:solidFill>
                  <a:srgbClr val="6979B1"/>
                </a:solidFill>
                <a:latin typeface="Times New Roman"/>
                <a:cs typeface="Times New Roman"/>
              </a:rPr>
              <a:t>488</a:t>
            </a:r>
            <a:r>
              <a:rPr sz="300" spc="34" dirty="0">
                <a:solidFill>
                  <a:srgbClr val="97A3C8"/>
                </a:solidFill>
                <a:latin typeface="PMingLiU"/>
                <a:cs typeface="PMingLiU"/>
              </a:rPr>
              <a:t>八</a:t>
            </a:r>
            <a:endParaRPr sz="30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7114" y="4470017"/>
            <a:ext cx="220980" cy="962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563" spc="75" dirty="0">
                <a:solidFill>
                  <a:srgbClr val="6979B1"/>
                </a:solidFill>
                <a:latin typeface="Segoe UI Symbol"/>
                <a:cs typeface="Segoe UI Symbol"/>
              </a:rPr>
              <a:t>4004</a:t>
            </a:r>
            <a:endParaRPr sz="563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7576" y="4654871"/>
            <a:ext cx="27051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101" dirty="0">
                <a:solidFill>
                  <a:srgbClr val="5767A3"/>
                </a:solidFill>
                <a:latin typeface="Times New Roman"/>
                <a:cs typeface="Times New Roman"/>
              </a:rPr>
              <a:t>1970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8045" y="4654871"/>
            <a:ext cx="27432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109" dirty="0">
                <a:solidFill>
                  <a:srgbClr val="5767A3"/>
                </a:solidFill>
                <a:latin typeface="Times New Roman"/>
                <a:cs typeface="Times New Roman"/>
              </a:rPr>
              <a:t>1975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5579" y="4654871"/>
            <a:ext cx="27813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116" dirty="0">
                <a:solidFill>
                  <a:srgbClr val="5767A3"/>
                </a:solidFill>
                <a:latin typeface="Times New Roman"/>
                <a:cs typeface="Times New Roman"/>
              </a:rPr>
              <a:t>1980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23629" y="3140137"/>
            <a:ext cx="574358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86" dirty="0">
                <a:solidFill>
                  <a:srgbClr val="5767A3"/>
                </a:solidFill>
                <a:latin typeface="Times New Roman"/>
                <a:cs typeface="Times New Roman"/>
              </a:rPr>
              <a:t>10</a:t>
            </a:r>
            <a:r>
              <a:rPr sz="750" spc="86" dirty="0">
                <a:solidFill>
                  <a:srgbClr val="82879C"/>
                </a:solidFill>
                <a:latin typeface="Times New Roman"/>
                <a:cs typeface="Times New Roman"/>
              </a:rPr>
              <a:t>,</a:t>
            </a:r>
            <a:r>
              <a:rPr sz="750" spc="86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r>
              <a:rPr sz="750" spc="86" dirty="0">
                <a:solidFill>
                  <a:srgbClr val="97A3C8"/>
                </a:solidFill>
                <a:latin typeface="Times New Roman"/>
                <a:cs typeface="Times New Roman"/>
              </a:rPr>
              <a:t>,</a:t>
            </a:r>
            <a:r>
              <a:rPr sz="750" spc="86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3630" y="3490209"/>
            <a:ext cx="507206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83" dirty="0">
                <a:solidFill>
                  <a:srgbClr val="5767A3"/>
                </a:solidFill>
                <a:latin typeface="Times New Roman"/>
                <a:cs typeface="Times New Roman"/>
              </a:rPr>
              <a:t>1</a:t>
            </a:r>
            <a:r>
              <a:rPr sz="750" spc="83" dirty="0">
                <a:solidFill>
                  <a:srgbClr val="727474"/>
                </a:solidFill>
                <a:latin typeface="Times New Roman"/>
                <a:cs typeface="Times New Roman"/>
              </a:rPr>
              <a:t>,</a:t>
            </a:r>
            <a:r>
              <a:rPr sz="750" spc="83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r>
              <a:rPr sz="750" spc="83" dirty="0">
                <a:solidFill>
                  <a:srgbClr val="82879C"/>
                </a:solidFill>
                <a:latin typeface="Times New Roman"/>
                <a:cs typeface="Times New Roman"/>
              </a:rPr>
              <a:t>,</a:t>
            </a:r>
            <a:r>
              <a:rPr sz="750" spc="83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23629" y="3867209"/>
            <a:ext cx="412909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83" dirty="0">
                <a:solidFill>
                  <a:srgbClr val="5767A3"/>
                </a:solidFill>
                <a:latin typeface="Times New Roman"/>
                <a:cs typeface="Times New Roman"/>
              </a:rPr>
              <a:t>100</a:t>
            </a:r>
            <a:r>
              <a:rPr sz="750" spc="83" dirty="0">
                <a:solidFill>
                  <a:srgbClr val="8991BF"/>
                </a:solidFill>
                <a:latin typeface="Times New Roman"/>
                <a:cs typeface="Times New Roman"/>
              </a:rPr>
              <a:t>,</a:t>
            </a:r>
            <a:r>
              <a:rPr sz="750" spc="83" dirty="0">
                <a:solidFill>
                  <a:srgbClr val="5767A3"/>
                </a:solidFill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3629" y="4217281"/>
            <a:ext cx="345757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71" dirty="0">
                <a:solidFill>
                  <a:srgbClr val="5767A3"/>
                </a:solidFill>
                <a:latin typeface="Times New Roman"/>
                <a:cs typeface="Times New Roman"/>
              </a:rPr>
              <a:t>10</a:t>
            </a:r>
            <a:r>
              <a:rPr sz="750" spc="71" dirty="0">
                <a:solidFill>
                  <a:srgbClr val="82879C"/>
                </a:solidFill>
                <a:latin typeface="Times New Roman"/>
                <a:cs typeface="Times New Roman"/>
              </a:rPr>
              <a:t>,</a:t>
            </a:r>
            <a:r>
              <a:rPr sz="750" spc="71" dirty="0">
                <a:solidFill>
                  <a:srgbClr val="6979B1"/>
                </a:solidFill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30975" y="4547156"/>
            <a:ext cx="47101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1930">
              <a:lnSpc>
                <a:spcPts val="874"/>
              </a:lnSpc>
              <a:spcBef>
                <a:spcPts val="75"/>
              </a:spcBef>
            </a:pPr>
            <a:r>
              <a:rPr sz="750" spc="116" dirty="0">
                <a:solidFill>
                  <a:srgbClr val="5767A3"/>
                </a:solidFill>
                <a:latin typeface="Times New Roman"/>
                <a:cs typeface="Times New Roman"/>
              </a:rPr>
              <a:t>1000</a:t>
            </a:r>
            <a:endParaRPr sz="750">
              <a:latin typeface="Times New Roman"/>
              <a:cs typeface="Times New Roman"/>
            </a:endParaRPr>
          </a:p>
          <a:p>
            <a:pPr marL="9525">
              <a:lnSpc>
                <a:spcPts val="874"/>
              </a:lnSpc>
            </a:pPr>
            <a:r>
              <a:rPr sz="750" spc="131" dirty="0">
                <a:solidFill>
                  <a:srgbClr val="5767A3"/>
                </a:solidFill>
                <a:latin typeface="Times New Roman"/>
                <a:cs typeface="Times New Roman"/>
              </a:rPr>
              <a:t>2000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89836" y="4654871"/>
            <a:ext cx="1250156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486728" algn="l"/>
                <a:tab pos="977265" algn="l"/>
              </a:tabLst>
            </a:pPr>
            <a:r>
              <a:rPr sz="750" spc="124" dirty="0">
                <a:solidFill>
                  <a:srgbClr val="5767A3"/>
                </a:solidFill>
                <a:latin typeface="Times New Roman"/>
                <a:cs typeface="Times New Roman"/>
              </a:rPr>
              <a:t>1985</a:t>
            </a:r>
            <a:r>
              <a:rPr sz="750" dirty="0">
                <a:solidFill>
                  <a:srgbClr val="5767A3"/>
                </a:solidFill>
                <a:latin typeface="Times New Roman"/>
                <a:cs typeface="Times New Roman"/>
              </a:rPr>
              <a:t>	</a:t>
            </a:r>
            <a:r>
              <a:rPr sz="750" spc="116" dirty="0">
                <a:solidFill>
                  <a:srgbClr val="5767A3"/>
                </a:solidFill>
                <a:latin typeface="Times New Roman"/>
                <a:cs typeface="Times New Roman"/>
              </a:rPr>
              <a:t>1990</a:t>
            </a:r>
            <a:r>
              <a:rPr sz="750" dirty="0">
                <a:solidFill>
                  <a:srgbClr val="5767A3"/>
                </a:solidFill>
                <a:latin typeface="Times New Roman"/>
                <a:cs typeface="Times New Roman"/>
              </a:rPr>
              <a:t>	</a:t>
            </a:r>
            <a:r>
              <a:rPr sz="750" spc="124" dirty="0">
                <a:solidFill>
                  <a:srgbClr val="5767A3"/>
                </a:solidFill>
                <a:latin typeface="Times New Roman"/>
                <a:cs typeface="Times New Roman"/>
              </a:rPr>
              <a:t>1995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20657" y="4891056"/>
            <a:ext cx="2186940" cy="20582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13" dirty="0">
                <a:solidFill>
                  <a:srgbClr val="313131"/>
                </a:solidFill>
                <a:latin typeface="Times New Roman"/>
                <a:cs typeface="Times New Roman"/>
              </a:rPr>
              <a:t>Sou</a:t>
            </a:r>
            <a:r>
              <a:rPr sz="1013" dirty="0">
                <a:solidFill>
                  <a:srgbClr val="5D5D5D"/>
                </a:solidFill>
                <a:latin typeface="Times New Roman"/>
                <a:cs typeface="Times New Roman"/>
              </a:rPr>
              <a:t>rce</a:t>
            </a:r>
            <a:r>
              <a:rPr sz="1013" dirty="0">
                <a:solidFill>
                  <a:srgbClr val="212121"/>
                </a:solidFill>
                <a:latin typeface="Times New Roman"/>
                <a:cs typeface="Times New Roman"/>
              </a:rPr>
              <a:t>:</a:t>
            </a:r>
            <a:r>
              <a:rPr sz="1013" spc="-38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In</a:t>
            </a:r>
            <a:r>
              <a:rPr sz="975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013" dirty="0">
                <a:solidFill>
                  <a:srgbClr val="464646"/>
                </a:solidFill>
                <a:latin typeface="Times New Roman"/>
                <a:cs typeface="Times New Roman"/>
              </a:rPr>
              <a:t>el</a:t>
            </a:r>
            <a:r>
              <a:rPr sz="1013" spc="56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013" dirty="0">
                <a:solidFill>
                  <a:srgbClr val="464646"/>
                </a:solidFill>
                <a:latin typeface="Times New Roman"/>
                <a:cs typeface="Times New Roman"/>
              </a:rPr>
              <a:t>web</a:t>
            </a:r>
            <a:r>
              <a:rPr sz="1013" spc="68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275" spc="-26" dirty="0">
                <a:solidFill>
                  <a:srgbClr val="464646"/>
                </a:solidFill>
                <a:latin typeface="PMingLiU"/>
                <a:cs typeface="PMingLiU"/>
              </a:rPr>
              <a:t>p</a:t>
            </a:r>
            <a:r>
              <a:rPr sz="1013" spc="-26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275" spc="-26" dirty="0">
                <a:solidFill>
                  <a:srgbClr val="464646"/>
                </a:solidFill>
                <a:latin typeface="PMingLiU"/>
                <a:cs typeface="PMingLiU"/>
              </a:rPr>
              <a:t>g</a:t>
            </a:r>
            <a:r>
              <a:rPr sz="1013" spc="-26" dirty="0">
                <a:solidFill>
                  <a:srgbClr val="464646"/>
                </a:solidFill>
                <a:latin typeface="Times New Roman"/>
                <a:cs typeface="Times New Roman"/>
              </a:rPr>
              <a:t>e</a:t>
            </a:r>
            <a:r>
              <a:rPr sz="1013" spc="75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</a:rPr>
              <a:t>(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  <a:hlinkClick r:id="rId4"/>
              </a:rPr>
              <a:t>www</a:t>
            </a:r>
            <a:r>
              <a:rPr sz="1050" spc="-8" dirty="0">
                <a:solidFill>
                  <a:srgbClr val="464646"/>
                </a:solidFill>
                <a:latin typeface="PMingLiU"/>
                <a:cs typeface="PMingLiU"/>
                <a:hlinkClick r:id="rId4"/>
              </a:rPr>
              <a:t>.i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  <a:hlinkClick r:id="rId4"/>
              </a:rPr>
              <a:t>n</a:t>
            </a:r>
            <a:r>
              <a:rPr sz="975" spc="-8" dirty="0">
                <a:solidFill>
                  <a:srgbClr val="464646"/>
                </a:solidFill>
                <a:latin typeface="PMingLiU"/>
                <a:cs typeface="PMingLiU"/>
                <a:hlinkClick r:id="rId4"/>
              </a:rPr>
              <a:t>t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  <a:hlinkClick r:id="rId4"/>
              </a:rPr>
              <a:t>e</a:t>
            </a:r>
            <a:r>
              <a:rPr sz="1013" spc="-8" dirty="0">
                <a:solidFill>
                  <a:srgbClr val="464646"/>
                </a:solidFill>
                <a:latin typeface="PMingLiU"/>
                <a:cs typeface="PMingLiU"/>
                <a:hlinkClick r:id="rId4"/>
              </a:rPr>
              <a:t>l.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  <a:hlinkClick r:id="rId4"/>
              </a:rPr>
              <a:t>com)</a:t>
            </a:r>
            <a:endParaRPr sz="10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2483" y="2567904"/>
            <a:ext cx="298609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8" dirty="0">
                <a:solidFill>
                  <a:srgbClr val="464646"/>
                </a:solidFill>
                <a:latin typeface="Times New Roman"/>
                <a:cs typeface="Times New Roman"/>
              </a:rPr>
              <a:t>1.E+0</a:t>
            </a:r>
            <a:r>
              <a:rPr sz="750" spc="-8" dirty="0">
                <a:solidFill>
                  <a:srgbClr val="979797"/>
                </a:solidFill>
                <a:latin typeface="Times New Roman"/>
                <a:cs typeface="Times New Roman"/>
              </a:rPr>
              <a:t>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92941" y="3110948"/>
            <a:ext cx="115416" cy="685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900"/>
              </a:lnSpc>
            </a:pPr>
            <a:r>
              <a:rPr sz="825" spc="-38" dirty="0">
                <a:solidFill>
                  <a:srgbClr val="727474"/>
                </a:solidFill>
                <a:latin typeface="PMingLiU"/>
                <a:cs typeface="PMingLiU"/>
              </a:rPr>
              <a:t>6</a:t>
            </a:r>
            <a:endParaRPr sz="825">
              <a:latin typeface="PMingLiU"/>
              <a:cs typeface="PMingLiU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92941" y="3636261"/>
            <a:ext cx="115416" cy="685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900"/>
              </a:lnSpc>
            </a:pPr>
            <a:r>
              <a:rPr sz="825" spc="-38" dirty="0">
                <a:solidFill>
                  <a:srgbClr val="727474"/>
                </a:solidFill>
                <a:latin typeface="PMingLiU"/>
                <a:cs typeface="PMingLiU"/>
              </a:rPr>
              <a:t>5</a:t>
            </a:r>
            <a:endParaRPr sz="825">
              <a:latin typeface="PMingLiU"/>
              <a:cs typeface="PMingLiU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92941" y="4156891"/>
            <a:ext cx="115416" cy="685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900"/>
              </a:lnSpc>
            </a:pPr>
            <a:r>
              <a:rPr sz="825" spc="-38" dirty="0">
                <a:solidFill>
                  <a:srgbClr val="464646"/>
                </a:solidFill>
                <a:latin typeface="PMingLiU"/>
                <a:cs typeface="PMingLiU"/>
              </a:rPr>
              <a:t>4</a:t>
            </a:r>
            <a:endParaRPr sz="825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27714" y="3638403"/>
            <a:ext cx="71558" cy="9572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70000"/>
              </a:lnSpc>
            </a:pPr>
            <a:r>
              <a:rPr sz="600" dirty="0">
                <a:solidFill>
                  <a:srgbClr val="727474"/>
                </a:solidFill>
                <a:latin typeface="PMingLiU"/>
                <a:cs typeface="PMingLiU"/>
              </a:rPr>
              <a:t>句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27564" y="3110986"/>
            <a:ext cx="71558" cy="9572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70000"/>
              </a:lnSpc>
            </a:pPr>
            <a:r>
              <a:rPr sz="600" dirty="0">
                <a:solidFill>
                  <a:srgbClr val="727474"/>
                </a:solidFill>
                <a:latin typeface="PMingLiU"/>
                <a:cs typeface="PMingLiU"/>
              </a:rPr>
              <a:t>书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27564" y="4154469"/>
            <a:ext cx="71558" cy="9572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70000"/>
              </a:lnSpc>
            </a:pPr>
            <a:r>
              <a:rPr sz="600" dirty="0">
                <a:solidFill>
                  <a:srgbClr val="727474"/>
                </a:solidFill>
                <a:latin typeface="PMingLiU"/>
                <a:cs typeface="PMingLiU"/>
              </a:rPr>
              <a:t>书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26383" y="3113323"/>
            <a:ext cx="128240" cy="8477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975"/>
              </a:lnSpc>
            </a:pPr>
            <a:r>
              <a:rPr sz="900" spc="-38" dirty="0">
                <a:solidFill>
                  <a:srgbClr val="727474"/>
                </a:solidFill>
                <a:latin typeface="PMingLiU"/>
                <a:cs typeface="PMingLiU"/>
              </a:rPr>
              <a:t>E</a:t>
            </a:r>
            <a:endParaRPr sz="900">
              <a:latin typeface="PMingLiU"/>
              <a:cs typeface="PMingLiU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26383" y="3631699"/>
            <a:ext cx="128240" cy="8477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975"/>
              </a:lnSpc>
            </a:pPr>
            <a:r>
              <a:rPr sz="900" spc="-38" dirty="0">
                <a:solidFill>
                  <a:srgbClr val="727474"/>
                </a:solidFill>
                <a:latin typeface="PMingLiU"/>
                <a:cs typeface="PMingLiU"/>
              </a:rPr>
              <a:t>E</a:t>
            </a:r>
            <a:endParaRPr sz="900">
              <a:latin typeface="PMingLiU"/>
              <a:cs typeface="PMingLiU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26383" y="4150075"/>
            <a:ext cx="128240" cy="8477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975"/>
              </a:lnSpc>
            </a:pPr>
            <a:r>
              <a:rPr sz="900" spc="-38" dirty="0">
                <a:solidFill>
                  <a:srgbClr val="727474"/>
                </a:solidFill>
                <a:latin typeface="PMingLiU"/>
                <a:cs typeface="PMingLiU"/>
              </a:rPr>
              <a:t>E</a:t>
            </a:r>
            <a:endParaRPr sz="900">
              <a:latin typeface="PMingLiU"/>
              <a:cs typeface="PMingLiU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23861" y="2882457"/>
            <a:ext cx="259045" cy="524828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algn="ctr">
              <a:lnSpc>
                <a:spcPts val="863"/>
              </a:lnSpc>
            </a:pPr>
            <a:r>
              <a:rPr sz="788" spc="-38" dirty="0">
                <a:solidFill>
                  <a:srgbClr val="5D5D5D"/>
                </a:solidFill>
                <a:latin typeface="PMingLiU"/>
                <a:cs typeface="PMingLiU"/>
              </a:rPr>
              <a:t>1</a:t>
            </a:r>
            <a:endParaRPr sz="788">
              <a:latin typeface="PMingLiU"/>
              <a:cs typeface="PMingLiU"/>
            </a:endParaRPr>
          </a:p>
          <a:p>
            <a:pPr algn="ctr">
              <a:spcBef>
                <a:spcPts val="353"/>
              </a:spcBef>
            </a:pPr>
            <a:r>
              <a:rPr sz="600" dirty="0">
                <a:solidFill>
                  <a:srgbClr val="464646"/>
                </a:solidFill>
                <a:latin typeface="PMingLiU"/>
                <a:cs typeface="PMingLiU"/>
              </a:rPr>
              <a:t>S</a:t>
            </a:r>
            <a:r>
              <a:rPr sz="600" spc="83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600" dirty="0">
                <a:solidFill>
                  <a:srgbClr val="464646"/>
                </a:solidFill>
                <a:latin typeface="PMingLiU"/>
                <a:cs typeface="PMingLiU"/>
              </a:rPr>
              <a:t>k</a:t>
            </a:r>
            <a:r>
              <a:rPr sz="600" spc="-23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600" dirty="0">
                <a:solidFill>
                  <a:srgbClr val="464646"/>
                </a:solidFill>
                <a:latin typeface="PMingLiU"/>
                <a:cs typeface="PMingLiU"/>
              </a:rPr>
              <a:t>)</a:t>
            </a:r>
            <a:r>
              <a:rPr sz="600" spc="285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563" dirty="0">
                <a:solidFill>
                  <a:srgbClr val="464646"/>
                </a:solidFill>
                <a:latin typeface="PMingLiU"/>
                <a:cs typeface="PMingLiU"/>
              </a:rPr>
              <a:t>S</a:t>
            </a:r>
            <a:r>
              <a:rPr sz="563" spc="-11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563" dirty="0">
                <a:solidFill>
                  <a:srgbClr val="464646"/>
                </a:solidFill>
                <a:latin typeface="PMingLiU"/>
                <a:cs typeface="PMingLiU"/>
              </a:rPr>
              <a:t>!</a:t>
            </a:r>
            <a:r>
              <a:rPr sz="563" spc="-11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563" dirty="0">
                <a:solidFill>
                  <a:srgbClr val="464646"/>
                </a:solidFill>
                <a:latin typeface="PMingLiU"/>
                <a:cs typeface="PMingLiU"/>
              </a:rPr>
              <a:t>S</a:t>
            </a:r>
            <a:r>
              <a:rPr sz="563" spc="53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563" dirty="0">
                <a:solidFill>
                  <a:srgbClr val="464646"/>
                </a:solidFill>
                <a:latin typeface="PMingLiU"/>
                <a:cs typeface="PMingLiU"/>
              </a:rPr>
              <a:t>U</a:t>
            </a:r>
            <a:r>
              <a:rPr sz="563" spc="-8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563" dirty="0">
                <a:solidFill>
                  <a:srgbClr val="464646"/>
                </a:solidFill>
                <a:latin typeface="PMingLiU"/>
                <a:cs typeface="PMingLiU"/>
              </a:rPr>
              <a:t>e</a:t>
            </a:r>
            <a:r>
              <a:rPr sz="563" spc="-26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413" spc="-19" dirty="0">
                <a:solidFill>
                  <a:srgbClr val="212121"/>
                </a:solidFill>
                <a:latin typeface="PMingLiU"/>
                <a:cs typeface="PMingLiU"/>
              </a:rPr>
              <a:t>.J</a:t>
            </a:r>
            <a:endParaRPr sz="413">
              <a:latin typeface="PMingLiU"/>
              <a:cs typeface="PMingLiU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23189" y="3508928"/>
            <a:ext cx="259751" cy="526256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9540">
              <a:lnSpc>
                <a:spcPts val="863"/>
              </a:lnSpc>
            </a:pPr>
            <a:r>
              <a:rPr sz="788" spc="-38" dirty="0">
                <a:solidFill>
                  <a:srgbClr val="5D5D5D"/>
                </a:solidFill>
                <a:latin typeface="PMingLiU"/>
                <a:cs typeface="PMingLiU"/>
              </a:rPr>
              <a:t>1</a:t>
            </a:r>
            <a:endParaRPr sz="788">
              <a:latin typeface="PMingLiU"/>
              <a:cs typeface="PMingLiU"/>
            </a:endParaRPr>
          </a:p>
          <a:p>
            <a:pPr marL="9525">
              <a:spcBef>
                <a:spcPts val="15"/>
              </a:spcBef>
            </a:pPr>
            <a:r>
              <a:rPr sz="675" dirty="0">
                <a:solidFill>
                  <a:srgbClr val="464646"/>
                </a:solidFill>
                <a:latin typeface="PMingLiU"/>
                <a:cs typeface="PMingLiU"/>
              </a:rPr>
              <a:t>O</a:t>
            </a:r>
            <a:r>
              <a:rPr sz="675" spc="116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375" dirty="0">
                <a:solidFill>
                  <a:srgbClr val="212121"/>
                </a:solidFill>
                <a:latin typeface="PMingLiU"/>
                <a:cs typeface="PMingLiU"/>
              </a:rPr>
              <a:t>J</a:t>
            </a:r>
            <a:r>
              <a:rPr sz="375" spc="101" dirty="0">
                <a:solidFill>
                  <a:srgbClr val="212121"/>
                </a:solidFill>
                <a:latin typeface="PMingLiU"/>
                <a:cs typeface="PMingLiU"/>
              </a:rPr>
              <a:t> </a:t>
            </a:r>
            <a:r>
              <a:rPr sz="938" spc="45" dirty="0">
                <a:solidFill>
                  <a:srgbClr val="212121"/>
                </a:solidFill>
                <a:latin typeface="PMingLiU"/>
                <a:cs typeface="PMingLiU"/>
              </a:rPr>
              <a:t>a</a:t>
            </a:r>
            <a:r>
              <a:rPr sz="713" spc="45" dirty="0">
                <a:solidFill>
                  <a:srgbClr val="464646"/>
                </a:solidFill>
                <a:latin typeface="PMingLiU"/>
                <a:cs typeface="PMingLiU"/>
              </a:rPr>
              <a:t>q</a:t>
            </a:r>
            <a:r>
              <a:rPr sz="713" spc="15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863" dirty="0">
                <a:solidFill>
                  <a:srgbClr val="464646"/>
                </a:solidFill>
                <a:latin typeface="PMingLiU"/>
                <a:cs typeface="PMingLiU"/>
              </a:rPr>
              <a:t>E</a:t>
            </a:r>
            <a:r>
              <a:rPr sz="863" spc="68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863" dirty="0">
                <a:solidFill>
                  <a:srgbClr val="464646"/>
                </a:solidFill>
                <a:latin typeface="PMingLiU"/>
                <a:cs typeface="PMingLiU"/>
              </a:rPr>
              <a:t>n</a:t>
            </a:r>
            <a:r>
              <a:rPr sz="863" spc="-150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863" spc="-38" dirty="0">
                <a:solidFill>
                  <a:srgbClr val="464646"/>
                </a:solidFill>
                <a:latin typeface="PMingLiU"/>
                <a:cs typeface="PMingLiU"/>
              </a:rPr>
              <a:t>N</a:t>
            </a:r>
            <a:endParaRPr sz="863">
              <a:latin typeface="PMingLiU"/>
              <a:cs typeface="PMingLiU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67254" y="4147643"/>
            <a:ext cx="115416" cy="6619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863"/>
              </a:lnSpc>
            </a:pPr>
            <a:r>
              <a:rPr sz="788" spc="-38" dirty="0">
                <a:solidFill>
                  <a:srgbClr val="5D5D5D"/>
                </a:solidFill>
                <a:latin typeface="PMingLiU"/>
                <a:cs typeface="PMingLiU"/>
              </a:rPr>
              <a:t>1</a:t>
            </a:r>
            <a:endParaRPr sz="788">
              <a:latin typeface="PMingLiU"/>
              <a:cs typeface="PMingLiU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62161" y="3029547"/>
            <a:ext cx="51617" cy="71914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75000"/>
              </a:lnSpc>
            </a:pPr>
            <a:r>
              <a:rPr sz="413" dirty="0">
                <a:solidFill>
                  <a:srgbClr val="464646"/>
                </a:solidFill>
                <a:latin typeface="PMingLiU"/>
                <a:cs typeface="PMingLiU"/>
              </a:rPr>
              <a:t>一</a:t>
            </a:r>
            <a:endParaRPr sz="413">
              <a:latin typeface="PMingLiU"/>
              <a:cs typeface="PMingLiU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63123" y="3386351"/>
            <a:ext cx="53989" cy="14906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80000"/>
              </a:lnSpc>
            </a:pPr>
            <a:r>
              <a:rPr sz="413" dirty="0">
                <a:solidFill>
                  <a:srgbClr val="212121"/>
                </a:solidFill>
                <a:latin typeface="PMingLiU"/>
                <a:cs typeface="PMingLiU"/>
              </a:rPr>
              <a:t>一 </a:t>
            </a:r>
            <a:r>
              <a:rPr sz="413" spc="-23" dirty="0">
                <a:solidFill>
                  <a:srgbClr val="212121"/>
                </a:solidFill>
                <a:latin typeface="PMingLiU"/>
                <a:cs typeface="PMingLiU"/>
              </a:rPr>
              <a:t> </a:t>
            </a:r>
            <a:r>
              <a:rPr sz="619" baseline="5050" dirty="0">
                <a:solidFill>
                  <a:srgbClr val="212121"/>
                </a:solidFill>
                <a:latin typeface="PMingLiU"/>
                <a:cs typeface="PMingLiU"/>
              </a:rPr>
              <a:t>』</a:t>
            </a:r>
            <a:endParaRPr sz="619" baseline="5050">
              <a:latin typeface="PMingLiU"/>
              <a:cs typeface="PMingLiU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72483" y="4654871"/>
            <a:ext cx="298609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8" dirty="0">
                <a:solidFill>
                  <a:srgbClr val="464646"/>
                </a:solidFill>
                <a:latin typeface="Times New Roman"/>
                <a:cs typeface="Times New Roman"/>
              </a:rPr>
              <a:t>1.</a:t>
            </a:r>
            <a:r>
              <a:rPr sz="750" spc="-8" dirty="0">
                <a:solidFill>
                  <a:srgbClr val="727474"/>
                </a:solidFill>
                <a:latin typeface="Times New Roman"/>
                <a:cs typeface="Times New Roman"/>
              </a:rPr>
              <a:t>E+03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18794" y="3897504"/>
            <a:ext cx="547688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</a:rPr>
              <a:t>2</a:t>
            </a:r>
            <a:r>
              <a:rPr sz="900" spc="-8" dirty="0">
                <a:solidFill>
                  <a:srgbClr val="464646"/>
                </a:solidFill>
                <a:latin typeface="PMingLiU"/>
                <a:cs typeface="PMingLiU"/>
              </a:rPr>
              <a:t>x/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</a:rPr>
              <a:t>1</a:t>
            </a:r>
            <a:r>
              <a:rPr sz="1013" spc="-8" dirty="0">
                <a:solidFill>
                  <a:srgbClr val="727474"/>
                </a:solidFill>
                <a:latin typeface="Times New Roman"/>
                <a:cs typeface="Times New Roman"/>
              </a:rPr>
              <a:t>.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</a:rPr>
              <a:t>5</a:t>
            </a:r>
            <a:r>
              <a:rPr sz="1200" spc="-8" dirty="0">
                <a:solidFill>
                  <a:srgbClr val="464646"/>
                </a:solidFill>
                <a:latin typeface="PMingLiU"/>
                <a:cs typeface="PMingLiU"/>
              </a:rPr>
              <a:t>y</a:t>
            </a:r>
            <a:r>
              <a:rPr sz="1013" spc="-8" dirty="0">
                <a:solidFill>
                  <a:srgbClr val="464646"/>
                </a:solidFill>
                <a:latin typeface="Times New Roman"/>
                <a:cs typeface="Times New Roman"/>
              </a:rPr>
              <a:t>ear</a:t>
            </a:r>
            <a:endParaRPr sz="1013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86088" y="4484323"/>
            <a:ext cx="202263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802481" algn="l"/>
                <a:tab pos="2012633" algn="l"/>
              </a:tabLst>
            </a:pPr>
            <a:r>
              <a:rPr sz="1163" u="heavy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	</a:t>
            </a:r>
            <a:r>
              <a:rPr sz="1163" u="heavy" spc="-49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In</a:t>
            </a:r>
            <a:r>
              <a:rPr sz="1275" u="heavy" spc="-49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PMingLiU"/>
                <a:cs typeface="PMingLiU"/>
              </a:rPr>
              <a:t>t</a:t>
            </a:r>
            <a:r>
              <a:rPr sz="1163" u="heavy" spc="-49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e</a:t>
            </a:r>
            <a:r>
              <a:rPr sz="1163" u="heavy" spc="-49" dirty="0">
                <a:solidFill>
                  <a:srgbClr val="212121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l</a:t>
            </a:r>
            <a:r>
              <a:rPr sz="1163" u="heavy" spc="-56" dirty="0">
                <a:solidFill>
                  <a:srgbClr val="212121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 </a:t>
            </a:r>
            <a:r>
              <a:rPr sz="1350" u="heavy" spc="-8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PMingLiU"/>
                <a:cs typeface="PMingLiU"/>
              </a:rPr>
              <a:t>p</a:t>
            </a:r>
            <a:r>
              <a:rPr sz="1163" u="heavy" spc="-8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rocessors</a:t>
            </a:r>
            <a:r>
              <a:rPr sz="1163" u="heavy" dirty="0">
                <a:solidFill>
                  <a:srgbClr val="464646"/>
                </a:solidFill>
                <a:uFill>
                  <a:solidFill>
                    <a:srgbClr val="000000"/>
                  </a:solidFill>
                </a:uFill>
                <a:latin typeface="Segoe UI Symbol"/>
                <a:cs typeface="Segoe UI Symbol"/>
              </a:rPr>
              <a:t>	</a:t>
            </a:r>
            <a:endParaRPr sz="1163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27052" y="2244595"/>
            <a:ext cx="333425" cy="343376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628"/>
              </a:lnSpc>
            </a:pPr>
            <a:r>
              <a:rPr sz="2550" spc="-38" dirty="0">
                <a:solidFill>
                  <a:srgbClr val="080575"/>
                </a:solidFill>
                <a:latin typeface="PMingLiU"/>
                <a:cs typeface="PMingLiU"/>
              </a:rPr>
              <a:t>•</a:t>
            </a:r>
            <a:endParaRPr sz="2550">
              <a:latin typeface="PMingLiU"/>
              <a:cs typeface="PMingLiU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21250" y="4737594"/>
            <a:ext cx="2174558" cy="375263"/>
          </a:xfrm>
          <a:prstGeom prst="rect">
            <a:avLst/>
          </a:prstGeom>
        </p:spPr>
        <p:txBody>
          <a:bodyPr vert="horz" wrap="square" lIns="0" tIns="68104" rIns="0" bIns="0" rtlCol="0">
            <a:spAutoFit/>
          </a:bodyPr>
          <a:lstStyle/>
          <a:p>
            <a:pPr algn="ctr">
              <a:spcBef>
                <a:spcPts val="536"/>
              </a:spcBef>
              <a:tabLst>
                <a:tab pos="322421" algn="l"/>
                <a:tab pos="651986" algn="l"/>
                <a:tab pos="974408" algn="l"/>
                <a:tab pos="1303973" algn="l"/>
                <a:tab pos="1626870" algn="l"/>
                <a:tab pos="1958340" algn="l"/>
              </a:tabLst>
            </a:pPr>
            <a:r>
              <a:rPr sz="750" spc="-15" dirty="0">
                <a:solidFill>
                  <a:srgbClr val="313131"/>
                </a:solidFill>
                <a:latin typeface="Times New Roman"/>
                <a:cs typeface="Times New Roman"/>
              </a:rPr>
              <a:t>1</a:t>
            </a:r>
            <a:r>
              <a:rPr sz="750" spc="-15" dirty="0">
                <a:solidFill>
                  <a:srgbClr val="727474"/>
                </a:solidFill>
                <a:latin typeface="Times New Roman"/>
                <a:cs typeface="Times New Roman"/>
              </a:rPr>
              <a:t>970</a:t>
            </a:r>
            <a:r>
              <a:rPr sz="750" dirty="0">
                <a:solidFill>
                  <a:srgbClr val="727474"/>
                </a:solidFill>
                <a:latin typeface="Times New Roman"/>
                <a:cs typeface="Times New Roman"/>
              </a:rPr>
              <a:t>	</a:t>
            </a:r>
            <a:r>
              <a:rPr sz="750" spc="23" dirty="0">
                <a:solidFill>
                  <a:srgbClr val="5D5D5D"/>
                </a:solidFill>
                <a:latin typeface="Times New Roman"/>
                <a:cs typeface="Times New Roman"/>
              </a:rPr>
              <a:t>1975</a:t>
            </a:r>
            <a:r>
              <a:rPr sz="750" dirty="0">
                <a:solidFill>
                  <a:srgbClr val="5D5D5D"/>
                </a:solidFill>
                <a:latin typeface="Times New Roman"/>
                <a:cs typeface="Times New Roman"/>
              </a:rPr>
              <a:t>	</a:t>
            </a:r>
            <a:r>
              <a:rPr sz="750" spc="-15" dirty="0">
                <a:solidFill>
                  <a:srgbClr val="727474"/>
                </a:solidFill>
                <a:latin typeface="Times New Roman"/>
                <a:cs typeface="Times New Roman"/>
              </a:rPr>
              <a:t>1980</a:t>
            </a:r>
            <a:r>
              <a:rPr sz="750" dirty="0">
                <a:solidFill>
                  <a:srgbClr val="727474"/>
                </a:solidFill>
                <a:latin typeface="Times New Roman"/>
                <a:cs typeface="Times New Roman"/>
              </a:rPr>
              <a:t>	</a:t>
            </a:r>
            <a:r>
              <a:rPr sz="750" spc="23" dirty="0">
                <a:solidFill>
                  <a:srgbClr val="727474"/>
                </a:solidFill>
                <a:latin typeface="Times New Roman"/>
                <a:cs typeface="Times New Roman"/>
              </a:rPr>
              <a:t>1985</a:t>
            </a:r>
            <a:r>
              <a:rPr sz="750" dirty="0">
                <a:solidFill>
                  <a:srgbClr val="727474"/>
                </a:solidFill>
                <a:latin typeface="Times New Roman"/>
                <a:cs typeface="Times New Roman"/>
              </a:rPr>
              <a:t>	</a:t>
            </a:r>
            <a:r>
              <a:rPr sz="750" spc="-15" dirty="0">
                <a:solidFill>
                  <a:srgbClr val="979797"/>
                </a:solidFill>
                <a:latin typeface="Times New Roman"/>
                <a:cs typeface="Times New Roman"/>
              </a:rPr>
              <a:t>1</a:t>
            </a:r>
            <a:r>
              <a:rPr sz="750" spc="-15" dirty="0">
                <a:solidFill>
                  <a:srgbClr val="727474"/>
                </a:solidFill>
                <a:latin typeface="Times New Roman"/>
                <a:cs typeface="Times New Roman"/>
              </a:rPr>
              <a:t>990</a:t>
            </a:r>
            <a:r>
              <a:rPr sz="750" dirty="0">
                <a:solidFill>
                  <a:srgbClr val="727474"/>
                </a:solidFill>
                <a:latin typeface="Times New Roman"/>
                <a:cs typeface="Times New Roman"/>
              </a:rPr>
              <a:t>	</a:t>
            </a:r>
            <a:r>
              <a:rPr sz="750" spc="-15" dirty="0">
                <a:solidFill>
                  <a:srgbClr val="313131"/>
                </a:solidFill>
                <a:latin typeface="Times New Roman"/>
                <a:cs typeface="Times New Roman"/>
              </a:rPr>
              <a:t>1</a:t>
            </a:r>
            <a:r>
              <a:rPr sz="750" spc="-15" dirty="0">
                <a:solidFill>
                  <a:srgbClr val="727474"/>
                </a:solidFill>
                <a:latin typeface="Times New Roman"/>
                <a:cs typeface="Times New Roman"/>
              </a:rPr>
              <a:t>995</a:t>
            </a:r>
            <a:r>
              <a:rPr sz="750" dirty="0">
                <a:solidFill>
                  <a:srgbClr val="727474"/>
                </a:solidFill>
                <a:latin typeface="Times New Roman"/>
                <a:cs typeface="Times New Roman"/>
              </a:rPr>
              <a:t>	</a:t>
            </a:r>
            <a:r>
              <a:rPr sz="750" spc="-15" dirty="0">
                <a:solidFill>
                  <a:srgbClr val="727474"/>
                </a:solidFill>
                <a:latin typeface="Times New Roman"/>
                <a:cs typeface="Times New Roman"/>
              </a:rPr>
              <a:t>2000</a:t>
            </a:r>
            <a:endParaRPr sz="750">
              <a:latin typeface="Times New Roman"/>
              <a:cs typeface="Times New Roman"/>
            </a:endParaRPr>
          </a:p>
          <a:p>
            <a:pPr algn="ctr">
              <a:spcBef>
                <a:spcPts val="510"/>
              </a:spcBef>
            </a:pPr>
            <a:r>
              <a:rPr sz="825" spc="-15" dirty="0">
                <a:solidFill>
                  <a:srgbClr val="212121"/>
                </a:solidFill>
                <a:latin typeface="Segoe UI Symbol"/>
                <a:cs typeface="Segoe UI Symbol"/>
              </a:rPr>
              <a:t>Year</a:t>
            </a:r>
            <a:endParaRPr sz="825">
              <a:latin typeface="Segoe UI Symbol"/>
              <a:cs typeface="Segoe UI Symbol"/>
            </a:endParaRPr>
          </a:p>
        </p:txBody>
      </p:sp>
      <p:sp>
        <p:nvSpPr>
          <p:cNvPr id="45" name="灯片编号占位符 44">
            <a:extLst>
              <a:ext uri="{FF2B5EF4-FFF2-40B4-BE49-F238E27FC236}">
                <a16:creationId xmlns:a16="http://schemas.microsoft.com/office/drawing/2014/main" id="{934E5FF8-F105-C0FE-2AB7-2276176E5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618" y="1171533"/>
            <a:ext cx="2649030" cy="1548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2546" y="1373497"/>
            <a:ext cx="1869113" cy="13464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410" y="3191176"/>
            <a:ext cx="4504696" cy="10502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141649" y="1784159"/>
            <a:ext cx="1257300" cy="0"/>
          </a:xfrm>
          <a:custGeom>
            <a:avLst/>
            <a:gdLst/>
            <a:ahLst/>
            <a:cxnLst/>
            <a:rect l="l" t="t" r="r" b="b"/>
            <a:pathLst>
              <a:path w="1676400">
                <a:moveTo>
                  <a:pt x="0" y="0"/>
                </a:moveTo>
                <a:lnTo>
                  <a:pt x="1676374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141649" y="2087105"/>
            <a:ext cx="1291114" cy="0"/>
          </a:xfrm>
          <a:custGeom>
            <a:avLst/>
            <a:gdLst/>
            <a:ahLst/>
            <a:cxnLst/>
            <a:rect l="l" t="t" r="r" b="b"/>
            <a:pathLst>
              <a:path w="1721485">
                <a:moveTo>
                  <a:pt x="0" y="0"/>
                </a:moveTo>
                <a:lnTo>
                  <a:pt x="1721197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1922918" y="3675893"/>
            <a:ext cx="887730" cy="0"/>
          </a:xfrm>
          <a:custGeom>
            <a:avLst/>
            <a:gdLst/>
            <a:ahLst/>
            <a:cxnLst/>
            <a:rect l="l" t="t" r="r" b="b"/>
            <a:pathLst>
              <a:path w="1183639">
                <a:moveTo>
                  <a:pt x="0" y="0"/>
                </a:moveTo>
                <a:lnTo>
                  <a:pt x="1183323" y="0"/>
                </a:lnTo>
              </a:path>
            </a:pathLst>
          </a:custGeom>
          <a:ln w="26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12808" y="83149"/>
            <a:ext cx="3130391" cy="512224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2438" dirty="0">
                <a:solidFill>
                  <a:srgbClr val="CD421C"/>
                </a:solidFill>
              </a:rPr>
              <a:t>Peer-</a:t>
            </a:r>
            <a:r>
              <a:rPr sz="3263" spc="41" dirty="0">
                <a:solidFill>
                  <a:srgbClr val="CD421C"/>
                </a:solidFill>
                <a:latin typeface="PMingLiU"/>
                <a:cs typeface="PMingLiU"/>
              </a:rPr>
              <a:t>p</a:t>
            </a:r>
            <a:r>
              <a:rPr sz="2438" spc="41" dirty="0">
                <a:solidFill>
                  <a:srgbClr val="CD421C"/>
                </a:solidFill>
              </a:rPr>
              <a:t>eer</a:t>
            </a:r>
            <a:r>
              <a:rPr sz="2438" spc="341" dirty="0">
                <a:solidFill>
                  <a:srgbClr val="CD421C"/>
                </a:solidFill>
              </a:rPr>
              <a:t> </a:t>
            </a:r>
            <a:r>
              <a:rPr sz="2438" spc="41" dirty="0">
                <a:solidFill>
                  <a:srgbClr val="CD421C"/>
                </a:solidFill>
              </a:rPr>
              <a:t>ne</a:t>
            </a:r>
            <a:r>
              <a:rPr sz="2850" spc="41" dirty="0">
                <a:solidFill>
                  <a:srgbClr val="CD421C"/>
                </a:solidFill>
                <a:latin typeface="PMingLiU"/>
                <a:cs typeface="PMingLiU"/>
              </a:rPr>
              <a:t>t</a:t>
            </a:r>
            <a:r>
              <a:rPr sz="2438" spc="41" dirty="0">
                <a:solidFill>
                  <a:srgbClr val="CD421C"/>
                </a:solidFill>
              </a:rPr>
              <a:t>work</a:t>
            </a:r>
            <a:r>
              <a:rPr sz="2100" spc="41" dirty="0">
                <a:solidFill>
                  <a:srgbClr val="CD421C"/>
                </a:solidFill>
                <a:latin typeface="PMingLiU"/>
                <a:cs typeface="PMingLiU"/>
              </a:rPr>
              <a:t>i</a:t>
            </a:r>
            <a:r>
              <a:rPr sz="2438" spc="41" dirty="0">
                <a:solidFill>
                  <a:srgbClr val="CD421C"/>
                </a:solidFill>
              </a:rPr>
              <a:t>n</a:t>
            </a:r>
            <a:r>
              <a:rPr sz="3075" spc="41" dirty="0">
                <a:solidFill>
                  <a:srgbClr val="CD421C"/>
                </a:solidFill>
                <a:latin typeface="PMingLiU"/>
                <a:cs typeface="PMingLiU"/>
              </a:rPr>
              <a:t>g</a:t>
            </a:r>
            <a:endParaRPr sz="3075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7204" y="868598"/>
            <a:ext cx="2617470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463" spc="60" dirty="0">
                <a:solidFill>
                  <a:srgbClr val="152D15"/>
                </a:solidFill>
                <a:latin typeface="Segoe UI Symbol"/>
                <a:cs typeface="Segoe UI Symbol"/>
              </a:rPr>
              <a:t>Focus</a:t>
            </a:r>
            <a:r>
              <a:rPr sz="1463" spc="-8" dirty="0">
                <a:solidFill>
                  <a:srgbClr val="152D15"/>
                </a:solidFill>
                <a:latin typeface="Segoe UI Symbol"/>
                <a:cs typeface="Segoe UI Symbol"/>
              </a:rPr>
              <a:t> </a:t>
            </a:r>
            <a:r>
              <a:rPr sz="1463" spc="45" dirty="0">
                <a:solidFill>
                  <a:srgbClr val="152D15"/>
                </a:solidFill>
                <a:latin typeface="Segoe UI Symbol"/>
                <a:cs typeface="Segoe UI Symbol"/>
              </a:rPr>
              <a:t>a</a:t>
            </a:r>
            <a:r>
              <a:rPr sz="1725" spc="45" dirty="0">
                <a:solidFill>
                  <a:srgbClr val="152D15"/>
                </a:solidFill>
                <a:latin typeface="PMingLiU"/>
                <a:cs typeface="PMingLiU"/>
              </a:rPr>
              <a:t>t</a:t>
            </a:r>
            <a:r>
              <a:rPr sz="1725" spc="278" dirty="0">
                <a:solidFill>
                  <a:srgbClr val="152D15"/>
                </a:solidFill>
                <a:latin typeface="PMingLiU"/>
                <a:cs typeface="PMingLiU"/>
              </a:rPr>
              <a:t> </a:t>
            </a:r>
            <a:r>
              <a:rPr sz="1725" spc="98" dirty="0">
                <a:solidFill>
                  <a:srgbClr val="152D15"/>
                </a:solidFill>
                <a:latin typeface="PMingLiU"/>
                <a:cs typeface="PMingLiU"/>
              </a:rPr>
              <a:t>t</a:t>
            </a:r>
            <a:r>
              <a:rPr sz="1463" spc="98" dirty="0">
                <a:solidFill>
                  <a:srgbClr val="152D15"/>
                </a:solidFill>
                <a:latin typeface="Segoe UI Symbol"/>
                <a:cs typeface="Segoe UI Symbol"/>
              </a:rPr>
              <a:t>he</a:t>
            </a:r>
            <a:r>
              <a:rPr sz="1463" spc="11" dirty="0">
                <a:solidFill>
                  <a:srgbClr val="152D15"/>
                </a:solidFill>
                <a:latin typeface="Segoe UI Symbol"/>
                <a:cs typeface="Segoe UI Symbol"/>
              </a:rPr>
              <a:t> </a:t>
            </a:r>
            <a:r>
              <a:rPr sz="1463" spc="71" dirty="0">
                <a:solidFill>
                  <a:srgbClr val="152D15"/>
                </a:solidFill>
                <a:latin typeface="Segoe UI Symbol"/>
                <a:cs typeface="Segoe UI Symbol"/>
              </a:rPr>
              <a:t>a</a:t>
            </a:r>
            <a:r>
              <a:rPr sz="1388" spc="127" dirty="0">
                <a:solidFill>
                  <a:srgbClr val="152D15"/>
                </a:solidFill>
                <a:latin typeface="PMingLiU"/>
                <a:cs typeface="PMingLiU"/>
              </a:rPr>
              <a:t>匹</a:t>
            </a:r>
            <a:r>
              <a:rPr sz="1463" spc="56" dirty="0">
                <a:solidFill>
                  <a:srgbClr val="152D15"/>
                </a:solidFill>
                <a:latin typeface="Segoe UI Symbol"/>
                <a:cs typeface="Segoe UI Symbol"/>
              </a:rPr>
              <a:t>l</a:t>
            </a:r>
            <a:r>
              <a:rPr sz="1725" spc="56" dirty="0">
                <a:solidFill>
                  <a:srgbClr val="152D15"/>
                </a:solidFill>
                <a:latin typeface="PMingLiU"/>
                <a:cs typeface="PMingLiU"/>
              </a:rPr>
              <a:t>i</a:t>
            </a:r>
            <a:r>
              <a:rPr sz="1463" spc="56" dirty="0">
                <a:solidFill>
                  <a:srgbClr val="152D15"/>
                </a:solidFill>
                <a:latin typeface="Segoe UI Symbol"/>
                <a:cs typeface="Segoe UI Symbol"/>
              </a:rPr>
              <a:t>ca</a:t>
            </a:r>
            <a:r>
              <a:rPr sz="1725" spc="56" dirty="0">
                <a:solidFill>
                  <a:srgbClr val="152D15"/>
                </a:solidFill>
                <a:latin typeface="PMingLiU"/>
                <a:cs typeface="PMingLiU"/>
              </a:rPr>
              <a:t>ti</a:t>
            </a:r>
            <a:r>
              <a:rPr sz="1463" spc="56" dirty="0">
                <a:solidFill>
                  <a:srgbClr val="152D15"/>
                </a:solidFill>
                <a:latin typeface="Segoe UI Symbol"/>
                <a:cs typeface="Segoe UI Symbol"/>
              </a:rPr>
              <a:t>on</a:t>
            </a:r>
            <a:r>
              <a:rPr sz="1463" spc="-53" dirty="0">
                <a:solidFill>
                  <a:srgbClr val="152D15"/>
                </a:solidFill>
                <a:latin typeface="Segoe UI Symbol"/>
                <a:cs typeface="Segoe UI Symbol"/>
              </a:rPr>
              <a:t> </a:t>
            </a:r>
            <a:r>
              <a:rPr sz="1463" spc="45" dirty="0">
                <a:solidFill>
                  <a:srgbClr val="152D15"/>
                </a:solidFill>
                <a:latin typeface="Segoe UI Symbol"/>
                <a:cs typeface="Segoe UI Symbol"/>
              </a:rPr>
              <a:t>level</a:t>
            </a:r>
            <a:endParaRPr sz="1463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1883" y="2530878"/>
            <a:ext cx="638270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-596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2100" spc="-270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1725" spc="-548" dirty="0">
                <a:solidFill>
                  <a:srgbClr val="9E1516"/>
                </a:solidFill>
                <a:latin typeface="PMingLiU"/>
                <a:cs typeface="PMingLiU"/>
              </a:rPr>
              <a:t>＿</a:t>
            </a:r>
            <a:r>
              <a:rPr sz="2100" spc="-270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1725" spc="-548" dirty="0">
                <a:solidFill>
                  <a:srgbClr val="9E1516"/>
                </a:solidFill>
                <a:latin typeface="PMingLiU"/>
                <a:cs typeface="PMingLiU"/>
              </a:rPr>
              <a:t>＿</a:t>
            </a:r>
            <a:r>
              <a:rPr sz="2100" spc="-596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2100" spc="-270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1725" spc="-593" dirty="0">
                <a:solidFill>
                  <a:srgbClr val="9E1516"/>
                </a:solidFill>
                <a:latin typeface="PMingLiU"/>
                <a:cs typeface="PMingLiU"/>
              </a:rPr>
              <a:t>＿</a:t>
            </a:r>
            <a:r>
              <a:rPr sz="2100" spc="-596" dirty="0">
                <a:solidFill>
                  <a:srgbClr val="BA181A"/>
                </a:solidFill>
                <a:latin typeface="PMingLiU"/>
                <a:cs typeface="PMingLiU"/>
              </a:rPr>
              <a:t>＿＿＿</a:t>
            </a:r>
            <a:r>
              <a:rPr sz="2100" spc="105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2100" spc="105" dirty="0">
                <a:solidFill>
                  <a:srgbClr val="010301"/>
                </a:solidFill>
                <a:latin typeface="PMingLiU"/>
                <a:cs typeface="PMingLiU"/>
              </a:rPr>
              <a:t>，</a:t>
            </a:r>
            <a:r>
              <a:rPr sz="2100" spc="-221" dirty="0">
                <a:solidFill>
                  <a:srgbClr val="BA181A"/>
                </a:solidFill>
                <a:latin typeface="PMingLiU"/>
                <a:cs typeface="PMingLiU"/>
              </a:rPr>
              <a:t>一一一一一一一一一一</a:t>
            </a:r>
            <a:r>
              <a:rPr sz="600" spc="-26" dirty="0">
                <a:solidFill>
                  <a:srgbClr val="180F0F"/>
                </a:solidFill>
                <a:latin typeface="Times New Roman"/>
                <a:cs typeface="Times New Roman"/>
              </a:rPr>
              <a:t>l</a:t>
            </a:r>
            <a:r>
              <a:rPr sz="2100" spc="-221" dirty="0">
                <a:solidFill>
                  <a:srgbClr val="BA181A"/>
                </a:solidFill>
                <a:latin typeface="PMingLiU"/>
                <a:cs typeface="PMingLiU"/>
              </a:rPr>
              <a:t>一一一</a:t>
            </a:r>
            <a:r>
              <a:rPr sz="2100" spc="-53" dirty="0">
                <a:solidFill>
                  <a:srgbClr val="180F0F"/>
                </a:solidFill>
                <a:latin typeface="PMingLiU"/>
                <a:cs typeface="PMingLiU"/>
              </a:rPr>
              <a:t>·</a:t>
            </a:r>
            <a:r>
              <a:rPr sz="2100" spc="-64" dirty="0">
                <a:solidFill>
                  <a:srgbClr val="BA181A"/>
                </a:solidFill>
                <a:latin typeface="PMingLiU"/>
                <a:cs typeface="PMingLiU"/>
              </a:rPr>
              <a:t>---</a:t>
            </a:r>
            <a:r>
              <a:rPr sz="2100" spc="-68" dirty="0">
                <a:solidFill>
                  <a:srgbClr val="9E1516"/>
                </a:solidFill>
                <a:latin typeface="PMingLiU"/>
                <a:cs typeface="PMingLiU"/>
              </a:rPr>
              <a:t>-</a:t>
            </a:r>
            <a:r>
              <a:rPr sz="2100" spc="-53" dirty="0">
                <a:solidFill>
                  <a:srgbClr val="BA181A"/>
                </a:solidFill>
                <a:latin typeface="PMingLiU"/>
                <a:cs typeface="PMingLiU"/>
              </a:rPr>
              <a:t>--</a:t>
            </a:r>
            <a:endParaRPr sz="2100">
              <a:latin typeface="PMingLiU"/>
              <a:cs typeface="PMingLiU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BF1271D-1F0D-FD0B-029C-C1A332CB6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618" y="1171533"/>
            <a:ext cx="2649030" cy="1548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2546" y="1373497"/>
            <a:ext cx="1869113" cy="13464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410" y="3191176"/>
            <a:ext cx="4504696" cy="10502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141649" y="1784159"/>
            <a:ext cx="1257300" cy="0"/>
          </a:xfrm>
          <a:custGeom>
            <a:avLst/>
            <a:gdLst/>
            <a:ahLst/>
            <a:cxnLst/>
            <a:rect l="l" t="t" r="r" b="b"/>
            <a:pathLst>
              <a:path w="1676400">
                <a:moveTo>
                  <a:pt x="0" y="0"/>
                </a:moveTo>
                <a:lnTo>
                  <a:pt x="1676374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141649" y="2087105"/>
            <a:ext cx="1291114" cy="0"/>
          </a:xfrm>
          <a:custGeom>
            <a:avLst/>
            <a:gdLst/>
            <a:ahLst/>
            <a:cxnLst/>
            <a:rect l="l" t="t" r="r" b="b"/>
            <a:pathLst>
              <a:path w="1721485">
                <a:moveTo>
                  <a:pt x="0" y="0"/>
                </a:moveTo>
                <a:lnTo>
                  <a:pt x="1721197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1922918" y="3675893"/>
            <a:ext cx="887730" cy="0"/>
          </a:xfrm>
          <a:custGeom>
            <a:avLst/>
            <a:gdLst/>
            <a:ahLst/>
            <a:cxnLst/>
            <a:rect l="l" t="t" r="r" b="b"/>
            <a:pathLst>
              <a:path w="1183639">
                <a:moveTo>
                  <a:pt x="0" y="0"/>
                </a:moveTo>
                <a:lnTo>
                  <a:pt x="1183323" y="0"/>
                </a:lnTo>
              </a:path>
            </a:pathLst>
          </a:custGeom>
          <a:ln w="26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12808" y="83149"/>
            <a:ext cx="3130391" cy="512224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2438" dirty="0">
                <a:solidFill>
                  <a:srgbClr val="CD421C"/>
                </a:solidFill>
              </a:rPr>
              <a:t>Peer-</a:t>
            </a:r>
            <a:r>
              <a:rPr sz="3263" spc="41" dirty="0">
                <a:solidFill>
                  <a:srgbClr val="CD421C"/>
                </a:solidFill>
                <a:latin typeface="PMingLiU"/>
                <a:cs typeface="PMingLiU"/>
              </a:rPr>
              <a:t>p</a:t>
            </a:r>
            <a:r>
              <a:rPr sz="2438" spc="41" dirty="0">
                <a:solidFill>
                  <a:srgbClr val="CD421C"/>
                </a:solidFill>
              </a:rPr>
              <a:t>eer</a:t>
            </a:r>
            <a:r>
              <a:rPr sz="2438" spc="341" dirty="0">
                <a:solidFill>
                  <a:srgbClr val="CD421C"/>
                </a:solidFill>
              </a:rPr>
              <a:t> </a:t>
            </a:r>
            <a:r>
              <a:rPr sz="2438" spc="41" dirty="0">
                <a:solidFill>
                  <a:srgbClr val="CD421C"/>
                </a:solidFill>
              </a:rPr>
              <a:t>ne</a:t>
            </a:r>
            <a:r>
              <a:rPr sz="2850" spc="41" dirty="0">
                <a:solidFill>
                  <a:srgbClr val="CD421C"/>
                </a:solidFill>
                <a:latin typeface="PMingLiU"/>
                <a:cs typeface="PMingLiU"/>
              </a:rPr>
              <a:t>t</a:t>
            </a:r>
            <a:r>
              <a:rPr sz="2438" spc="41" dirty="0">
                <a:solidFill>
                  <a:srgbClr val="CD421C"/>
                </a:solidFill>
              </a:rPr>
              <a:t>work</a:t>
            </a:r>
            <a:r>
              <a:rPr sz="2100" spc="41" dirty="0">
                <a:solidFill>
                  <a:srgbClr val="CD421C"/>
                </a:solidFill>
                <a:latin typeface="PMingLiU"/>
                <a:cs typeface="PMingLiU"/>
              </a:rPr>
              <a:t>i</a:t>
            </a:r>
            <a:r>
              <a:rPr sz="2438" spc="41" dirty="0">
                <a:solidFill>
                  <a:srgbClr val="CD421C"/>
                </a:solidFill>
              </a:rPr>
              <a:t>n</a:t>
            </a:r>
            <a:r>
              <a:rPr sz="3075" spc="41" dirty="0">
                <a:solidFill>
                  <a:srgbClr val="CD421C"/>
                </a:solidFill>
                <a:latin typeface="PMingLiU"/>
                <a:cs typeface="PMingLiU"/>
              </a:rPr>
              <a:t>g</a:t>
            </a:r>
            <a:endParaRPr sz="3075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7204" y="868598"/>
            <a:ext cx="2617470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463" spc="60" dirty="0">
                <a:solidFill>
                  <a:srgbClr val="152D15"/>
                </a:solidFill>
                <a:latin typeface="Segoe UI Symbol"/>
                <a:cs typeface="Segoe UI Symbol"/>
              </a:rPr>
              <a:t>Focus</a:t>
            </a:r>
            <a:r>
              <a:rPr sz="1463" spc="-8" dirty="0">
                <a:solidFill>
                  <a:srgbClr val="152D15"/>
                </a:solidFill>
                <a:latin typeface="Segoe UI Symbol"/>
                <a:cs typeface="Segoe UI Symbol"/>
              </a:rPr>
              <a:t> </a:t>
            </a:r>
            <a:r>
              <a:rPr sz="1463" spc="45" dirty="0">
                <a:solidFill>
                  <a:srgbClr val="152D15"/>
                </a:solidFill>
                <a:latin typeface="Segoe UI Symbol"/>
                <a:cs typeface="Segoe UI Symbol"/>
              </a:rPr>
              <a:t>a</a:t>
            </a:r>
            <a:r>
              <a:rPr sz="1725" spc="45" dirty="0">
                <a:solidFill>
                  <a:srgbClr val="152D15"/>
                </a:solidFill>
                <a:latin typeface="PMingLiU"/>
                <a:cs typeface="PMingLiU"/>
              </a:rPr>
              <a:t>t</a:t>
            </a:r>
            <a:r>
              <a:rPr sz="1725" spc="278" dirty="0">
                <a:solidFill>
                  <a:srgbClr val="152D15"/>
                </a:solidFill>
                <a:latin typeface="PMingLiU"/>
                <a:cs typeface="PMingLiU"/>
              </a:rPr>
              <a:t> </a:t>
            </a:r>
            <a:r>
              <a:rPr sz="1725" spc="98" dirty="0">
                <a:solidFill>
                  <a:srgbClr val="152D15"/>
                </a:solidFill>
                <a:latin typeface="PMingLiU"/>
                <a:cs typeface="PMingLiU"/>
              </a:rPr>
              <a:t>t</a:t>
            </a:r>
            <a:r>
              <a:rPr sz="1463" spc="98" dirty="0">
                <a:solidFill>
                  <a:srgbClr val="152D15"/>
                </a:solidFill>
                <a:latin typeface="Segoe UI Symbol"/>
                <a:cs typeface="Segoe UI Symbol"/>
              </a:rPr>
              <a:t>he</a:t>
            </a:r>
            <a:r>
              <a:rPr sz="1463" spc="11" dirty="0">
                <a:solidFill>
                  <a:srgbClr val="152D15"/>
                </a:solidFill>
                <a:latin typeface="Segoe UI Symbol"/>
                <a:cs typeface="Segoe UI Symbol"/>
              </a:rPr>
              <a:t> </a:t>
            </a:r>
            <a:r>
              <a:rPr sz="1463" spc="71" dirty="0">
                <a:solidFill>
                  <a:srgbClr val="152D15"/>
                </a:solidFill>
                <a:latin typeface="Segoe UI Symbol"/>
                <a:cs typeface="Segoe UI Symbol"/>
              </a:rPr>
              <a:t>a</a:t>
            </a:r>
            <a:r>
              <a:rPr sz="1388" spc="127" dirty="0">
                <a:solidFill>
                  <a:srgbClr val="152D15"/>
                </a:solidFill>
                <a:latin typeface="PMingLiU"/>
                <a:cs typeface="PMingLiU"/>
              </a:rPr>
              <a:t>匹</a:t>
            </a:r>
            <a:r>
              <a:rPr sz="1463" spc="56" dirty="0">
                <a:solidFill>
                  <a:srgbClr val="152D15"/>
                </a:solidFill>
                <a:latin typeface="Segoe UI Symbol"/>
                <a:cs typeface="Segoe UI Symbol"/>
              </a:rPr>
              <a:t>l</a:t>
            </a:r>
            <a:r>
              <a:rPr sz="1725" spc="56" dirty="0">
                <a:solidFill>
                  <a:srgbClr val="152D15"/>
                </a:solidFill>
                <a:latin typeface="PMingLiU"/>
                <a:cs typeface="PMingLiU"/>
              </a:rPr>
              <a:t>i</a:t>
            </a:r>
            <a:r>
              <a:rPr sz="1463" spc="56" dirty="0">
                <a:solidFill>
                  <a:srgbClr val="152D15"/>
                </a:solidFill>
                <a:latin typeface="Segoe UI Symbol"/>
                <a:cs typeface="Segoe UI Symbol"/>
              </a:rPr>
              <a:t>ca</a:t>
            </a:r>
            <a:r>
              <a:rPr sz="1725" spc="56" dirty="0">
                <a:solidFill>
                  <a:srgbClr val="152D15"/>
                </a:solidFill>
                <a:latin typeface="PMingLiU"/>
                <a:cs typeface="PMingLiU"/>
              </a:rPr>
              <a:t>ti</a:t>
            </a:r>
            <a:r>
              <a:rPr sz="1463" spc="56" dirty="0">
                <a:solidFill>
                  <a:srgbClr val="152D15"/>
                </a:solidFill>
                <a:latin typeface="Segoe UI Symbol"/>
                <a:cs typeface="Segoe UI Symbol"/>
              </a:rPr>
              <a:t>on</a:t>
            </a:r>
            <a:r>
              <a:rPr sz="1463" spc="-53" dirty="0">
                <a:solidFill>
                  <a:srgbClr val="152D15"/>
                </a:solidFill>
                <a:latin typeface="Segoe UI Symbol"/>
                <a:cs typeface="Segoe UI Symbol"/>
              </a:rPr>
              <a:t> </a:t>
            </a:r>
            <a:r>
              <a:rPr sz="1463" spc="45" dirty="0">
                <a:solidFill>
                  <a:srgbClr val="152D15"/>
                </a:solidFill>
                <a:latin typeface="Segoe UI Symbol"/>
                <a:cs typeface="Segoe UI Symbol"/>
              </a:rPr>
              <a:t>level</a:t>
            </a:r>
            <a:endParaRPr sz="1463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1883" y="2530878"/>
            <a:ext cx="638270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-596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2100" spc="-270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1725" spc="-548" dirty="0">
                <a:solidFill>
                  <a:srgbClr val="9E1516"/>
                </a:solidFill>
                <a:latin typeface="PMingLiU"/>
                <a:cs typeface="PMingLiU"/>
              </a:rPr>
              <a:t>＿</a:t>
            </a:r>
            <a:r>
              <a:rPr sz="2100" spc="-270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1725" spc="-548" dirty="0">
                <a:solidFill>
                  <a:srgbClr val="9E1516"/>
                </a:solidFill>
                <a:latin typeface="PMingLiU"/>
                <a:cs typeface="PMingLiU"/>
              </a:rPr>
              <a:t>＿</a:t>
            </a:r>
            <a:r>
              <a:rPr sz="2100" spc="-596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2100" spc="-270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1725" spc="-593" dirty="0">
                <a:solidFill>
                  <a:srgbClr val="9E1516"/>
                </a:solidFill>
                <a:latin typeface="PMingLiU"/>
                <a:cs typeface="PMingLiU"/>
              </a:rPr>
              <a:t>＿</a:t>
            </a:r>
            <a:r>
              <a:rPr sz="2100" spc="-596" dirty="0">
                <a:solidFill>
                  <a:srgbClr val="BA181A"/>
                </a:solidFill>
                <a:latin typeface="PMingLiU"/>
                <a:cs typeface="PMingLiU"/>
              </a:rPr>
              <a:t>＿＿＿</a:t>
            </a:r>
            <a:r>
              <a:rPr sz="2100" spc="105" dirty="0">
                <a:solidFill>
                  <a:srgbClr val="BA181A"/>
                </a:solidFill>
                <a:latin typeface="PMingLiU"/>
                <a:cs typeface="PMingLiU"/>
              </a:rPr>
              <a:t>＿</a:t>
            </a:r>
            <a:r>
              <a:rPr sz="2100" spc="105" dirty="0">
                <a:solidFill>
                  <a:srgbClr val="010301"/>
                </a:solidFill>
                <a:latin typeface="PMingLiU"/>
                <a:cs typeface="PMingLiU"/>
              </a:rPr>
              <a:t>，</a:t>
            </a:r>
            <a:r>
              <a:rPr sz="2100" spc="-221" dirty="0">
                <a:solidFill>
                  <a:srgbClr val="BA181A"/>
                </a:solidFill>
                <a:latin typeface="PMingLiU"/>
                <a:cs typeface="PMingLiU"/>
              </a:rPr>
              <a:t>一一一一一一一一一一</a:t>
            </a:r>
            <a:r>
              <a:rPr sz="600" spc="-26" dirty="0">
                <a:solidFill>
                  <a:srgbClr val="180F0F"/>
                </a:solidFill>
                <a:latin typeface="Times New Roman"/>
                <a:cs typeface="Times New Roman"/>
              </a:rPr>
              <a:t>l</a:t>
            </a:r>
            <a:r>
              <a:rPr sz="2100" spc="-221" dirty="0">
                <a:solidFill>
                  <a:srgbClr val="BA181A"/>
                </a:solidFill>
                <a:latin typeface="PMingLiU"/>
                <a:cs typeface="PMingLiU"/>
              </a:rPr>
              <a:t>一一一</a:t>
            </a:r>
            <a:r>
              <a:rPr sz="2100" spc="-53" dirty="0">
                <a:solidFill>
                  <a:srgbClr val="180F0F"/>
                </a:solidFill>
                <a:latin typeface="PMingLiU"/>
                <a:cs typeface="PMingLiU"/>
              </a:rPr>
              <a:t>·</a:t>
            </a:r>
            <a:r>
              <a:rPr sz="2100" spc="-64" dirty="0">
                <a:solidFill>
                  <a:srgbClr val="BA181A"/>
                </a:solidFill>
                <a:latin typeface="PMingLiU"/>
                <a:cs typeface="PMingLiU"/>
              </a:rPr>
              <a:t>---</a:t>
            </a:r>
            <a:r>
              <a:rPr sz="2100" spc="-68" dirty="0">
                <a:solidFill>
                  <a:srgbClr val="9E1516"/>
                </a:solidFill>
                <a:latin typeface="PMingLiU"/>
                <a:cs typeface="PMingLiU"/>
              </a:rPr>
              <a:t>-</a:t>
            </a:r>
            <a:r>
              <a:rPr sz="2100" spc="-53" dirty="0">
                <a:solidFill>
                  <a:srgbClr val="BA181A"/>
                </a:solidFill>
                <a:latin typeface="PMingLiU"/>
                <a:cs typeface="PMingLiU"/>
              </a:rPr>
              <a:t>--</a:t>
            </a:r>
            <a:endParaRPr sz="2100">
              <a:latin typeface="PMingLiU"/>
              <a:cs typeface="PMingLiU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013831C1-45E2-4B25-27EF-1D0501D44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9145" y="572744"/>
            <a:ext cx="2294573" cy="546849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278254" algn="l"/>
              </a:tabLst>
            </a:pPr>
            <a:r>
              <a:rPr sz="3488" spc="-390" dirty="0">
                <a:solidFill>
                  <a:srgbClr val="D83F18"/>
                </a:solidFill>
                <a:latin typeface="Times New Roman"/>
                <a:cs typeface="Times New Roman"/>
              </a:rPr>
              <a:t>How</a:t>
            </a:r>
            <a:r>
              <a:rPr sz="3488" spc="341" dirty="0">
                <a:solidFill>
                  <a:srgbClr val="D83F18"/>
                </a:solidFill>
                <a:latin typeface="Times New Roman"/>
                <a:cs typeface="Times New Roman"/>
              </a:rPr>
              <a:t> </a:t>
            </a:r>
            <a:r>
              <a:rPr sz="3188" spc="-19" dirty="0">
                <a:solidFill>
                  <a:srgbClr val="D83F18"/>
                </a:solidFill>
                <a:latin typeface="PMingLiU"/>
                <a:cs typeface="PMingLiU"/>
              </a:rPr>
              <a:t>it</a:t>
            </a:r>
            <a:r>
              <a:rPr sz="3188" dirty="0">
                <a:solidFill>
                  <a:srgbClr val="D83F18"/>
                </a:solidFill>
                <a:latin typeface="PMingLiU"/>
                <a:cs typeface="PMingLiU"/>
              </a:rPr>
              <a:t>	</a:t>
            </a:r>
            <a:r>
              <a:rPr sz="3488" spc="-120" dirty="0">
                <a:solidFill>
                  <a:srgbClr val="D83F18"/>
                </a:solidFill>
                <a:latin typeface="Times New Roman"/>
                <a:cs typeface="Times New Roman"/>
              </a:rPr>
              <a:t>works</a:t>
            </a:r>
            <a:endParaRPr sz="3488">
              <a:latin typeface="Times New Roman"/>
              <a:cs typeface="Times New Roman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B40C851-7A15-36F7-1592-EF231F4B8E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6250" y="3837463"/>
            <a:ext cx="537874" cy="8078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1177" y="236084"/>
            <a:ext cx="4823460" cy="506388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2475" spc="41" dirty="0">
                <a:solidFill>
                  <a:srgbClr val="CD421C"/>
                </a:solidFill>
              </a:rPr>
              <a:t>Class</a:t>
            </a:r>
            <a:r>
              <a:rPr sz="2850" spc="41" dirty="0">
                <a:solidFill>
                  <a:srgbClr val="CD421C"/>
                </a:solidFill>
                <a:latin typeface="PMingLiU"/>
                <a:cs typeface="PMingLiU"/>
              </a:rPr>
              <a:t>ifi</a:t>
            </a:r>
            <a:r>
              <a:rPr sz="2475" spc="41" dirty="0">
                <a:solidFill>
                  <a:srgbClr val="CD421C"/>
                </a:solidFill>
              </a:rPr>
              <a:t>ca</a:t>
            </a:r>
            <a:r>
              <a:rPr sz="2850" spc="41" dirty="0">
                <a:solidFill>
                  <a:srgbClr val="CD421C"/>
                </a:solidFill>
                <a:latin typeface="PMingLiU"/>
                <a:cs typeface="PMingLiU"/>
              </a:rPr>
              <a:t>ti</a:t>
            </a:r>
            <a:r>
              <a:rPr sz="2475" spc="41" dirty="0">
                <a:solidFill>
                  <a:srgbClr val="CD421C"/>
                </a:solidFill>
              </a:rPr>
              <a:t>on</a:t>
            </a:r>
            <a:r>
              <a:rPr sz="2475" spc="-203" dirty="0">
                <a:solidFill>
                  <a:srgbClr val="CD421C"/>
                </a:solidFill>
              </a:rPr>
              <a:t> </a:t>
            </a:r>
            <a:r>
              <a:rPr sz="2475" dirty="0">
                <a:solidFill>
                  <a:srgbClr val="CD421C"/>
                </a:solidFill>
              </a:rPr>
              <a:t>o</a:t>
            </a:r>
            <a:r>
              <a:rPr sz="2850" dirty="0">
                <a:solidFill>
                  <a:srgbClr val="CD421C"/>
                </a:solidFill>
                <a:latin typeface="PMingLiU"/>
                <a:cs typeface="PMingLiU"/>
              </a:rPr>
              <a:t>f</a:t>
            </a:r>
            <a:r>
              <a:rPr sz="2850" spc="323" dirty="0">
                <a:solidFill>
                  <a:srgbClr val="CD421C"/>
                </a:solidFill>
                <a:latin typeface="PMingLiU"/>
                <a:cs typeface="PMingLiU"/>
              </a:rPr>
              <a:t> </a:t>
            </a:r>
            <a:r>
              <a:rPr sz="2850" spc="127" dirty="0">
                <a:solidFill>
                  <a:srgbClr val="CD421C"/>
                </a:solidFill>
                <a:latin typeface="PMingLiU"/>
                <a:cs typeface="PMingLiU"/>
              </a:rPr>
              <a:t>t</a:t>
            </a:r>
            <a:r>
              <a:rPr sz="2475" spc="127" dirty="0">
                <a:solidFill>
                  <a:srgbClr val="CD421C"/>
                </a:solidFill>
              </a:rPr>
              <a:t>he</a:t>
            </a:r>
            <a:r>
              <a:rPr sz="2475" spc="-94" dirty="0">
                <a:solidFill>
                  <a:srgbClr val="CD421C"/>
                </a:solidFill>
              </a:rPr>
              <a:t> </a:t>
            </a:r>
            <a:r>
              <a:rPr sz="2475" dirty="0">
                <a:solidFill>
                  <a:srgbClr val="CD421C"/>
                </a:solidFill>
              </a:rPr>
              <a:t>P2P</a:t>
            </a:r>
            <a:r>
              <a:rPr sz="2475" spc="-15" dirty="0">
                <a:solidFill>
                  <a:srgbClr val="CD421C"/>
                </a:solidFill>
              </a:rPr>
              <a:t> </a:t>
            </a:r>
            <a:r>
              <a:rPr sz="2475" spc="41" dirty="0">
                <a:solidFill>
                  <a:srgbClr val="CD421C"/>
                </a:solidFill>
              </a:rPr>
              <a:t>S</a:t>
            </a:r>
            <a:r>
              <a:rPr sz="3225" spc="41" dirty="0">
                <a:solidFill>
                  <a:srgbClr val="CD421C"/>
                </a:solidFill>
                <a:latin typeface="PMingLiU"/>
                <a:cs typeface="PMingLiU"/>
              </a:rPr>
              <a:t>y</a:t>
            </a:r>
            <a:r>
              <a:rPr sz="2475" spc="41" dirty="0">
                <a:solidFill>
                  <a:srgbClr val="CD421C"/>
                </a:solidFill>
              </a:rPr>
              <a:t>s</a:t>
            </a:r>
            <a:r>
              <a:rPr sz="2850" spc="41" dirty="0">
                <a:solidFill>
                  <a:srgbClr val="CD421C"/>
                </a:solidFill>
                <a:latin typeface="PMingLiU"/>
                <a:cs typeface="PMingLiU"/>
              </a:rPr>
              <a:t>t</a:t>
            </a:r>
            <a:r>
              <a:rPr sz="2475" spc="41" dirty="0">
                <a:solidFill>
                  <a:srgbClr val="CD421C"/>
                </a:solidFill>
              </a:rPr>
              <a:t>ems</a:t>
            </a:r>
            <a:endParaRPr sz="2475">
              <a:latin typeface="PMingLiU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9637" y="761517"/>
            <a:ext cx="6237923" cy="4030495"/>
          </a:xfrm>
          <a:prstGeom prst="rect">
            <a:avLst/>
          </a:prstGeom>
        </p:spPr>
        <p:txBody>
          <a:bodyPr vert="horz" wrap="square" lIns="0" tIns="162401" rIns="0" bIns="0" rtlCol="0">
            <a:spAutoFit/>
          </a:bodyPr>
          <a:lstStyle/>
          <a:p>
            <a:pPr marL="23336">
              <a:spcBef>
                <a:spcPts val="1279"/>
              </a:spcBef>
            </a:pPr>
            <a:r>
              <a:rPr sz="1538" spc="79" dirty="0">
                <a:solidFill>
                  <a:srgbClr val="080808"/>
                </a:solidFill>
                <a:latin typeface="Segoe UI Symbol"/>
                <a:cs typeface="Segoe UI Symbol"/>
              </a:rPr>
              <a:t>Three</a:t>
            </a:r>
            <a:r>
              <a:rPr sz="1538" spc="-1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ma</a:t>
            </a:r>
            <a:r>
              <a:rPr sz="1425" spc="-8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n</a:t>
            </a:r>
            <a:r>
              <a:rPr sz="1538" spc="-75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ca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</a:t>
            </a:r>
            <a:r>
              <a:rPr sz="1950" dirty="0">
                <a:solidFill>
                  <a:srgbClr val="080808"/>
                </a:solidFill>
                <a:latin typeface="PMingLiU"/>
                <a:cs typeface="PMingLiU"/>
              </a:rPr>
              <a:t>g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or</a:t>
            </a:r>
            <a:r>
              <a:rPr sz="1425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es</a:t>
            </a:r>
            <a:r>
              <a:rPr sz="1538" spc="176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o</a:t>
            </a:r>
            <a:r>
              <a:rPr sz="1875" dirty="0">
                <a:solidFill>
                  <a:srgbClr val="080808"/>
                </a:solidFill>
                <a:latin typeface="PMingLiU"/>
                <a:cs typeface="PMingLiU"/>
              </a:rPr>
              <a:t>f</a:t>
            </a:r>
            <a:r>
              <a:rPr sz="1875" spc="120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z="1950" spc="-8" dirty="0">
                <a:solidFill>
                  <a:srgbClr val="080808"/>
                </a:solidFill>
                <a:latin typeface="PMingLiU"/>
                <a:cs typeface="PMingLiU"/>
              </a:rPr>
              <a:t>y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z="1725" spc="-8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ems</a:t>
            </a:r>
            <a:endParaRPr sz="1538">
              <a:latin typeface="Segoe UI Symbol"/>
              <a:cs typeface="Segoe UI Symbol"/>
            </a:endParaRPr>
          </a:p>
          <a:p>
            <a:pPr marL="18098" marR="1065371" indent="127159">
              <a:lnSpc>
                <a:spcPct val="76800"/>
              </a:lnSpc>
              <a:spcBef>
                <a:spcPts val="1777"/>
              </a:spcBef>
              <a:buClr>
                <a:srgbClr val="080808"/>
              </a:buClr>
              <a:buChar char="•"/>
              <a:tabLst>
                <a:tab pos="145256" algn="l"/>
              </a:tabLst>
            </a:pPr>
            <a:r>
              <a:rPr sz="1538" spc="41" dirty="0">
                <a:solidFill>
                  <a:srgbClr val="423F85"/>
                </a:solidFill>
                <a:latin typeface="Segoe UI Symbol"/>
                <a:cs typeface="Segoe UI Symbol"/>
              </a:rPr>
              <a:t>Cen</a:t>
            </a:r>
            <a:r>
              <a:rPr sz="1725" spc="41" dirty="0">
                <a:solidFill>
                  <a:srgbClr val="423F85"/>
                </a:solidFill>
                <a:latin typeface="PMingLiU"/>
                <a:cs typeface="PMingLiU"/>
              </a:rPr>
              <a:t>t</a:t>
            </a:r>
            <a:r>
              <a:rPr sz="1538" spc="41" dirty="0">
                <a:solidFill>
                  <a:srgbClr val="423F85"/>
                </a:solidFill>
                <a:latin typeface="Segoe UI Symbol"/>
                <a:cs typeface="Segoe UI Symbol"/>
              </a:rPr>
              <a:t>ra</a:t>
            </a:r>
            <a:r>
              <a:rPr sz="1538" spc="41" dirty="0">
                <a:solidFill>
                  <a:srgbClr val="423F85"/>
                </a:solidFill>
                <a:latin typeface="PMingLiU"/>
                <a:cs typeface="PMingLiU"/>
              </a:rPr>
              <a:t>li</a:t>
            </a:r>
            <a:r>
              <a:rPr sz="1538" spc="41" dirty="0">
                <a:solidFill>
                  <a:srgbClr val="423F85"/>
                </a:solidFill>
                <a:latin typeface="Segoe UI Symbol"/>
                <a:cs typeface="Segoe UI Symbol"/>
              </a:rPr>
              <a:t>zed</a:t>
            </a:r>
            <a:r>
              <a:rPr sz="1538" spc="-64" dirty="0">
                <a:solidFill>
                  <a:srgbClr val="423F85"/>
                </a:solidFill>
                <a:latin typeface="Segoe UI Symbol"/>
                <a:cs typeface="Segoe UI Symbol"/>
              </a:rPr>
              <a:t> </a:t>
            </a:r>
            <a:r>
              <a:rPr sz="1538" spc="38" dirty="0">
                <a:solidFill>
                  <a:srgbClr val="423F85"/>
                </a:solidFill>
                <a:latin typeface="Segoe UI Symbol"/>
                <a:cs typeface="Segoe UI Symbol"/>
              </a:rPr>
              <a:t>s</a:t>
            </a:r>
            <a:r>
              <a:rPr sz="1950" spc="38" dirty="0">
                <a:solidFill>
                  <a:srgbClr val="423F85"/>
                </a:solidFill>
                <a:latin typeface="PMingLiU"/>
                <a:cs typeface="PMingLiU"/>
              </a:rPr>
              <a:t>y</a:t>
            </a:r>
            <a:r>
              <a:rPr sz="1538" spc="38" dirty="0">
                <a:solidFill>
                  <a:srgbClr val="423F85"/>
                </a:solidFill>
                <a:latin typeface="Segoe UI Symbol"/>
                <a:cs typeface="Segoe UI Symbol"/>
              </a:rPr>
              <a:t>s</a:t>
            </a:r>
            <a:r>
              <a:rPr sz="1725" spc="38" dirty="0">
                <a:solidFill>
                  <a:srgbClr val="423F85"/>
                </a:solidFill>
                <a:latin typeface="PMingLiU"/>
                <a:cs typeface="PMingLiU"/>
              </a:rPr>
              <a:t>t</a:t>
            </a:r>
            <a:r>
              <a:rPr sz="1538" spc="38" dirty="0">
                <a:solidFill>
                  <a:srgbClr val="423F85"/>
                </a:solidFill>
                <a:latin typeface="Segoe UI Symbol"/>
                <a:cs typeface="Segoe UI Symbol"/>
              </a:rPr>
              <a:t>ems:</a:t>
            </a:r>
            <a:r>
              <a:rPr sz="1538" spc="94" dirty="0">
                <a:solidFill>
                  <a:srgbClr val="423F85"/>
                </a:solidFill>
                <a:latin typeface="Segoe UI Symbol"/>
                <a:cs typeface="Segoe UI Symbol"/>
              </a:rPr>
              <a:t> </a:t>
            </a:r>
            <a:r>
              <a:rPr sz="198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eer</a:t>
            </a:r>
            <a:r>
              <a:rPr sz="1538" spc="203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connec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z="1538" spc="143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725" spc="113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113" dirty="0">
                <a:solidFill>
                  <a:srgbClr val="080808"/>
                </a:solidFill>
                <a:latin typeface="Segoe UI Symbol"/>
                <a:cs typeface="Segoe UI Symbol"/>
              </a:rPr>
              <a:t>o</a:t>
            </a:r>
            <a:r>
              <a:rPr sz="1538" spc="-113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75" dirty="0">
                <a:solidFill>
                  <a:srgbClr val="080808"/>
                </a:solidFill>
                <a:latin typeface="Segoe UI Symbol"/>
                <a:cs typeface="Segoe UI Symbol"/>
              </a:rPr>
              <a:t>server</a:t>
            </a:r>
            <a:r>
              <a:rPr sz="1538" spc="7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wh</a:t>
            </a:r>
            <a:r>
              <a:rPr sz="1725" spc="-8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ch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coord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na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es</a:t>
            </a:r>
            <a:r>
              <a:rPr sz="1538" spc="4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and</a:t>
            </a:r>
            <a:r>
              <a:rPr sz="1538" spc="-90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30" dirty="0">
                <a:solidFill>
                  <a:srgbClr val="080808"/>
                </a:solidFill>
                <a:latin typeface="Segoe UI Symbol"/>
                <a:cs typeface="Segoe UI Symbol"/>
              </a:rPr>
              <a:t>mana</a:t>
            </a:r>
            <a:r>
              <a:rPr sz="1950" spc="-30" dirty="0">
                <a:solidFill>
                  <a:srgbClr val="080808"/>
                </a:solidFill>
                <a:latin typeface="PMingLiU"/>
                <a:cs typeface="PMingLiU"/>
              </a:rPr>
              <a:t>g</a:t>
            </a:r>
            <a:r>
              <a:rPr sz="1538" spc="-30" dirty="0">
                <a:solidFill>
                  <a:srgbClr val="080808"/>
                </a:solidFill>
                <a:latin typeface="Segoe UI Symbol"/>
                <a:cs typeface="Segoe UI Symbol"/>
              </a:rPr>
              <a:t>es</a:t>
            </a:r>
            <a:r>
              <a:rPr sz="1538" spc="10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34" dirty="0">
                <a:solidFill>
                  <a:srgbClr val="080808"/>
                </a:solidFill>
                <a:latin typeface="Segoe UI Symbol"/>
                <a:cs typeface="Segoe UI Symbol"/>
              </a:rPr>
              <a:t>commun</a:t>
            </a:r>
            <a:r>
              <a:rPr sz="1725" spc="-34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-34" dirty="0">
                <a:solidFill>
                  <a:srgbClr val="080808"/>
                </a:solidFill>
                <a:latin typeface="Segoe UI Symbol"/>
                <a:cs typeface="Segoe UI Symbol"/>
              </a:rPr>
              <a:t>ca</a:t>
            </a:r>
            <a:r>
              <a:rPr sz="1725" spc="-34" dirty="0">
                <a:solidFill>
                  <a:srgbClr val="080808"/>
                </a:solidFill>
                <a:latin typeface="PMingLiU"/>
                <a:cs typeface="PMingLiU"/>
              </a:rPr>
              <a:t>ti</a:t>
            </a:r>
            <a:r>
              <a:rPr sz="1538" spc="-34" dirty="0">
                <a:solidFill>
                  <a:srgbClr val="080808"/>
                </a:solidFill>
                <a:latin typeface="Segoe UI Symbol"/>
                <a:cs typeface="Segoe UI Symbol"/>
              </a:rPr>
              <a:t>on.</a:t>
            </a:r>
            <a:r>
              <a:rPr sz="1538" spc="-7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e.</a:t>
            </a:r>
            <a:r>
              <a:rPr sz="1950" dirty="0">
                <a:solidFill>
                  <a:srgbClr val="080808"/>
                </a:solidFill>
                <a:latin typeface="PMingLiU"/>
                <a:cs typeface="PMingLiU"/>
              </a:rPr>
              <a:t>g.</a:t>
            </a:r>
            <a:r>
              <a:rPr sz="1950" spc="-251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538" spc="60" dirty="0">
                <a:solidFill>
                  <a:srgbClr val="080808"/>
                </a:solidFill>
                <a:latin typeface="Segoe UI Symbol"/>
                <a:cs typeface="Segoe UI Symbol"/>
              </a:rPr>
              <a:t>SETI@home</a:t>
            </a:r>
            <a:endParaRPr sz="1538">
              <a:latin typeface="Segoe UI Symbol"/>
              <a:cs typeface="Segoe UI Symbol"/>
            </a:endParaRPr>
          </a:p>
          <a:p>
            <a:pPr marL="143351" indent="-125254">
              <a:lnSpc>
                <a:spcPts val="2093"/>
              </a:lnSpc>
              <a:spcBef>
                <a:spcPts val="1283"/>
              </a:spcBef>
              <a:buChar char="•"/>
              <a:tabLst>
                <a:tab pos="143351" algn="l"/>
              </a:tabLst>
            </a:pPr>
            <a:r>
              <a:rPr sz="1538" spc="41" dirty="0">
                <a:solidFill>
                  <a:srgbClr val="423F85"/>
                </a:solidFill>
                <a:latin typeface="Segoe UI Symbol"/>
                <a:cs typeface="Segoe UI Symbol"/>
              </a:rPr>
              <a:t>Brokered</a:t>
            </a:r>
            <a:r>
              <a:rPr sz="1538" spc="-53" dirty="0">
                <a:solidFill>
                  <a:srgbClr val="423F85"/>
                </a:solidFill>
                <a:latin typeface="Segoe UI Symbol"/>
                <a:cs typeface="Segoe UI Symbol"/>
              </a:rPr>
              <a:t> 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s</a:t>
            </a:r>
            <a:r>
              <a:rPr sz="1950" spc="45" dirty="0">
                <a:solidFill>
                  <a:srgbClr val="423F85"/>
                </a:solidFill>
                <a:latin typeface="PMingLiU"/>
                <a:cs typeface="PMingLiU"/>
              </a:rPr>
              <a:t>y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s</a:t>
            </a:r>
            <a:r>
              <a:rPr sz="1725" spc="45" dirty="0">
                <a:solidFill>
                  <a:srgbClr val="423F85"/>
                </a:solidFill>
                <a:latin typeface="PMingLiU"/>
                <a:cs typeface="PMingLiU"/>
              </a:rPr>
              <a:t>t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ems:</a:t>
            </a:r>
            <a:r>
              <a:rPr sz="1538" spc="83" dirty="0">
                <a:solidFill>
                  <a:srgbClr val="423F85"/>
                </a:solidFill>
                <a:latin typeface="Segoe UI Symbol"/>
                <a:cs typeface="Segoe UI Symbol"/>
              </a:rPr>
              <a:t> </a:t>
            </a:r>
            <a:r>
              <a:rPr sz="198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eers</a:t>
            </a:r>
            <a:r>
              <a:rPr sz="1538" spc="75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connec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725" spc="244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725" spc="139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139" dirty="0">
                <a:solidFill>
                  <a:srgbClr val="080808"/>
                </a:solidFill>
                <a:latin typeface="Segoe UI Symbol"/>
                <a:cs typeface="Segoe UI Symbol"/>
              </a:rPr>
              <a:t>o</a:t>
            </a:r>
            <a:r>
              <a:rPr sz="1538" spc="-150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161" dirty="0">
                <a:solidFill>
                  <a:srgbClr val="080808"/>
                </a:solidFill>
                <a:latin typeface="Segoe UI Symbol"/>
                <a:cs typeface="Segoe UI Symbol"/>
              </a:rPr>
              <a:t>a</a:t>
            </a:r>
            <a:r>
              <a:rPr sz="1538" spc="-16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75" dirty="0">
                <a:solidFill>
                  <a:srgbClr val="080808"/>
                </a:solidFill>
                <a:latin typeface="Segoe UI Symbol"/>
                <a:cs typeface="Segoe UI Symbol"/>
              </a:rPr>
              <a:t>server</a:t>
            </a:r>
            <a:r>
              <a:rPr sz="1538" spc="64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725" spc="139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139" dirty="0">
                <a:solidFill>
                  <a:srgbClr val="080808"/>
                </a:solidFill>
                <a:latin typeface="Segoe UI Symbol"/>
                <a:cs typeface="Segoe UI Symbol"/>
              </a:rPr>
              <a:t>o</a:t>
            </a:r>
            <a:r>
              <a:rPr sz="1538" spc="-105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d</a:t>
            </a:r>
            <a:r>
              <a:rPr sz="1725" spc="-8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scover</a:t>
            </a:r>
            <a:endParaRPr sz="1538">
              <a:latin typeface="Segoe UI Symbol"/>
              <a:cs typeface="Segoe UI Symbol"/>
            </a:endParaRPr>
          </a:p>
          <a:p>
            <a:pPr marL="13811" marR="825818" indent="-2858">
              <a:lnSpc>
                <a:spcPct val="75600"/>
              </a:lnSpc>
              <a:spcBef>
                <a:spcPts val="289"/>
              </a:spcBef>
            </a:pPr>
            <a:r>
              <a:rPr sz="1538" spc="45" dirty="0">
                <a:solidFill>
                  <a:srgbClr val="080808"/>
                </a:solidFill>
                <a:latin typeface="Segoe UI Symbol"/>
                <a:cs typeface="Segoe UI Symbol"/>
              </a:rPr>
              <a:t>o</a:t>
            </a:r>
            <a:r>
              <a:rPr sz="1725" spc="45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45" dirty="0">
                <a:solidFill>
                  <a:srgbClr val="080808"/>
                </a:solidFill>
                <a:latin typeface="Segoe UI Symbol"/>
                <a:cs typeface="Segoe UI Symbol"/>
              </a:rPr>
              <a:t>her</a:t>
            </a:r>
            <a:r>
              <a:rPr sz="1538" spc="244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98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eers,</a:t>
            </a:r>
            <a:r>
              <a:rPr sz="1538" spc="-1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bu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725" spc="236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725" spc="79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79" dirty="0">
                <a:solidFill>
                  <a:srgbClr val="080808"/>
                </a:solidFill>
                <a:latin typeface="Segoe UI Symbol"/>
                <a:cs typeface="Segoe UI Symbol"/>
              </a:rPr>
              <a:t>hen</a:t>
            </a:r>
            <a:r>
              <a:rPr sz="1538" spc="-16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41" dirty="0">
                <a:solidFill>
                  <a:srgbClr val="080808"/>
                </a:solidFill>
                <a:latin typeface="Segoe UI Symbol"/>
                <a:cs typeface="Segoe UI Symbol"/>
              </a:rPr>
              <a:t>mana</a:t>
            </a:r>
            <a:r>
              <a:rPr sz="1988" spc="-41" dirty="0">
                <a:solidFill>
                  <a:srgbClr val="080808"/>
                </a:solidFill>
                <a:latin typeface="PMingLiU"/>
                <a:cs typeface="PMingLiU"/>
              </a:rPr>
              <a:t>g</a:t>
            </a:r>
            <a:r>
              <a:rPr sz="1538" spc="-41" dirty="0">
                <a:solidFill>
                  <a:srgbClr val="080808"/>
                </a:solidFill>
                <a:latin typeface="Segoe UI Symbol"/>
                <a:cs typeface="Segoe UI Symbol"/>
              </a:rPr>
              <a:t>e</a:t>
            </a:r>
            <a:r>
              <a:rPr sz="1538" spc="7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725" spc="79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79" dirty="0">
                <a:solidFill>
                  <a:srgbClr val="080808"/>
                </a:solidFill>
                <a:latin typeface="Segoe UI Symbol"/>
                <a:cs typeface="Segoe UI Symbol"/>
              </a:rPr>
              <a:t>he</a:t>
            </a:r>
            <a:r>
              <a:rPr sz="1538" spc="1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30" dirty="0">
                <a:solidFill>
                  <a:srgbClr val="1F1F1F"/>
                </a:solidFill>
                <a:latin typeface="Segoe UI Symbol"/>
                <a:cs typeface="Segoe UI Symbol"/>
              </a:rPr>
              <a:t>commun</a:t>
            </a:r>
            <a:r>
              <a:rPr sz="1725" spc="-30" dirty="0">
                <a:solidFill>
                  <a:srgbClr val="1F1F1F"/>
                </a:solidFill>
                <a:latin typeface="PMingLiU"/>
                <a:cs typeface="PMingLiU"/>
              </a:rPr>
              <a:t>i</a:t>
            </a:r>
            <a:r>
              <a:rPr sz="1538" spc="-30" dirty="0">
                <a:solidFill>
                  <a:srgbClr val="1F1F1F"/>
                </a:solidFill>
                <a:latin typeface="Segoe UI Symbol"/>
                <a:cs typeface="Segoe UI Symbol"/>
              </a:rPr>
              <a:t>ca</a:t>
            </a:r>
            <a:r>
              <a:rPr sz="1725" spc="-30" dirty="0">
                <a:solidFill>
                  <a:srgbClr val="1F1F1F"/>
                </a:solidFill>
                <a:latin typeface="PMingLiU"/>
                <a:cs typeface="PMingLiU"/>
              </a:rPr>
              <a:t>ti</a:t>
            </a:r>
            <a:r>
              <a:rPr sz="1538" spc="-30" dirty="0">
                <a:solidFill>
                  <a:srgbClr val="1F1F1F"/>
                </a:solidFill>
                <a:latin typeface="Segoe UI Symbol"/>
                <a:cs typeface="Segoe UI Symbol"/>
              </a:rPr>
              <a:t>on</a:t>
            </a:r>
            <a:r>
              <a:rPr sz="1538" spc="-109" dirty="0">
                <a:solidFill>
                  <a:srgbClr val="1F1F1F"/>
                </a:solidFill>
                <a:latin typeface="Segoe UI Symbol"/>
                <a:cs typeface="Segoe UI Symbol"/>
              </a:rPr>
              <a:t> </a:t>
            </a:r>
            <a:r>
              <a:rPr sz="1725" spc="-8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hemselves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(e.</a:t>
            </a:r>
            <a:r>
              <a:rPr sz="1950" dirty="0">
                <a:solidFill>
                  <a:srgbClr val="080808"/>
                </a:solidFill>
                <a:latin typeface="PMingLiU"/>
                <a:cs typeface="PMingLiU"/>
              </a:rPr>
              <a:t>g.</a:t>
            </a:r>
            <a:r>
              <a:rPr sz="1950" spc="-225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Na</a:t>
            </a:r>
            <a:r>
              <a:rPr sz="1988" spc="6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pc="68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er).</a:t>
            </a:r>
            <a:r>
              <a:rPr sz="1538" spc="64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Th</a:t>
            </a:r>
            <a:r>
              <a:rPr sz="1238" spc="68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z="1538" spc="263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238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z="1538" spc="94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also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called</a:t>
            </a:r>
            <a:r>
              <a:rPr sz="1538" spc="1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64" dirty="0">
                <a:solidFill>
                  <a:srgbClr val="080808"/>
                </a:solidFill>
                <a:latin typeface="Segoe UI Symbol"/>
                <a:cs typeface="Segoe UI Symbol"/>
              </a:rPr>
              <a:t>Brokered</a:t>
            </a:r>
            <a:r>
              <a:rPr sz="1538" spc="-195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15" dirty="0">
                <a:solidFill>
                  <a:srgbClr val="080808"/>
                </a:solidFill>
                <a:latin typeface="Segoe UI Symbol"/>
                <a:cs typeface="Segoe UI Symbol"/>
              </a:rPr>
              <a:t>P2P.</a:t>
            </a:r>
            <a:endParaRPr sz="1538">
              <a:latin typeface="Segoe UI Symbol"/>
              <a:cs typeface="Segoe UI Symbol"/>
            </a:endParaRPr>
          </a:p>
          <a:p>
            <a:pPr marL="143351" indent="-131921">
              <a:lnSpc>
                <a:spcPts val="2111"/>
              </a:lnSpc>
              <a:spcBef>
                <a:spcPts val="1219"/>
              </a:spcBef>
              <a:buChar char="•"/>
              <a:tabLst>
                <a:tab pos="143351" algn="l"/>
              </a:tabLst>
            </a:pP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Decen</a:t>
            </a:r>
            <a:r>
              <a:rPr sz="1725" spc="45" dirty="0">
                <a:solidFill>
                  <a:srgbClr val="423F85"/>
                </a:solidFill>
                <a:latin typeface="PMingLiU"/>
                <a:cs typeface="PMingLiU"/>
              </a:rPr>
              <a:t>t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ral</a:t>
            </a:r>
            <a:r>
              <a:rPr sz="1725" spc="45" dirty="0">
                <a:solidFill>
                  <a:srgbClr val="423F85"/>
                </a:solidFill>
                <a:latin typeface="PMingLiU"/>
                <a:cs typeface="PMingLiU"/>
              </a:rPr>
              <a:t>i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zed</a:t>
            </a:r>
            <a:r>
              <a:rPr sz="1538" spc="-90" dirty="0">
                <a:solidFill>
                  <a:srgbClr val="423F85"/>
                </a:solidFill>
                <a:latin typeface="Segoe UI Symbol"/>
                <a:cs typeface="Segoe UI Symbol"/>
              </a:rPr>
              <a:t> 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s</a:t>
            </a:r>
            <a:r>
              <a:rPr sz="1950" spc="45" dirty="0">
                <a:solidFill>
                  <a:srgbClr val="423F85"/>
                </a:solidFill>
                <a:latin typeface="PMingLiU"/>
                <a:cs typeface="PMingLiU"/>
              </a:rPr>
              <a:t>y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s</a:t>
            </a:r>
            <a:r>
              <a:rPr sz="1725" spc="45" dirty="0">
                <a:solidFill>
                  <a:srgbClr val="423F85"/>
                </a:solidFill>
                <a:latin typeface="PMingLiU"/>
                <a:cs typeface="PMingLiU"/>
              </a:rPr>
              <a:t>t</a:t>
            </a:r>
            <a:r>
              <a:rPr sz="1538" spc="45" dirty="0">
                <a:solidFill>
                  <a:srgbClr val="423F85"/>
                </a:solidFill>
                <a:latin typeface="Segoe UI Symbol"/>
                <a:cs typeface="Segoe UI Symbol"/>
              </a:rPr>
              <a:t>ems:</a:t>
            </a:r>
            <a:r>
              <a:rPr sz="1538" spc="127" dirty="0">
                <a:solidFill>
                  <a:srgbClr val="423F85"/>
                </a:solidFill>
                <a:latin typeface="Segoe UI Symbol"/>
                <a:cs typeface="Segoe UI Symbol"/>
              </a:rPr>
              <a:t> </a:t>
            </a:r>
            <a:r>
              <a:rPr sz="198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eers</a:t>
            </a:r>
            <a:r>
              <a:rPr sz="1538" spc="60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64" dirty="0">
                <a:solidFill>
                  <a:srgbClr val="080808"/>
                </a:solidFill>
                <a:latin typeface="Segoe UI Symbol"/>
                <a:cs typeface="Segoe UI Symbol"/>
              </a:rPr>
              <a:t>run</a:t>
            </a:r>
            <a:r>
              <a:rPr sz="1538" spc="11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725" spc="-30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-30" dirty="0">
                <a:solidFill>
                  <a:srgbClr val="080808"/>
                </a:solidFill>
                <a:latin typeface="Segoe UI Symbol"/>
                <a:cs typeface="Segoe UI Symbol"/>
              </a:rPr>
              <a:t>nde</a:t>
            </a:r>
            <a:r>
              <a:rPr sz="1988" spc="-30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spc="-30" dirty="0">
                <a:solidFill>
                  <a:srgbClr val="080808"/>
                </a:solidFill>
                <a:latin typeface="Segoe UI Symbol"/>
                <a:cs typeface="Segoe UI Symbol"/>
              </a:rPr>
              <a:t>enden</a:t>
            </a:r>
            <a:r>
              <a:rPr sz="1725" spc="-30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-30" dirty="0">
                <a:solidFill>
                  <a:srgbClr val="080808"/>
                </a:solidFill>
                <a:latin typeface="Segoe UI Symbol"/>
                <a:cs typeface="Segoe UI Symbol"/>
              </a:rPr>
              <a:t>l</a:t>
            </a:r>
            <a:r>
              <a:rPr sz="1950" spc="-30" dirty="0">
                <a:solidFill>
                  <a:srgbClr val="080808"/>
                </a:solidFill>
                <a:latin typeface="PMingLiU"/>
                <a:cs typeface="PMingLiU"/>
              </a:rPr>
              <a:t>y</a:t>
            </a:r>
            <a:r>
              <a:rPr sz="1950" spc="-127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080808"/>
                </a:solidFill>
                <a:latin typeface="Segoe UI Symbol"/>
                <a:cs typeface="Segoe UI Symbol"/>
              </a:rPr>
              <a:t>w</a:t>
            </a:r>
            <a:r>
              <a:rPr sz="1725" spc="56" dirty="0">
                <a:solidFill>
                  <a:srgbClr val="080808"/>
                </a:solidFill>
                <a:latin typeface="PMingLiU"/>
                <a:cs typeface="PMingLiU"/>
              </a:rPr>
              <a:t>it</a:t>
            </a:r>
            <a:r>
              <a:rPr sz="1538" spc="56" dirty="0">
                <a:solidFill>
                  <a:srgbClr val="080808"/>
                </a:solidFill>
                <a:latin typeface="Segoe UI Symbol"/>
                <a:cs typeface="Segoe UI Symbol"/>
              </a:rPr>
              <a:t>h</a:t>
            </a:r>
            <a:r>
              <a:rPr sz="1538" spc="-105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19" dirty="0">
                <a:solidFill>
                  <a:srgbClr val="080808"/>
                </a:solidFill>
                <a:latin typeface="Segoe UI Symbol"/>
                <a:cs typeface="Segoe UI Symbol"/>
              </a:rPr>
              <a:t>no</a:t>
            </a:r>
            <a:endParaRPr sz="1538">
              <a:latin typeface="Segoe UI Symbol"/>
              <a:cs typeface="Segoe UI Symbol"/>
            </a:endParaRPr>
          </a:p>
          <a:p>
            <a:pPr marL="9525" marR="892016" indent="8573">
              <a:lnSpc>
                <a:spcPct val="81300"/>
              </a:lnSpc>
              <a:spcBef>
                <a:spcPts val="165"/>
              </a:spcBef>
            </a:pP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cen</a:t>
            </a:r>
            <a:r>
              <a:rPr sz="1725" spc="68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68" dirty="0">
                <a:solidFill>
                  <a:srgbClr val="080808"/>
                </a:solidFill>
                <a:latin typeface="Segoe UI Symbol"/>
                <a:cs typeface="Segoe UI Symbol"/>
              </a:rPr>
              <a:t>ral</a:t>
            </a:r>
            <a:r>
              <a:rPr sz="1538" spc="-64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53" dirty="0">
                <a:solidFill>
                  <a:srgbClr val="080808"/>
                </a:solidFill>
                <a:latin typeface="Segoe UI Symbol"/>
                <a:cs typeface="Segoe UI Symbol"/>
              </a:rPr>
              <a:t>serv</a:t>
            </a:r>
            <a:r>
              <a:rPr sz="1725" spc="53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53" dirty="0">
                <a:solidFill>
                  <a:srgbClr val="080808"/>
                </a:solidFill>
                <a:latin typeface="Segoe UI Symbol"/>
                <a:cs typeface="Segoe UI Symbol"/>
              </a:rPr>
              <a:t>ces.</a:t>
            </a:r>
            <a:r>
              <a:rPr sz="1538" spc="-30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D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scover</a:t>
            </a:r>
            <a:r>
              <a:rPr sz="1950" dirty="0">
                <a:solidFill>
                  <a:srgbClr val="080808"/>
                </a:solidFill>
                <a:latin typeface="PMingLiU"/>
                <a:cs typeface="PMingLiU"/>
              </a:rPr>
              <a:t>y</a:t>
            </a:r>
            <a:r>
              <a:rPr sz="1950" spc="-30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s</a:t>
            </a:r>
            <a:r>
              <a:rPr sz="1538" spc="10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41" dirty="0">
                <a:solidFill>
                  <a:srgbClr val="080808"/>
                </a:solidFill>
                <a:latin typeface="Segoe UI Symbol"/>
                <a:cs typeface="Segoe UI Symbol"/>
              </a:rPr>
              <a:t>decen</a:t>
            </a:r>
            <a:r>
              <a:rPr sz="1725" spc="41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41" dirty="0">
                <a:solidFill>
                  <a:srgbClr val="080808"/>
                </a:solidFill>
                <a:latin typeface="Segoe UI Symbol"/>
                <a:cs typeface="Segoe UI Symbol"/>
              </a:rPr>
              <a:t>ral</a:t>
            </a:r>
            <a:r>
              <a:rPr sz="1725" spc="41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41" dirty="0">
                <a:solidFill>
                  <a:srgbClr val="080808"/>
                </a:solidFill>
                <a:latin typeface="Segoe UI Symbol"/>
                <a:cs typeface="Segoe UI Symbol"/>
              </a:rPr>
              <a:t>zed</a:t>
            </a:r>
            <a:r>
              <a:rPr sz="1538" spc="-98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19" dirty="0">
                <a:solidFill>
                  <a:srgbClr val="080808"/>
                </a:solidFill>
                <a:latin typeface="Segoe UI Symbol"/>
                <a:cs typeface="Segoe UI Symbol"/>
              </a:rPr>
              <a:t>and </a:t>
            </a:r>
            <a:r>
              <a:rPr sz="1538" spc="-38" dirty="0">
                <a:solidFill>
                  <a:srgbClr val="080808"/>
                </a:solidFill>
                <a:latin typeface="Segoe UI Symbol"/>
                <a:cs typeface="Segoe UI Symbol"/>
              </a:rPr>
              <a:t>commun</a:t>
            </a:r>
            <a:r>
              <a:rPr sz="1725" spc="-38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538" spc="-38" dirty="0">
                <a:solidFill>
                  <a:srgbClr val="080808"/>
                </a:solidFill>
                <a:latin typeface="Segoe UI Symbol"/>
                <a:cs typeface="Segoe UI Symbol"/>
              </a:rPr>
              <a:t>ca</a:t>
            </a:r>
            <a:r>
              <a:rPr sz="1725" spc="-38" dirty="0">
                <a:solidFill>
                  <a:srgbClr val="080808"/>
                </a:solidFill>
                <a:latin typeface="PMingLiU"/>
                <a:cs typeface="PMingLiU"/>
              </a:rPr>
              <a:t>ti</a:t>
            </a:r>
            <a:r>
              <a:rPr sz="1538" spc="-38" dirty="0">
                <a:solidFill>
                  <a:srgbClr val="080808"/>
                </a:solidFill>
                <a:latin typeface="Segoe UI Symbol"/>
                <a:cs typeface="Segoe UI Symbol"/>
              </a:rPr>
              <a:t>on</a:t>
            </a:r>
            <a:r>
              <a:rPr sz="1538" spc="-10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725" spc="56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56" dirty="0">
                <a:solidFill>
                  <a:srgbClr val="080808"/>
                </a:solidFill>
                <a:latin typeface="Segoe UI Symbol"/>
                <a:cs typeface="Segoe UI Symbol"/>
              </a:rPr>
              <a:t>akes</a:t>
            </a:r>
            <a:r>
              <a:rPr sz="1538" spc="199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98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lace</a:t>
            </a:r>
            <a:r>
              <a:rPr sz="1538" spc="23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34" dirty="0">
                <a:solidFill>
                  <a:srgbClr val="080808"/>
                </a:solidFill>
                <a:latin typeface="Segoe UI Symbol"/>
                <a:cs typeface="Segoe UI Symbol"/>
              </a:rPr>
              <a:t>be</a:t>
            </a:r>
            <a:r>
              <a:rPr sz="1725" spc="34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34" dirty="0">
                <a:solidFill>
                  <a:srgbClr val="080808"/>
                </a:solidFill>
                <a:latin typeface="Segoe UI Symbol"/>
                <a:cs typeface="Segoe UI Symbol"/>
              </a:rPr>
              <a:t>ween</a:t>
            </a:r>
            <a:r>
              <a:rPr sz="1538" spc="-45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725" spc="79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79" dirty="0">
                <a:solidFill>
                  <a:srgbClr val="080808"/>
                </a:solidFill>
                <a:latin typeface="Segoe UI Symbol"/>
                <a:cs typeface="Segoe UI Symbol"/>
              </a:rPr>
              <a:t>he</a:t>
            </a:r>
            <a:r>
              <a:rPr sz="1538" spc="98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988" dirty="0">
                <a:solidFill>
                  <a:srgbClr val="080808"/>
                </a:solidFill>
                <a:latin typeface="PMingLiU"/>
                <a:cs typeface="PMingLiU"/>
              </a:rPr>
              <a:t>p</a:t>
            </a:r>
            <a:r>
              <a:rPr sz="1538" dirty="0">
                <a:solidFill>
                  <a:srgbClr val="080808"/>
                </a:solidFill>
                <a:latin typeface="Segoe UI Symbol"/>
                <a:cs typeface="Segoe UI Symbol"/>
              </a:rPr>
              <a:t>eers.</a:t>
            </a:r>
            <a:r>
              <a:rPr sz="1538" spc="4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e.</a:t>
            </a:r>
            <a:r>
              <a:rPr sz="1950" spc="-8" dirty="0">
                <a:solidFill>
                  <a:srgbClr val="080808"/>
                </a:solidFill>
                <a:latin typeface="PMingLiU"/>
                <a:cs typeface="PMingLiU"/>
              </a:rPr>
              <a:t>g.</a:t>
            </a:r>
            <a:r>
              <a:rPr sz="1950" spc="-217" dirty="0">
                <a:solidFill>
                  <a:srgbClr val="080808"/>
                </a:solidFill>
                <a:latin typeface="PMingLiU"/>
                <a:cs typeface="PMingLiU"/>
              </a:rPr>
              <a:t> 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Gnu</a:t>
            </a:r>
            <a:r>
              <a:rPr sz="1725" spc="-8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r>
              <a:rPr sz="1538" spc="-8" dirty="0">
                <a:solidFill>
                  <a:srgbClr val="080808"/>
                </a:solidFill>
                <a:latin typeface="Segoe UI Symbol"/>
                <a:cs typeface="Segoe UI Symbol"/>
              </a:rPr>
              <a:t>ella, </a:t>
            </a:r>
            <a:r>
              <a:rPr sz="1538" spc="38" dirty="0">
                <a:solidFill>
                  <a:srgbClr val="080808"/>
                </a:solidFill>
                <a:latin typeface="Segoe UI Symbol"/>
                <a:cs typeface="Segoe UI Symbol"/>
              </a:rPr>
              <a:t>Freene</a:t>
            </a:r>
            <a:r>
              <a:rPr sz="1725" spc="38" dirty="0">
                <a:solidFill>
                  <a:srgbClr val="080808"/>
                </a:solidFill>
                <a:latin typeface="PMingLiU"/>
                <a:cs typeface="PMingLiU"/>
              </a:rPr>
              <a:t>t</a:t>
            </a:r>
            <a:endParaRPr sz="1725">
              <a:latin typeface="PMingLiU"/>
              <a:cs typeface="PMingLiU"/>
            </a:endParaRPr>
          </a:p>
          <a:p>
            <a:pPr>
              <a:lnSpc>
                <a:spcPct val="100000"/>
              </a:lnSpc>
            </a:pPr>
            <a:endParaRPr sz="1538">
              <a:latin typeface="PMingLiU"/>
              <a:cs typeface="PMingLiU"/>
            </a:endParaRPr>
          </a:p>
          <a:p>
            <a:pPr>
              <a:spcBef>
                <a:spcPts val="90"/>
              </a:spcBef>
            </a:pPr>
            <a:endParaRPr sz="1538">
              <a:latin typeface="PMingLiU"/>
              <a:cs typeface="PMingLiU"/>
            </a:endParaRPr>
          </a:p>
          <a:p>
            <a:pPr marR="3810" algn="r">
              <a:spcBef>
                <a:spcPts val="4"/>
              </a:spcBef>
            </a:pPr>
            <a:r>
              <a:rPr sz="1875" spc="116" dirty="0">
                <a:solidFill>
                  <a:srgbClr val="080808"/>
                </a:solidFill>
                <a:latin typeface="Segoe UI Symbol"/>
                <a:cs typeface="Segoe UI Symbol"/>
              </a:rPr>
              <a:t>True</a:t>
            </a:r>
            <a:r>
              <a:rPr sz="1875" spc="143" dirty="0">
                <a:solidFill>
                  <a:srgbClr val="080808"/>
                </a:solidFill>
                <a:latin typeface="Segoe UI Symbol"/>
                <a:cs typeface="Segoe UI Symbol"/>
              </a:rPr>
              <a:t> </a:t>
            </a:r>
            <a:r>
              <a:rPr sz="1875" spc="-19" dirty="0">
                <a:solidFill>
                  <a:srgbClr val="080808"/>
                </a:solidFill>
                <a:latin typeface="Segoe UI Symbol"/>
                <a:cs typeface="Segoe UI Symbol"/>
              </a:rPr>
              <a:t>P2P</a:t>
            </a:r>
            <a:endParaRPr sz="1875">
              <a:latin typeface="Segoe UI Symbol"/>
              <a:cs typeface="Segoe UI Symbo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2613CE-CBD8-AC7F-83C7-BCE35F567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162" y="207408"/>
            <a:ext cx="3985260" cy="1175802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111091" algn="l"/>
              </a:tabLst>
            </a:pPr>
            <a:r>
              <a:rPr sz="3413" spc="-15" dirty="0">
                <a:solidFill>
                  <a:srgbClr val="D83D13"/>
                </a:solidFill>
                <a:latin typeface="Times New Roman"/>
                <a:cs typeface="Times New Roman"/>
              </a:rPr>
              <a:t>Wha</a:t>
            </a:r>
            <a:r>
              <a:rPr spc="-15" dirty="0">
                <a:solidFill>
                  <a:srgbClr val="D83D13"/>
                </a:solidFill>
                <a:latin typeface="PMingLiU"/>
                <a:cs typeface="PMingLiU"/>
              </a:rPr>
              <a:t>t</a:t>
            </a:r>
            <a:r>
              <a:rPr dirty="0">
                <a:solidFill>
                  <a:srgbClr val="D83D13"/>
                </a:solidFill>
                <a:latin typeface="PMingLiU"/>
                <a:cs typeface="PMingLiU"/>
              </a:rPr>
              <a:t>	</a:t>
            </a:r>
            <a:r>
              <a:rPr sz="3413" spc="-225" dirty="0">
                <a:solidFill>
                  <a:srgbClr val="D83D13"/>
                </a:solidFill>
                <a:latin typeface="Times New Roman"/>
                <a:cs typeface="Times New Roman"/>
              </a:rPr>
              <a:t>P2P</a:t>
            </a:r>
            <a:r>
              <a:rPr sz="3413" spc="244" dirty="0">
                <a:solidFill>
                  <a:srgbClr val="D83D13"/>
                </a:solidFill>
                <a:latin typeface="Times New Roman"/>
                <a:cs typeface="Times New Roman"/>
              </a:rPr>
              <a:t> </a:t>
            </a:r>
            <a:r>
              <a:rPr sz="2625" dirty="0">
                <a:solidFill>
                  <a:srgbClr val="D83D13"/>
                </a:solidFill>
                <a:latin typeface="PMingLiU"/>
                <a:cs typeface="PMingLiU"/>
              </a:rPr>
              <a:t>i</a:t>
            </a:r>
            <a:r>
              <a:rPr sz="3675" dirty="0">
                <a:solidFill>
                  <a:srgbClr val="D83D13"/>
                </a:solidFill>
                <a:latin typeface="Times New Roman"/>
                <a:cs typeface="Times New Roman"/>
              </a:rPr>
              <a:t>s</a:t>
            </a:r>
            <a:r>
              <a:rPr sz="3675" spc="-101" dirty="0">
                <a:solidFill>
                  <a:srgbClr val="D83D13"/>
                </a:solidFill>
                <a:latin typeface="Times New Roman"/>
                <a:cs typeface="Times New Roman"/>
              </a:rPr>
              <a:t> </a:t>
            </a:r>
            <a:r>
              <a:rPr sz="3825" spc="-49" dirty="0">
                <a:solidFill>
                  <a:srgbClr val="D83D13"/>
                </a:solidFill>
                <a:latin typeface="PMingLiU"/>
                <a:cs typeface="PMingLiU"/>
              </a:rPr>
              <a:t>g</a:t>
            </a:r>
            <a:r>
              <a:rPr sz="3413" spc="-49" dirty="0">
                <a:solidFill>
                  <a:srgbClr val="D83D13"/>
                </a:solidFill>
                <a:latin typeface="Times New Roman"/>
                <a:cs typeface="Times New Roman"/>
              </a:rPr>
              <a:t>ood</a:t>
            </a:r>
            <a:r>
              <a:rPr sz="3413" spc="-26" dirty="0">
                <a:solidFill>
                  <a:srgbClr val="D83D13"/>
                </a:solidFill>
                <a:latin typeface="Times New Roman"/>
                <a:cs typeface="Times New Roman"/>
              </a:rPr>
              <a:t> </a:t>
            </a:r>
            <a:r>
              <a:rPr sz="3750" spc="101" dirty="0">
                <a:solidFill>
                  <a:srgbClr val="D83D13"/>
                </a:solidFill>
                <a:latin typeface="PMingLiU"/>
                <a:cs typeface="PMingLiU"/>
              </a:rPr>
              <a:t>f</a:t>
            </a:r>
            <a:r>
              <a:rPr sz="3413" spc="101" dirty="0">
                <a:solidFill>
                  <a:srgbClr val="D83D13"/>
                </a:solidFill>
                <a:latin typeface="Times New Roman"/>
                <a:cs typeface="Times New Roman"/>
              </a:rPr>
              <a:t>or?</a:t>
            </a:r>
            <a:endParaRPr sz="3413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978" y="1443076"/>
            <a:ext cx="5730716" cy="34796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2414" indent="-252889">
              <a:spcBef>
                <a:spcPts val="75"/>
              </a:spcBef>
              <a:buChar char="•"/>
              <a:tabLst>
                <a:tab pos="262414" algn="l"/>
              </a:tabLst>
            </a:pPr>
            <a:r>
              <a:rPr sz="1988" spc="56" dirty="0">
                <a:solidFill>
                  <a:srgbClr val="0F0F0F"/>
                </a:solidFill>
                <a:latin typeface="Times New Roman"/>
                <a:cs typeface="Times New Roman"/>
              </a:rPr>
              <a:t>Commun</a:t>
            </a:r>
            <a:r>
              <a:rPr sz="2025" spc="56" dirty="0">
                <a:solidFill>
                  <a:srgbClr val="0F0F0F"/>
                </a:solidFill>
                <a:latin typeface="PMingLiU"/>
                <a:cs typeface="PMingLiU"/>
              </a:rPr>
              <a:t>ity</a:t>
            </a:r>
            <a:r>
              <a:rPr sz="2025" spc="41" dirty="0">
                <a:solidFill>
                  <a:srgbClr val="0F0F0F"/>
                </a:solidFill>
                <a:latin typeface="PMingLiU"/>
                <a:cs typeface="PMingLiU"/>
              </a:rPr>
              <a:t> </a:t>
            </a:r>
            <a:r>
              <a:rPr sz="1988" dirty="0">
                <a:solidFill>
                  <a:srgbClr val="0F0F0F"/>
                </a:solidFill>
                <a:latin typeface="Times New Roman"/>
                <a:cs typeface="Times New Roman"/>
              </a:rPr>
              <a:t>Web</a:t>
            </a:r>
            <a:r>
              <a:rPr sz="1988" spc="1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ne</a:t>
            </a:r>
            <a:r>
              <a:rPr sz="2025" spc="30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endParaRPr sz="1988">
              <a:latin typeface="Times New Roman"/>
              <a:cs typeface="Times New Roman"/>
            </a:endParaRPr>
          </a:p>
          <a:p>
            <a:pPr marL="560070" marR="114300" lvl="1" indent="-223361">
              <a:lnSpc>
                <a:spcPct val="89700"/>
              </a:lnSpc>
              <a:spcBef>
                <a:spcPts val="281"/>
              </a:spcBef>
              <a:buChar char="-"/>
              <a:tabLst>
                <a:tab pos="560070" algn="l"/>
                <a:tab pos="565785" algn="l"/>
              </a:tabLst>
            </a:pPr>
            <a:r>
              <a:rPr sz="1725" dirty="0">
                <a:solidFill>
                  <a:srgbClr val="696789"/>
                </a:solidFill>
                <a:latin typeface="Times New Roman"/>
                <a:cs typeface="Times New Roman"/>
              </a:rPr>
              <a:t>	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An</a:t>
            </a:r>
            <a:r>
              <a:rPr spc="41" dirty="0">
                <a:solidFill>
                  <a:srgbClr val="1D1A57"/>
                </a:solidFill>
                <a:latin typeface="PMingLiU"/>
                <a:cs typeface="PMingLiU"/>
              </a:rPr>
              <a:t>y</a:t>
            </a:r>
            <a:r>
              <a:rPr spc="86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2063" dirty="0">
                <a:solidFill>
                  <a:srgbClr val="1D1A57"/>
                </a:solidFill>
                <a:latin typeface="PMingLiU"/>
                <a:cs typeface="PMingLiU"/>
              </a:rPr>
              <a:t>g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rou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p</a:t>
            </a:r>
            <a:r>
              <a:rPr spc="191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w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h</a:t>
            </a:r>
            <a:r>
              <a:rPr sz="1725" spc="19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p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ec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ifi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c</a:t>
            </a:r>
            <a:r>
              <a:rPr sz="1725" spc="13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common</a:t>
            </a:r>
            <a:r>
              <a:rPr sz="1725" spc="16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pc="38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38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pc="38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38" dirty="0">
                <a:solidFill>
                  <a:srgbClr val="1D1A57"/>
                </a:solidFill>
                <a:latin typeface="Times New Roman"/>
                <a:cs typeface="Times New Roman"/>
              </a:rPr>
              <a:t>eres</a:t>
            </a:r>
            <a:r>
              <a:rPr spc="38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38" dirty="0">
                <a:solidFill>
                  <a:srgbClr val="383464"/>
                </a:solidFill>
                <a:latin typeface="Times New Roman"/>
                <a:cs typeface="Times New Roman"/>
              </a:rPr>
              <a:t>s,</a:t>
            </a:r>
            <a:r>
              <a:rPr sz="1725" dirty="0">
                <a:solidFill>
                  <a:srgbClr val="383464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nclud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z="2063" dirty="0">
                <a:solidFill>
                  <a:srgbClr val="1D1A57"/>
                </a:solidFill>
                <a:latin typeface="PMingLiU"/>
                <a:cs typeface="PMingLiU"/>
              </a:rPr>
              <a:t>g</a:t>
            </a:r>
            <a:r>
              <a:rPr sz="2063" spc="-79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spc="-38" dirty="0">
                <a:solidFill>
                  <a:srgbClr val="1D1A57"/>
                </a:solidFill>
                <a:latin typeface="Times New Roman"/>
                <a:cs typeface="Times New Roman"/>
              </a:rPr>
              <a:t>a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f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mi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l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y</a:t>
            </a:r>
            <a:r>
              <a:rPr spc="90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spc="64" dirty="0">
                <a:solidFill>
                  <a:srgbClr val="1D1A57"/>
                </a:solidFill>
                <a:latin typeface="Times New Roman"/>
                <a:cs typeface="Times New Roman"/>
              </a:rPr>
              <a:t>or</a:t>
            </a:r>
            <a:r>
              <a:rPr sz="1725" spc="7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34" dirty="0">
                <a:solidFill>
                  <a:srgbClr val="1D1A57"/>
                </a:solidFill>
                <a:latin typeface="Times New Roman"/>
                <a:cs typeface="Times New Roman"/>
              </a:rPr>
              <a:t>hobb</a:t>
            </a:r>
            <a:r>
              <a:rPr spc="34" dirty="0">
                <a:solidFill>
                  <a:srgbClr val="1D1A57"/>
                </a:solidFill>
                <a:latin typeface="PMingLiU"/>
                <a:cs typeface="PMingLiU"/>
              </a:rPr>
              <a:t>yi</a:t>
            </a:r>
            <a:r>
              <a:rPr sz="1725" spc="34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spc="34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34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sz="1725" spc="34" dirty="0">
                <a:solidFill>
                  <a:srgbClr val="383464"/>
                </a:solidFill>
                <a:latin typeface="Times New Roman"/>
                <a:cs typeface="Times New Roman"/>
              </a:rPr>
              <a:t>,</a:t>
            </a:r>
            <a:r>
              <a:rPr sz="1725" spc="-11" dirty="0">
                <a:solidFill>
                  <a:srgbClr val="383464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can</a:t>
            </a:r>
            <a:r>
              <a:rPr sz="1725" spc="8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use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l</a:t>
            </a:r>
            <a:r>
              <a:rPr spc="41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spc="41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sz="1725" spc="7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and</a:t>
            </a:r>
            <a:r>
              <a:rPr sz="1725" spc="113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</a:t>
            </a:r>
            <a:r>
              <a:rPr sz="1725" spc="4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Web</a:t>
            </a:r>
            <a:r>
              <a:rPr sz="1725" spc="-4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e</a:t>
            </a:r>
            <a:r>
              <a:rPr sz="1725" spc="14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pc="-19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-19" dirty="0">
                <a:solidFill>
                  <a:srgbClr val="1D1A57"/>
                </a:solidFill>
                <a:latin typeface="Times New Roman"/>
                <a:cs typeface="Times New Roman"/>
              </a:rPr>
              <a:t>o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crea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e</a:t>
            </a:r>
            <a:r>
              <a:rPr sz="1725" spc="127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he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r</a:t>
            </a:r>
            <a:r>
              <a:rPr sz="1725" spc="11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49" dirty="0">
                <a:solidFill>
                  <a:srgbClr val="1D1A57"/>
                </a:solidFill>
                <a:latin typeface="Times New Roman"/>
                <a:cs typeface="Times New Roman"/>
              </a:rPr>
              <a:t>own</a:t>
            </a:r>
            <a:r>
              <a:rPr sz="1725" spc="113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rane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t.</a:t>
            </a:r>
            <a:endParaRPr>
              <a:latin typeface="PMingLiU"/>
              <a:cs typeface="PMingLiU"/>
            </a:endParaRPr>
          </a:p>
          <a:p>
            <a:pPr marL="256223" indent="-246698">
              <a:spcBef>
                <a:spcPts val="206"/>
              </a:spcBef>
              <a:buChar char="•"/>
              <a:tabLst>
                <a:tab pos="256223" algn="l"/>
              </a:tabLst>
            </a:pPr>
            <a:r>
              <a:rPr sz="1988" spc="53" dirty="0">
                <a:solidFill>
                  <a:srgbClr val="0F0F0F"/>
                </a:solidFill>
                <a:latin typeface="Times New Roman"/>
                <a:cs typeface="Times New Roman"/>
              </a:rPr>
              <a:t>Search</a:t>
            </a:r>
            <a:r>
              <a:rPr sz="1988" spc="19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988" spc="41" dirty="0">
                <a:solidFill>
                  <a:srgbClr val="0F0F0F"/>
                </a:solidFill>
                <a:latin typeface="Times New Roman"/>
                <a:cs typeface="Times New Roman"/>
              </a:rPr>
              <a:t>en</a:t>
            </a:r>
            <a:r>
              <a:rPr sz="2138" spc="41" dirty="0">
                <a:solidFill>
                  <a:srgbClr val="0F0F0F"/>
                </a:solidFill>
                <a:latin typeface="PMingLiU"/>
                <a:cs typeface="PMingLiU"/>
              </a:rPr>
              <a:t>gi</a:t>
            </a:r>
            <a:r>
              <a:rPr sz="1988" spc="41" dirty="0">
                <a:solidFill>
                  <a:srgbClr val="0F0F0F"/>
                </a:solidFill>
                <a:latin typeface="Times New Roman"/>
                <a:cs typeface="Times New Roman"/>
              </a:rPr>
              <a:t>nes</a:t>
            </a:r>
            <a:endParaRPr sz="1988">
              <a:latin typeface="Times New Roman"/>
              <a:cs typeface="Times New Roman"/>
            </a:endParaRPr>
          </a:p>
          <a:p>
            <a:pPr marL="563880" marR="316230" lvl="1" indent="-227171">
              <a:lnSpc>
                <a:spcPct val="84600"/>
              </a:lnSpc>
              <a:spcBef>
                <a:spcPts val="544"/>
              </a:spcBef>
              <a:buClr>
                <a:srgbClr val="2F2D36"/>
              </a:buClr>
              <a:buChar char="-"/>
              <a:tabLst>
                <a:tab pos="563880" algn="l"/>
              </a:tabLst>
            </a:pPr>
            <a:r>
              <a:rPr sz="1725" spc="38" dirty="0">
                <a:solidFill>
                  <a:srgbClr val="1D1A57"/>
                </a:solidFill>
                <a:latin typeface="Times New Roman"/>
                <a:cs typeface="Times New Roman"/>
              </a:rPr>
              <a:t>Fre</a:t>
            </a:r>
            <a:r>
              <a:rPr sz="1725" spc="38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z="1725" spc="38" dirty="0">
                <a:solidFill>
                  <a:srgbClr val="1D1A57"/>
                </a:solidFill>
                <a:latin typeface="Times New Roman"/>
                <a:cs typeface="Times New Roman"/>
              </a:rPr>
              <a:t>h,</a:t>
            </a:r>
            <a:r>
              <a:rPr sz="1725" spc="124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u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p-t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o-da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e</a:t>
            </a:r>
            <a:r>
              <a:rPr sz="1725" spc="16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f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orma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on</a:t>
            </a:r>
            <a:r>
              <a:rPr sz="1725" spc="127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45" dirty="0">
                <a:solidFill>
                  <a:srgbClr val="1D1A57"/>
                </a:solidFill>
                <a:latin typeface="Times New Roman"/>
                <a:cs typeface="Times New Roman"/>
              </a:rPr>
              <a:t>can</a:t>
            </a:r>
            <a:r>
              <a:rPr sz="1725" spc="19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be</a:t>
            </a:r>
            <a:r>
              <a:rPr sz="1725" spc="135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f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ound</a:t>
            </a:r>
            <a:r>
              <a:rPr sz="1725" spc="22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-19" dirty="0">
                <a:solidFill>
                  <a:srgbClr val="1D1A57"/>
                </a:solidFill>
                <a:latin typeface="Times New Roman"/>
                <a:cs typeface="Times New Roman"/>
              </a:rPr>
              <a:t>b</a:t>
            </a:r>
            <a:r>
              <a:rPr spc="-19" dirty="0">
                <a:solidFill>
                  <a:srgbClr val="1D1A57"/>
                </a:solidFill>
                <a:latin typeface="PMingLiU"/>
                <a:cs typeface="PMingLiU"/>
              </a:rPr>
              <a:t>y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search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z="2063" dirty="0">
                <a:solidFill>
                  <a:srgbClr val="1D1A57"/>
                </a:solidFill>
                <a:latin typeface="PMingLiU"/>
                <a:cs typeface="PMingLiU"/>
              </a:rPr>
              <a:t>g</a:t>
            </a:r>
            <a:r>
              <a:rPr sz="2063" spc="-105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d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rec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tly</a:t>
            </a:r>
            <a:r>
              <a:rPr spc="184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acro</a:t>
            </a:r>
            <a:r>
              <a:rPr sz="1725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sz="1725" spc="153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he</a:t>
            </a:r>
            <a:r>
              <a:rPr sz="1725" spc="22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s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p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ace</a:t>
            </a:r>
            <a:r>
              <a:rPr sz="1725" spc="25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where</a:t>
            </a:r>
            <a:r>
              <a:rPr sz="1725" spc="14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he</a:t>
            </a:r>
            <a:r>
              <a:rPr sz="1725" spc="19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de</a:t>
            </a:r>
            <a:r>
              <a:rPr sz="1725" spc="-8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red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em</a:t>
            </a:r>
            <a:r>
              <a:rPr sz="1725" spc="14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z="1725" spc="83" dirty="0">
                <a:solidFill>
                  <a:srgbClr val="383464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l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kel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y</a:t>
            </a:r>
            <a:r>
              <a:rPr spc="75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</a:t>
            </a:r>
            <a:r>
              <a:rPr sz="1725" spc="14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re</a:t>
            </a:r>
            <a:r>
              <a:rPr sz="1725" spc="-8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de</a:t>
            </a:r>
            <a:endParaRPr sz="1725">
              <a:latin typeface="Times New Roman"/>
              <a:cs typeface="Times New Roman"/>
            </a:endParaRPr>
          </a:p>
          <a:p>
            <a:pPr marL="329565" indent="-320040">
              <a:lnSpc>
                <a:spcPts val="2689"/>
              </a:lnSpc>
              <a:spcBef>
                <a:spcPts val="94"/>
              </a:spcBef>
              <a:buChar char="•"/>
              <a:tabLst>
                <a:tab pos="329565" algn="l"/>
              </a:tabLst>
            </a:pPr>
            <a:r>
              <a:rPr sz="1988" spc="45" dirty="0">
                <a:solidFill>
                  <a:srgbClr val="0F0F0F"/>
                </a:solidFill>
                <a:latin typeface="Times New Roman"/>
                <a:cs typeface="Times New Roman"/>
              </a:rPr>
              <a:t>Collabora</a:t>
            </a:r>
            <a:r>
              <a:rPr sz="2025" spc="45" dirty="0">
                <a:solidFill>
                  <a:srgbClr val="0F0F0F"/>
                </a:solidFill>
                <a:latin typeface="PMingLiU"/>
                <a:cs typeface="PMingLiU"/>
              </a:rPr>
              <a:t>ti</a:t>
            </a:r>
            <a:r>
              <a:rPr sz="1988" spc="45" dirty="0">
                <a:solidFill>
                  <a:srgbClr val="0F0F0F"/>
                </a:solidFill>
                <a:latin typeface="Times New Roman"/>
                <a:cs typeface="Times New Roman"/>
              </a:rPr>
              <a:t>ve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988" spc="34" dirty="0">
                <a:solidFill>
                  <a:srgbClr val="0F0F0F"/>
                </a:solidFill>
                <a:latin typeface="Times New Roman"/>
                <a:cs typeface="Times New Roman"/>
              </a:rPr>
              <a:t>develo</a:t>
            </a:r>
            <a:r>
              <a:rPr sz="2250" spc="34" dirty="0">
                <a:solidFill>
                  <a:srgbClr val="0F0F0F"/>
                </a:solidFill>
                <a:latin typeface="PMingLiU"/>
                <a:cs typeface="PMingLiU"/>
              </a:rPr>
              <a:t>p</a:t>
            </a:r>
            <a:r>
              <a:rPr sz="1988" spc="34" dirty="0">
                <a:solidFill>
                  <a:srgbClr val="0F0F0F"/>
                </a:solidFill>
                <a:latin typeface="Times New Roman"/>
                <a:cs typeface="Times New Roman"/>
              </a:rPr>
              <a:t>men</a:t>
            </a:r>
            <a:r>
              <a:rPr sz="2025" spc="34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endParaRPr sz="2025">
              <a:latin typeface="PMingLiU"/>
              <a:cs typeface="PMingLiU"/>
            </a:endParaRPr>
          </a:p>
          <a:p>
            <a:pPr marL="560546" marR="3810" lvl="1" indent="-223838" algn="just">
              <a:lnSpc>
                <a:spcPct val="79200"/>
              </a:lnSpc>
              <a:spcBef>
                <a:spcPts val="503"/>
              </a:spcBef>
              <a:buClr>
                <a:srgbClr val="0F0F0F"/>
              </a:buClr>
              <a:buChar char="-"/>
              <a:tabLst>
                <a:tab pos="568166" algn="l"/>
              </a:tabLst>
            </a:pPr>
            <a:r>
              <a:rPr sz="1725" spc="75" dirty="0">
                <a:solidFill>
                  <a:srgbClr val="1D1A57"/>
                </a:solidFill>
                <a:latin typeface="Times New Roman"/>
                <a:cs typeface="Times New Roman"/>
              </a:rPr>
              <a:t>The</a:t>
            </a:r>
            <a:r>
              <a:rPr sz="1725" spc="-10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41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co</a:t>
            </a:r>
            <a:r>
              <a:rPr spc="41" dirty="0">
                <a:solidFill>
                  <a:srgbClr val="1D1A57"/>
                </a:solidFill>
                <a:latin typeface="PMingLiU"/>
                <a:cs typeface="PMingLiU"/>
              </a:rPr>
              <a:t>p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e</a:t>
            </a:r>
            <a:r>
              <a:rPr sz="1725" spc="4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45" dirty="0">
                <a:solidFill>
                  <a:srgbClr val="1D1A57"/>
                </a:solidFill>
                <a:latin typeface="Times New Roman"/>
                <a:cs typeface="Times New Roman"/>
              </a:rPr>
              <a:t>can</a:t>
            </a:r>
            <a:r>
              <a:rPr sz="1725" spc="94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ran</a:t>
            </a:r>
            <a:r>
              <a:rPr sz="2063" dirty="0">
                <a:solidFill>
                  <a:srgbClr val="1D1A57"/>
                </a:solidFill>
                <a:latin typeface="PMingLiU"/>
                <a:cs typeface="PMingLiU"/>
              </a:rPr>
              <a:t>g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e</a:t>
            </a:r>
            <a:r>
              <a:rPr sz="1725" spc="8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875" dirty="0">
                <a:solidFill>
                  <a:srgbClr val="1D1A57"/>
                </a:solidFill>
                <a:latin typeface="PMingLiU"/>
                <a:cs typeface="PMingLiU"/>
              </a:rPr>
              <a:t>fr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om</a:t>
            </a:r>
            <a:r>
              <a:rPr sz="1725" spc="139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19" dirty="0">
                <a:solidFill>
                  <a:srgbClr val="1D1A57"/>
                </a:solidFill>
                <a:latin typeface="Times New Roman"/>
                <a:cs typeface="Times New Roman"/>
              </a:rPr>
              <a:t>develo</a:t>
            </a:r>
            <a:r>
              <a:rPr spc="19" dirty="0">
                <a:solidFill>
                  <a:srgbClr val="1D1A57"/>
                </a:solidFill>
                <a:latin typeface="PMingLiU"/>
                <a:cs typeface="PMingLiU"/>
              </a:rPr>
              <a:t>pi</a:t>
            </a:r>
            <a:r>
              <a:rPr sz="1725" spc="19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z="2063" spc="19" dirty="0">
                <a:solidFill>
                  <a:srgbClr val="1D1A57"/>
                </a:solidFill>
                <a:latin typeface="PMingLiU"/>
                <a:cs typeface="PMingLiU"/>
              </a:rPr>
              <a:t>g</a:t>
            </a:r>
            <a:r>
              <a:rPr sz="2063" spc="-135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so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ft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ware</a:t>
            </a:r>
            <a:r>
              <a:rPr sz="1725" spc="17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p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roduc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s 	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</a:t>
            </a:r>
            <a:r>
              <a:rPr sz="1725" spc="56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30" dirty="0">
                <a:solidFill>
                  <a:srgbClr val="1D1A57"/>
                </a:solidFill>
                <a:latin typeface="Times New Roman"/>
                <a:cs typeface="Times New Roman"/>
              </a:rPr>
              <a:t>com</a:t>
            </a:r>
            <a:r>
              <a:rPr spc="30" dirty="0">
                <a:solidFill>
                  <a:srgbClr val="1D1A57"/>
                </a:solidFill>
                <a:latin typeface="PMingLiU"/>
                <a:cs typeface="PMingLiU"/>
              </a:rPr>
              <a:t>p</a:t>
            </a:r>
            <a:r>
              <a:rPr sz="1725" spc="30" dirty="0">
                <a:solidFill>
                  <a:srgbClr val="1D1A57"/>
                </a:solidFill>
                <a:latin typeface="Times New Roman"/>
                <a:cs typeface="Times New Roman"/>
              </a:rPr>
              <a:t>os</a:t>
            </a:r>
            <a:r>
              <a:rPr spc="30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30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z="2063" spc="30" dirty="0">
                <a:solidFill>
                  <a:srgbClr val="1D1A57"/>
                </a:solidFill>
                <a:latin typeface="PMingLiU"/>
                <a:cs typeface="PMingLiU"/>
              </a:rPr>
              <a:t>g</a:t>
            </a:r>
            <a:r>
              <a:rPr sz="2063" spc="-105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</a:t>
            </a:r>
            <a:r>
              <a:rPr sz="1725" spc="64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34" dirty="0">
                <a:solidFill>
                  <a:srgbClr val="1D1A57"/>
                </a:solidFill>
                <a:latin typeface="Times New Roman"/>
                <a:cs typeface="Times New Roman"/>
              </a:rPr>
              <a:t>documen</a:t>
            </a:r>
            <a:r>
              <a:rPr spc="34"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pc="94" dirty="0">
                <a:solidFill>
                  <a:srgbClr val="1D1A57"/>
                </a:solidFill>
                <a:latin typeface="PMingLiU"/>
                <a:cs typeface="PMingLiU"/>
              </a:rPr>
              <a:t> 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</a:t>
            </a:r>
            <a:r>
              <a:rPr sz="1725" spc="13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a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pp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l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ca</a:t>
            </a:r>
            <a:r>
              <a:rPr dirty="0">
                <a:solidFill>
                  <a:srgbClr val="1D1A57"/>
                </a:solidFill>
                <a:latin typeface="PMingLiU"/>
                <a:cs typeface="PMingLiU"/>
              </a:rPr>
              <a:t>ti</a:t>
            </a:r>
            <a:r>
              <a:rPr sz="1725" dirty="0">
                <a:solidFill>
                  <a:srgbClr val="1D1A57"/>
                </a:solidFill>
                <a:latin typeface="Times New Roman"/>
                <a:cs typeface="Times New Roman"/>
              </a:rPr>
              <a:t>on</a:t>
            </a:r>
            <a:r>
              <a:rPr sz="1725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z="1725" spc="45" dirty="0">
                <a:solidFill>
                  <a:srgbClr val="383464"/>
                </a:solidFill>
                <a:latin typeface="Times New Roman"/>
                <a:cs typeface="Times New Roman"/>
              </a:rPr>
              <a:t> </a:t>
            </a:r>
            <a:r>
              <a:rPr sz="1725" spc="38" dirty="0">
                <a:solidFill>
                  <a:srgbClr val="1D1A57"/>
                </a:solidFill>
                <a:latin typeface="Times New Roman"/>
                <a:cs typeface="Times New Roman"/>
              </a:rPr>
              <a:t>l</a:t>
            </a:r>
            <a:r>
              <a:rPr spc="38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38" dirty="0">
                <a:solidFill>
                  <a:srgbClr val="1D1A57"/>
                </a:solidFill>
                <a:latin typeface="Times New Roman"/>
                <a:cs typeface="Times New Roman"/>
              </a:rPr>
              <a:t>ke</a:t>
            </a:r>
            <a:r>
              <a:rPr sz="1725" spc="41" dirty="0">
                <a:solidFill>
                  <a:srgbClr val="1D1A57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render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n</a:t>
            </a:r>
            <a:r>
              <a:rPr sz="2063" spc="-8" dirty="0">
                <a:solidFill>
                  <a:srgbClr val="1D1A57"/>
                </a:solidFill>
                <a:latin typeface="PMingLiU"/>
                <a:cs typeface="PMingLiU"/>
              </a:rPr>
              <a:t>g 	g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ra</a:t>
            </a:r>
            <a:r>
              <a:rPr spc="-8" dirty="0">
                <a:solidFill>
                  <a:srgbClr val="1D1A57"/>
                </a:solidFill>
                <a:latin typeface="PMingLiU"/>
                <a:cs typeface="PMingLiU"/>
              </a:rPr>
              <a:t>phi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c</a:t>
            </a:r>
            <a:r>
              <a:rPr sz="1725" spc="-8" dirty="0">
                <a:solidFill>
                  <a:srgbClr val="383464"/>
                </a:solidFill>
                <a:latin typeface="Times New Roman"/>
                <a:cs typeface="Times New Roman"/>
              </a:rPr>
              <a:t>s</a:t>
            </a:r>
            <a:r>
              <a:rPr sz="1725" spc="-8" dirty="0">
                <a:solidFill>
                  <a:srgbClr val="1D1A57"/>
                </a:solidFill>
                <a:latin typeface="Times New Roman"/>
                <a:cs typeface="Times New Roman"/>
              </a:rPr>
              <a:t>.</a:t>
            </a:r>
            <a:endParaRPr sz="1725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22A94E-2D66-D883-C044-4BE16D710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1925" y="296897"/>
            <a:ext cx="3935254" cy="627640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3225" dirty="0"/>
              <a:t>P2P</a:t>
            </a:r>
            <a:r>
              <a:rPr sz="3225" spc="38" dirty="0"/>
              <a:t> </a:t>
            </a:r>
            <a:r>
              <a:rPr sz="2813" spc="45" dirty="0"/>
              <a:t>A</a:t>
            </a:r>
            <a:r>
              <a:rPr sz="4013" spc="45" dirty="0">
                <a:latin typeface="PMingLiU"/>
                <a:cs typeface="PMingLiU"/>
              </a:rPr>
              <a:t>pp</a:t>
            </a:r>
            <a:r>
              <a:rPr sz="3150" spc="45" dirty="0">
                <a:latin typeface="Times New Roman"/>
                <a:cs typeface="Times New Roman"/>
              </a:rPr>
              <a:t>l</a:t>
            </a:r>
            <a:r>
              <a:rPr sz="3188" spc="45" dirty="0">
                <a:latin typeface="PMingLiU"/>
                <a:cs typeface="PMingLiU"/>
              </a:rPr>
              <a:t>i</a:t>
            </a:r>
            <a:r>
              <a:rPr sz="2813" spc="45" dirty="0"/>
              <a:t>ca</a:t>
            </a:r>
            <a:r>
              <a:rPr sz="3188" spc="45" dirty="0">
                <a:latin typeface="PMingLiU"/>
                <a:cs typeface="PMingLiU"/>
              </a:rPr>
              <a:t>ti</a:t>
            </a:r>
            <a:r>
              <a:rPr sz="2813" spc="45" dirty="0"/>
              <a:t>on</a:t>
            </a:r>
            <a:r>
              <a:rPr sz="2813" spc="68" dirty="0"/>
              <a:t> </a:t>
            </a:r>
            <a:r>
              <a:rPr sz="2813" spc="221" dirty="0"/>
              <a:t>Areas</a:t>
            </a:r>
            <a:endParaRPr sz="2813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5707" y="1079820"/>
            <a:ext cx="5330666" cy="3415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7653" indent="-258128">
              <a:lnSpc>
                <a:spcPts val="1553"/>
              </a:lnSpc>
              <a:spcBef>
                <a:spcPts val="75"/>
              </a:spcBef>
              <a:buChar char="•"/>
              <a:tabLst>
                <a:tab pos="267653" algn="l"/>
              </a:tabLst>
            </a:pPr>
            <a:r>
              <a:rPr sz="1350" spc="30" dirty="0">
                <a:solidFill>
                  <a:srgbClr val="5D1C1D"/>
                </a:solidFill>
                <a:latin typeface="Times New Roman"/>
                <a:cs typeface="Times New Roman"/>
              </a:rPr>
              <a:t>Commun</a:t>
            </a:r>
            <a:r>
              <a:rPr sz="1388" spc="30" dirty="0">
                <a:solidFill>
                  <a:srgbClr val="5D1C1D"/>
                </a:solidFill>
                <a:latin typeface="PMingLiU"/>
                <a:cs typeface="PMingLiU"/>
              </a:rPr>
              <a:t>i</a:t>
            </a:r>
            <a:r>
              <a:rPr sz="1350" spc="30" dirty="0">
                <a:solidFill>
                  <a:srgbClr val="5D1C1D"/>
                </a:solidFill>
                <a:latin typeface="Times New Roman"/>
                <a:cs typeface="Times New Roman"/>
              </a:rPr>
              <a:t>ca</a:t>
            </a:r>
            <a:r>
              <a:rPr sz="1388" spc="30" dirty="0">
                <a:solidFill>
                  <a:srgbClr val="5D1C1D"/>
                </a:solidFill>
                <a:latin typeface="PMingLiU"/>
                <a:cs typeface="PMingLiU"/>
              </a:rPr>
              <a:t>ti</a:t>
            </a:r>
            <a:r>
              <a:rPr sz="1350" spc="30" dirty="0">
                <a:solidFill>
                  <a:srgbClr val="5D1C1D"/>
                </a:solidFill>
                <a:latin typeface="Times New Roman"/>
                <a:cs typeface="Times New Roman"/>
              </a:rPr>
              <a:t>on</a:t>
            </a:r>
            <a:endParaRPr sz="1350">
              <a:latin typeface="Times New Roman"/>
              <a:cs typeface="Times New Roman"/>
            </a:endParaRPr>
          </a:p>
          <a:p>
            <a:pPr marL="569119" lvl="1" indent="-219551">
              <a:lnSpc>
                <a:spcPts val="1350"/>
              </a:lnSpc>
              <a:buClr>
                <a:srgbClr val="7E7E83"/>
              </a:buClr>
              <a:buChar char="-"/>
              <a:tabLst>
                <a:tab pos="569119" algn="l"/>
              </a:tabLst>
            </a:pPr>
            <a:r>
              <a:rPr sz="1013" dirty="0">
                <a:solidFill>
                  <a:srgbClr val="3F3B5D"/>
                </a:solidFill>
                <a:latin typeface="Times New Roman"/>
                <a:cs typeface="Times New Roman"/>
              </a:rPr>
              <a:t>AOL</a:t>
            </a:r>
            <a:r>
              <a:rPr sz="1013" spc="71" dirty="0">
                <a:solidFill>
                  <a:srgbClr val="3F3B5D"/>
                </a:solidFill>
                <a:latin typeface="Times New Roman"/>
                <a:cs typeface="Times New Roman"/>
              </a:rPr>
              <a:t> </a:t>
            </a:r>
            <a:r>
              <a:rPr sz="1013" dirty="0">
                <a:solidFill>
                  <a:srgbClr val="4F4D69"/>
                </a:solidFill>
                <a:latin typeface="Times New Roman"/>
                <a:cs typeface="Times New Roman"/>
              </a:rPr>
              <a:t>Ins</a:t>
            </a:r>
            <a:r>
              <a:rPr sz="1050" dirty="0">
                <a:solidFill>
                  <a:srgbClr val="4F4D69"/>
                </a:solidFill>
                <a:latin typeface="PMingLiU"/>
                <a:cs typeface="PMingLiU"/>
              </a:rPr>
              <a:t>t</a:t>
            </a:r>
            <a:r>
              <a:rPr sz="1013" dirty="0">
                <a:solidFill>
                  <a:srgbClr val="4F4D69"/>
                </a:solidFill>
                <a:latin typeface="Times New Roman"/>
                <a:cs typeface="Times New Roman"/>
              </a:rPr>
              <a:t>an</a:t>
            </a:r>
            <a:r>
              <a:rPr sz="1050" dirty="0">
                <a:solidFill>
                  <a:srgbClr val="4F4D69"/>
                </a:solidFill>
                <a:latin typeface="PMingLiU"/>
                <a:cs typeface="PMingLiU"/>
              </a:rPr>
              <a:t>t</a:t>
            </a:r>
            <a:r>
              <a:rPr sz="1050" spc="23" dirty="0">
                <a:solidFill>
                  <a:srgbClr val="4F4D69"/>
                </a:solidFill>
                <a:latin typeface="PMingLiU"/>
                <a:cs typeface="PMingLiU"/>
              </a:rPr>
              <a:t> </a:t>
            </a: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Messen</a:t>
            </a:r>
            <a:r>
              <a:rPr sz="1275" spc="-8" dirty="0">
                <a:solidFill>
                  <a:srgbClr val="4F4D69"/>
                </a:solidFill>
                <a:latin typeface="PMingLiU"/>
                <a:cs typeface="PMingLiU"/>
              </a:rPr>
              <a:t>g</a:t>
            </a: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er</a:t>
            </a:r>
            <a:endParaRPr sz="1013">
              <a:latin typeface="Times New Roman"/>
              <a:cs typeface="Times New Roman"/>
            </a:endParaRPr>
          </a:p>
          <a:p>
            <a:pPr marL="566738" lvl="1" indent="-217170">
              <a:lnSpc>
                <a:spcPts val="1331"/>
              </a:lnSpc>
              <a:buClr>
                <a:srgbClr val="4F4D69"/>
              </a:buClr>
              <a:buChar char="-"/>
              <a:tabLst>
                <a:tab pos="566738" algn="l"/>
              </a:tabLst>
            </a:pPr>
            <a:r>
              <a:rPr sz="1013" spc="-19" dirty="0">
                <a:solidFill>
                  <a:srgbClr val="2A284F"/>
                </a:solidFill>
                <a:latin typeface="Times New Roman"/>
                <a:cs typeface="Times New Roman"/>
              </a:rPr>
              <a:t>IC</a:t>
            </a:r>
            <a:r>
              <a:rPr sz="1200" spc="-19" dirty="0">
                <a:solidFill>
                  <a:srgbClr val="2A284F"/>
                </a:solidFill>
                <a:latin typeface="PMingLiU"/>
                <a:cs typeface="PMingLiU"/>
              </a:rPr>
              <a:t>Q</a:t>
            </a:r>
            <a:endParaRPr sz="1200">
              <a:latin typeface="PMingLiU"/>
              <a:cs typeface="PMingLiU"/>
            </a:endParaRPr>
          </a:p>
          <a:p>
            <a:pPr marL="264319" indent="-254794">
              <a:lnSpc>
                <a:spcPts val="1620"/>
              </a:lnSpc>
              <a:buChar char="•"/>
              <a:tabLst>
                <a:tab pos="264319" algn="l"/>
              </a:tabLst>
            </a:pP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Remo</a:t>
            </a:r>
            <a:r>
              <a:rPr sz="1388" spc="41" dirty="0">
                <a:solidFill>
                  <a:srgbClr val="5D1C1D"/>
                </a:solidFill>
                <a:latin typeface="PMingLiU"/>
                <a:cs typeface="PMingLiU"/>
              </a:rPr>
              <a:t>t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e</a:t>
            </a:r>
            <a:r>
              <a:rPr sz="1350" spc="8" dirty="0">
                <a:solidFill>
                  <a:srgbClr val="5D1C1D"/>
                </a:solidFill>
                <a:latin typeface="Times New Roman"/>
                <a:cs typeface="Times New Roman"/>
              </a:rPr>
              <a:t> </a:t>
            </a:r>
            <a:r>
              <a:rPr sz="1350" spc="38" dirty="0">
                <a:solidFill>
                  <a:srgbClr val="5D1C1D"/>
                </a:solidFill>
                <a:latin typeface="Times New Roman"/>
                <a:cs typeface="Times New Roman"/>
              </a:rPr>
              <a:t>Collabora</a:t>
            </a:r>
            <a:r>
              <a:rPr sz="1388" spc="38" dirty="0">
                <a:solidFill>
                  <a:srgbClr val="5D1C1D"/>
                </a:solidFill>
                <a:latin typeface="PMingLiU"/>
                <a:cs typeface="PMingLiU"/>
              </a:rPr>
              <a:t>ti</a:t>
            </a:r>
            <a:r>
              <a:rPr sz="1350" spc="38" dirty="0">
                <a:solidFill>
                  <a:srgbClr val="5D1C1D"/>
                </a:solidFill>
                <a:latin typeface="Times New Roman"/>
                <a:cs typeface="Times New Roman"/>
              </a:rPr>
              <a:t>on</a:t>
            </a:r>
            <a:r>
              <a:rPr sz="1350" spc="98" dirty="0">
                <a:solidFill>
                  <a:srgbClr val="5D1C1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43434"/>
                </a:solidFill>
                <a:latin typeface="Times New Roman"/>
                <a:cs typeface="Times New Roman"/>
              </a:rPr>
              <a:t>(Shared</a:t>
            </a:r>
            <a:r>
              <a:rPr sz="1350" spc="7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F</a:t>
            </a:r>
            <a:r>
              <a:rPr sz="1388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le</a:t>
            </a:r>
            <a:r>
              <a:rPr sz="1350" spc="-23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Ed</a:t>
            </a:r>
            <a:r>
              <a:rPr sz="1388" dirty="0">
                <a:solidFill>
                  <a:srgbClr val="1D1D1D"/>
                </a:solidFill>
                <a:latin typeface="PMingLiU"/>
                <a:cs typeface="PMingLiU"/>
              </a:rPr>
              <a:t>iti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n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g,</a:t>
            </a:r>
            <a:r>
              <a:rPr sz="1313" spc="-101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Aud</a:t>
            </a:r>
            <a:r>
              <a:rPr sz="1388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o-v</a:t>
            </a:r>
            <a:r>
              <a:rPr sz="1388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350" dirty="0">
                <a:solidFill>
                  <a:srgbClr val="1D1D1D"/>
                </a:solidFill>
                <a:latin typeface="Times New Roman"/>
                <a:cs typeface="Times New Roman"/>
              </a:rPr>
              <a:t>deo</a:t>
            </a:r>
            <a:r>
              <a:rPr sz="1350" spc="-71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1D1D1D"/>
                </a:solidFill>
                <a:latin typeface="Times New Roman"/>
                <a:cs typeface="Times New Roman"/>
              </a:rPr>
              <a:t>Con</a:t>
            </a:r>
            <a:r>
              <a:rPr sz="1388" spc="-8" dirty="0">
                <a:solidFill>
                  <a:srgbClr val="1D1D1D"/>
                </a:solidFill>
                <a:latin typeface="PMingLiU"/>
                <a:cs typeface="PMingLiU"/>
              </a:rPr>
              <a:t>fe</a:t>
            </a:r>
            <a:r>
              <a:rPr sz="1350" spc="-8" dirty="0">
                <a:solidFill>
                  <a:srgbClr val="1D1D1D"/>
                </a:solidFill>
                <a:latin typeface="Times New Roman"/>
                <a:cs typeface="Times New Roman"/>
              </a:rPr>
              <a:t>renc</a:t>
            </a:r>
            <a:r>
              <a:rPr sz="1388" spc="-8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350" spc="-8" dirty="0">
                <a:solidFill>
                  <a:srgbClr val="1D1D1D"/>
                </a:solidFill>
                <a:latin typeface="Times New Roman"/>
                <a:cs typeface="Times New Roman"/>
              </a:rPr>
              <a:t>n</a:t>
            </a:r>
            <a:r>
              <a:rPr sz="1313" spc="-8" dirty="0">
                <a:solidFill>
                  <a:srgbClr val="1D1D1D"/>
                </a:solidFill>
                <a:latin typeface="PMingLiU"/>
                <a:cs typeface="PMingLiU"/>
              </a:rPr>
              <a:t>g)</a:t>
            </a:r>
            <a:endParaRPr sz="1313">
              <a:latin typeface="PMingLiU"/>
              <a:cs typeface="PMingLiU"/>
            </a:endParaRPr>
          </a:p>
          <a:p>
            <a:pPr marL="568166" lvl="1" indent="-217170">
              <a:lnSpc>
                <a:spcPts val="1200"/>
              </a:lnSpc>
              <a:spcBef>
                <a:spcPts val="38"/>
              </a:spcBef>
              <a:buClr>
                <a:srgbClr val="4F4D69"/>
              </a:buClr>
              <a:buChar char="-"/>
              <a:tabLst>
                <a:tab pos="568166" algn="l"/>
              </a:tabLst>
            </a:pPr>
            <a:r>
              <a:rPr sz="863" spc="34" dirty="0">
                <a:solidFill>
                  <a:srgbClr val="3F3B5D"/>
                </a:solidFill>
                <a:latin typeface="PMingLiU"/>
                <a:cs typeface="PMingLiU"/>
              </a:rPr>
              <a:t>Ja</a:t>
            </a:r>
            <a:r>
              <a:rPr sz="1013" spc="34" dirty="0">
                <a:solidFill>
                  <a:srgbClr val="3F3B5D"/>
                </a:solidFill>
                <a:latin typeface="Times New Roman"/>
                <a:cs typeface="Times New Roman"/>
              </a:rPr>
              <a:t>bber</a:t>
            </a:r>
            <a:endParaRPr sz="1013">
              <a:latin typeface="Times New Roman"/>
              <a:cs typeface="Times New Roman"/>
            </a:endParaRPr>
          </a:p>
          <a:p>
            <a:pPr marL="561975" lvl="1" indent="-212408">
              <a:lnSpc>
                <a:spcPts val="1148"/>
              </a:lnSpc>
              <a:buClr>
                <a:srgbClr val="6B6B70"/>
              </a:buClr>
              <a:buChar char="-"/>
              <a:tabLst>
                <a:tab pos="561975" algn="l"/>
              </a:tabLst>
            </a:pPr>
            <a:r>
              <a:rPr sz="1013" dirty="0">
                <a:solidFill>
                  <a:srgbClr val="3F3B5D"/>
                </a:solidFill>
                <a:latin typeface="Times New Roman"/>
                <a:cs typeface="Times New Roman"/>
              </a:rPr>
              <a:t>Shared</a:t>
            </a:r>
            <a:r>
              <a:rPr sz="1013" spc="86" dirty="0">
                <a:solidFill>
                  <a:srgbClr val="3F3B5D"/>
                </a:solidFill>
                <a:latin typeface="Times New Roman"/>
                <a:cs typeface="Times New Roman"/>
              </a:rPr>
              <a:t>  </a:t>
            </a:r>
            <a:r>
              <a:rPr sz="1013" dirty="0">
                <a:solidFill>
                  <a:srgbClr val="3F3B5D"/>
                </a:solidFill>
                <a:latin typeface="Times New Roman"/>
                <a:cs typeface="Times New Roman"/>
              </a:rPr>
              <a:t>wh</a:t>
            </a:r>
            <a:r>
              <a:rPr sz="1050" dirty="0">
                <a:solidFill>
                  <a:srgbClr val="3F3B5D"/>
                </a:solidFill>
                <a:latin typeface="PMingLiU"/>
                <a:cs typeface="PMingLiU"/>
              </a:rPr>
              <a:t>it</a:t>
            </a:r>
            <a:r>
              <a:rPr sz="1013" dirty="0">
                <a:solidFill>
                  <a:srgbClr val="3F3B5D"/>
                </a:solidFill>
                <a:latin typeface="Times New Roman"/>
                <a:cs typeface="Times New Roman"/>
              </a:rPr>
              <a:t>ebo</a:t>
            </a:r>
            <a:r>
              <a:rPr sz="563" spc="38" dirty="0">
                <a:solidFill>
                  <a:srgbClr val="3F3B5D"/>
                </a:solidFill>
                <a:latin typeface="PMingLiU"/>
                <a:cs typeface="PMingLiU"/>
              </a:rPr>
              <a:t>釭</a:t>
            </a:r>
            <a:r>
              <a:rPr sz="1013" spc="-38" dirty="0">
                <a:solidFill>
                  <a:srgbClr val="3F3B5D"/>
                </a:solidFill>
                <a:latin typeface="Times New Roman"/>
                <a:cs typeface="Times New Roman"/>
              </a:rPr>
              <a:t>d</a:t>
            </a:r>
            <a:endParaRPr sz="1013">
              <a:latin typeface="Times New Roman"/>
              <a:cs typeface="Times New Roman"/>
            </a:endParaRPr>
          </a:p>
          <a:p>
            <a:pPr marL="264795" indent="-255270">
              <a:lnSpc>
                <a:spcPts val="1774"/>
              </a:lnSpc>
              <a:buChar char="•"/>
              <a:tabLst>
                <a:tab pos="264795" algn="l"/>
              </a:tabLst>
            </a:pPr>
            <a:r>
              <a:rPr sz="1350" dirty="0">
                <a:solidFill>
                  <a:srgbClr val="5D1C1D"/>
                </a:solidFill>
                <a:latin typeface="Times New Roman"/>
                <a:cs typeface="Times New Roman"/>
              </a:rPr>
              <a:t>Mu</a:t>
            </a:r>
            <a:r>
              <a:rPr sz="1575" dirty="0">
                <a:solidFill>
                  <a:srgbClr val="5D1C1D"/>
                </a:solidFill>
                <a:latin typeface="PMingLiU"/>
                <a:cs typeface="PMingLiU"/>
              </a:rPr>
              <a:t>ltip</a:t>
            </a:r>
            <a:r>
              <a:rPr sz="1350" dirty="0">
                <a:solidFill>
                  <a:srgbClr val="5D1C1D"/>
                </a:solidFill>
                <a:latin typeface="Times New Roman"/>
                <a:cs typeface="Times New Roman"/>
              </a:rPr>
              <a:t>la</a:t>
            </a:r>
            <a:r>
              <a:rPr sz="1575" dirty="0">
                <a:solidFill>
                  <a:srgbClr val="5D1C1D"/>
                </a:solidFill>
                <a:latin typeface="PMingLiU"/>
                <a:cs typeface="PMingLiU"/>
              </a:rPr>
              <a:t>y</a:t>
            </a:r>
            <a:r>
              <a:rPr sz="1350" dirty="0">
                <a:solidFill>
                  <a:srgbClr val="5D1C1D"/>
                </a:solidFill>
                <a:latin typeface="Times New Roman"/>
                <a:cs typeface="Times New Roman"/>
              </a:rPr>
              <a:t>er</a:t>
            </a:r>
            <a:r>
              <a:rPr sz="1350" spc="203" dirty="0">
                <a:solidFill>
                  <a:srgbClr val="5D1C1D"/>
                </a:solidFill>
                <a:latin typeface="Times New Roman"/>
                <a:cs typeface="Times New Roman"/>
              </a:rPr>
              <a:t> 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Games</a:t>
            </a:r>
            <a:endParaRPr sz="1350">
              <a:latin typeface="Times New Roman"/>
              <a:cs typeface="Times New Roman"/>
            </a:endParaRPr>
          </a:p>
          <a:p>
            <a:pPr marL="569119" lvl="1" indent="-226219">
              <a:lnSpc>
                <a:spcPts val="1144"/>
              </a:lnSpc>
              <a:buClr>
                <a:srgbClr val="7E7E83"/>
              </a:buClr>
              <a:buChar char="-"/>
              <a:tabLst>
                <a:tab pos="569119" algn="l"/>
              </a:tabLst>
            </a:pPr>
            <a:r>
              <a:rPr sz="1013" spc="8" dirty="0">
                <a:solidFill>
                  <a:srgbClr val="4F4D69"/>
                </a:solidFill>
                <a:latin typeface="Times New Roman"/>
                <a:cs typeface="Times New Roman"/>
              </a:rPr>
              <a:t>Unreal</a:t>
            </a:r>
            <a:r>
              <a:rPr sz="1013" spc="-23" dirty="0">
                <a:solidFill>
                  <a:srgbClr val="4F4D69"/>
                </a:solidFill>
                <a:latin typeface="Times New Roman"/>
                <a:cs typeface="Times New Roman"/>
              </a:rPr>
              <a:t> </a:t>
            </a:r>
            <a:r>
              <a:rPr sz="1013" spc="8" dirty="0">
                <a:solidFill>
                  <a:srgbClr val="4F4D69"/>
                </a:solidFill>
                <a:latin typeface="Times New Roman"/>
                <a:cs typeface="Times New Roman"/>
              </a:rPr>
              <a:t>Tournamen</a:t>
            </a:r>
            <a:r>
              <a:rPr sz="1050" spc="8" dirty="0">
                <a:solidFill>
                  <a:srgbClr val="4F4D69"/>
                </a:solidFill>
                <a:latin typeface="PMingLiU"/>
                <a:cs typeface="PMingLiU"/>
              </a:rPr>
              <a:t>t,</a:t>
            </a:r>
            <a:r>
              <a:rPr sz="1050" spc="53" dirty="0">
                <a:solidFill>
                  <a:srgbClr val="4F4D69"/>
                </a:solidFill>
                <a:latin typeface="PMingLiU"/>
                <a:cs typeface="PMingLiU"/>
              </a:rPr>
              <a:t> </a:t>
            </a:r>
            <a:r>
              <a:rPr sz="1013" spc="-15" dirty="0">
                <a:solidFill>
                  <a:srgbClr val="3F3B5D"/>
                </a:solidFill>
                <a:latin typeface="Times New Roman"/>
                <a:cs typeface="Times New Roman"/>
              </a:rPr>
              <a:t>DOOM</a:t>
            </a:r>
            <a:endParaRPr sz="1013">
              <a:latin typeface="Times New Roman"/>
              <a:cs typeface="Times New Roman"/>
            </a:endParaRPr>
          </a:p>
          <a:p>
            <a:pPr marL="256699" indent="-247174">
              <a:lnSpc>
                <a:spcPts val="1766"/>
              </a:lnSpc>
              <a:buChar char="•"/>
              <a:tabLst>
                <a:tab pos="256699" algn="l"/>
              </a:tabLst>
            </a:pPr>
            <a:r>
              <a:rPr sz="1350" spc="56" dirty="0">
                <a:solidFill>
                  <a:srgbClr val="5D1C1D"/>
                </a:solidFill>
                <a:latin typeface="Times New Roman"/>
                <a:cs typeface="Times New Roman"/>
              </a:rPr>
              <a:t>S</a:t>
            </a:r>
            <a:r>
              <a:rPr sz="1388" spc="56" dirty="0">
                <a:solidFill>
                  <a:srgbClr val="5D1C1D"/>
                </a:solidFill>
                <a:latin typeface="PMingLiU"/>
                <a:cs typeface="PMingLiU"/>
              </a:rPr>
              <a:t>t</a:t>
            </a:r>
            <a:r>
              <a:rPr sz="1350" spc="56" dirty="0">
                <a:solidFill>
                  <a:srgbClr val="5D1C1D"/>
                </a:solidFill>
                <a:latin typeface="Times New Roman"/>
                <a:cs typeface="Times New Roman"/>
              </a:rPr>
              <a:t>ream</a:t>
            </a:r>
            <a:r>
              <a:rPr sz="1388" spc="56" dirty="0">
                <a:solidFill>
                  <a:srgbClr val="5D1C1D"/>
                </a:solidFill>
                <a:latin typeface="PMingLiU"/>
                <a:cs typeface="PMingLiU"/>
              </a:rPr>
              <a:t>i</a:t>
            </a:r>
            <a:r>
              <a:rPr sz="1350" spc="56" dirty="0">
                <a:solidFill>
                  <a:srgbClr val="5D1C1D"/>
                </a:solidFill>
                <a:latin typeface="Times New Roman"/>
                <a:cs typeface="Times New Roman"/>
              </a:rPr>
              <a:t>n</a:t>
            </a:r>
            <a:r>
              <a:rPr sz="1575" spc="56" dirty="0">
                <a:solidFill>
                  <a:srgbClr val="5D1C1D"/>
                </a:solidFill>
                <a:latin typeface="PMingLiU"/>
                <a:cs typeface="PMingLiU"/>
              </a:rPr>
              <a:t>g</a:t>
            </a:r>
            <a:r>
              <a:rPr sz="1575" spc="-124" dirty="0">
                <a:solidFill>
                  <a:srgbClr val="5D1C1D"/>
                </a:solidFill>
                <a:latin typeface="PMingLiU"/>
                <a:cs typeface="PMingLiU"/>
              </a:rPr>
              <a:t> </a:t>
            </a:r>
            <a:r>
              <a:rPr sz="1350" spc="-15" dirty="0">
                <a:solidFill>
                  <a:srgbClr val="343434"/>
                </a:solidFill>
                <a:latin typeface="Times New Roman"/>
                <a:cs typeface="Times New Roman"/>
              </a:rPr>
              <a:t>(A</a:t>
            </a:r>
            <a:r>
              <a:rPr sz="1575" spc="-15" dirty="0">
                <a:solidFill>
                  <a:srgbClr val="343434"/>
                </a:solidFill>
                <a:latin typeface="PMingLiU"/>
                <a:cs typeface="PMingLiU"/>
              </a:rPr>
              <a:t>pp</a:t>
            </a:r>
            <a:r>
              <a:rPr sz="1350" spc="-15" dirty="0">
                <a:solidFill>
                  <a:srgbClr val="343434"/>
                </a:solidFill>
                <a:latin typeface="Times New Roman"/>
                <a:cs typeface="Times New Roman"/>
              </a:rPr>
              <a:t>l</a:t>
            </a:r>
            <a:r>
              <a:rPr sz="1388" spc="-15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350" spc="-15" dirty="0">
                <a:solidFill>
                  <a:srgbClr val="343434"/>
                </a:solidFill>
                <a:latin typeface="Times New Roman"/>
                <a:cs typeface="Times New Roman"/>
              </a:rPr>
              <a:t>ca</a:t>
            </a:r>
            <a:r>
              <a:rPr sz="1388" spc="-15" dirty="0">
                <a:solidFill>
                  <a:srgbClr val="343434"/>
                </a:solidFill>
                <a:latin typeface="PMingLiU"/>
                <a:cs typeface="PMingLiU"/>
              </a:rPr>
              <a:t>ti</a:t>
            </a:r>
            <a:r>
              <a:rPr sz="1350" spc="-15" dirty="0">
                <a:solidFill>
                  <a:srgbClr val="343434"/>
                </a:solidFill>
                <a:latin typeface="Times New Roman"/>
                <a:cs typeface="Times New Roman"/>
              </a:rPr>
              <a:t>on-</a:t>
            </a:r>
            <a:r>
              <a:rPr sz="1350" dirty="0">
                <a:solidFill>
                  <a:srgbClr val="343434"/>
                </a:solidFill>
                <a:latin typeface="Times New Roman"/>
                <a:cs typeface="Times New Roman"/>
              </a:rPr>
              <a:t>leve</a:t>
            </a:r>
            <a:r>
              <a:rPr sz="1350" dirty="0">
                <a:solidFill>
                  <a:srgbClr val="050505"/>
                </a:solidFill>
                <a:latin typeface="Times New Roman"/>
                <a:cs typeface="Times New Roman"/>
              </a:rPr>
              <a:t>l</a:t>
            </a:r>
            <a:r>
              <a:rPr sz="1350" spc="-30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1350" spc="-8" dirty="0">
                <a:solidFill>
                  <a:srgbClr val="1D1D1D"/>
                </a:solidFill>
                <a:latin typeface="Times New Roman"/>
                <a:cs typeface="Times New Roman"/>
              </a:rPr>
              <a:t>Mul</a:t>
            </a:r>
            <a:r>
              <a:rPr sz="1388" spc="-8" dirty="0">
                <a:solidFill>
                  <a:srgbClr val="1D1D1D"/>
                </a:solidFill>
                <a:latin typeface="PMingLiU"/>
                <a:cs typeface="PMingLiU"/>
              </a:rPr>
              <a:t>ti</a:t>
            </a:r>
            <a:r>
              <a:rPr sz="1350" spc="-8" dirty="0">
                <a:solidFill>
                  <a:srgbClr val="1D1D1D"/>
                </a:solidFill>
                <a:latin typeface="Times New Roman"/>
                <a:cs typeface="Times New Roman"/>
              </a:rPr>
              <a:t>cas</a:t>
            </a:r>
            <a:r>
              <a:rPr sz="1388" spc="-8" dirty="0">
                <a:solidFill>
                  <a:srgbClr val="1D1D1D"/>
                </a:solidFill>
                <a:latin typeface="PMingLiU"/>
                <a:cs typeface="PMingLiU"/>
              </a:rPr>
              <a:t>t)</a:t>
            </a:r>
            <a:endParaRPr sz="1388">
              <a:latin typeface="PMingLiU"/>
              <a:cs typeface="PMingLiU"/>
            </a:endParaRPr>
          </a:p>
          <a:p>
            <a:pPr marL="571500" lvl="1" indent="-228600">
              <a:lnSpc>
                <a:spcPts val="1189"/>
              </a:lnSpc>
              <a:buChar char="-"/>
              <a:tabLst>
                <a:tab pos="571500" algn="l"/>
              </a:tabLst>
            </a:pP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Narada</a:t>
            </a:r>
            <a:endParaRPr sz="1013">
              <a:latin typeface="Times New Roman"/>
              <a:cs typeface="Times New Roman"/>
            </a:endParaRPr>
          </a:p>
          <a:p>
            <a:pPr marL="469583" lvl="1" indent="-123349">
              <a:spcBef>
                <a:spcPts val="71"/>
              </a:spcBef>
              <a:buClr>
                <a:srgbClr val="4F4D69"/>
              </a:buClr>
              <a:buChar char="-"/>
              <a:tabLst>
                <a:tab pos="469583" algn="l"/>
              </a:tabLst>
            </a:pPr>
            <a:r>
              <a:rPr sz="975" spc="199" dirty="0">
                <a:solidFill>
                  <a:srgbClr val="2A284F"/>
                </a:solidFill>
                <a:latin typeface="Segoe UI Symbol"/>
                <a:cs typeface="Segoe UI Symbol"/>
              </a:rPr>
              <a:t>Yo</a:t>
            </a:r>
            <a:r>
              <a:rPr sz="1050" spc="199" dirty="0">
                <a:solidFill>
                  <a:srgbClr val="2A284F"/>
                </a:solidFill>
                <a:latin typeface="PMingLiU"/>
                <a:cs typeface="PMingLiU"/>
              </a:rPr>
              <a:t>i</a:t>
            </a:r>
            <a:r>
              <a:rPr sz="975" spc="199" dirty="0">
                <a:solidFill>
                  <a:srgbClr val="2A284F"/>
                </a:solidFill>
                <a:latin typeface="Segoe UI Symbol"/>
                <a:cs typeface="Segoe UI Symbol"/>
              </a:rPr>
              <a:t>d</a:t>
            </a:r>
            <a:endParaRPr sz="975">
              <a:latin typeface="Segoe UI Symbol"/>
              <a:cs typeface="Segoe UI Symbol"/>
            </a:endParaRPr>
          </a:p>
          <a:p>
            <a:pPr marL="571500" lvl="1" indent="-221933">
              <a:lnSpc>
                <a:spcPts val="1136"/>
              </a:lnSpc>
              <a:spcBef>
                <a:spcPts val="11"/>
              </a:spcBef>
              <a:buClr>
                <a:srgbClr val="6B6B70"/>
              </a:buClr>
              <a:buChar char="-"/>
              <a:tabLst>
                <a:tab pos="571500" algn="l"/>
              </a:tabLst>
            </a:pPr>
            <a:r>
              <a:rPr sz="1013" dirty="0">
                <a:solidFill>
                  <a:srgbClr val="4F4D69"/>
                </a:solidFill>
                <a:latin typeface="Times New Roman"/>
                <a:cs typeface="Times New Roman"/>
              </a:rPr>
              <a:t>N</a:t>
            </a:r>
            <a:r>
              <a:rPr sz="1013" dirty="0">
                <a:solidFill>
                  <a:srgbClr val="2A284F"/>
                </a:solidFill>
                <a:latin typeface="Times New Roman"/>
                <a:cs typeface="Times New Roman"/>
              </a:rPr>
              <a:t>lC</a:t>
            </a:r>
            <a:r>
              <a:rPr sz="1013" dirty="0">
                <a:solidFill>
                  <a:srgbClr val="4F4D69"/>
                </a:solidFill>
                <a:latin typeface="Times New Roman"/>
                <a:cs typeface="Times New Roman"/>
              </a:rPr>
              <a:t>E,</a:t>
            </a:r>
            <a:r>
              <a:rPr sz="1013" spc="217" dirty="0">
                <a:solidFill>
                  <a:srgbClr val="4F4D69"/>
                </a:solidFill>
                <a:latin typeface="Times New Roman"/>
                <a:cs typeface="Times New Roman"/>
              </a:rPr>
              <a:t> </a:t>
            </a:r>
            <a:r>
              <a:rPr sz="1013" dirty="0">
                <a:solidFill>
                  <a:srgbClr val="3F3B5D"/>
                </a:solidFill>
                <a:latin typeface="Times New Roman"/>
                <a:cs typeface="Times New Roman"/>
              </a:rPr>
              <a:t>CAN-Mul</a:t>
            </a:r>
            <a:r>
              <a:rPr sz="1050" dirty="0">
                <a:solidFill>
                  <a:srgbClr val="3F3B5D"/>
                </a:solidFill>
                <a:latin typeface="PMingLiU"/>
                <a:cs typeface="PMingLiU"/>
              </a:rPr>
              <a:t>ti</a:t>
            </a:r>
            <a:r>
              <a:rPr sz="1013" dirty="0">
                <a:solidFill>
                  <a:srgbClr val="3F3B5D"/>
                </a:solidFill>
                <a:latin typeface="Times New Roman"/>
                <a:cs typeface="Times New Roman"/>
              </a:rPr>
              <a:t>cas</a:t>
            </a:r>
            <a:r>
              <a:rPr sz="1050" dirty="0">
                <a:solidFill>
                  <a:srgbClr val="3F3B5D"/>
                </a:solidFill>
                <a:latin typeface="PMingLiU"/>
                <a:cs typeface="PMingLiU"/>
              </a:rPr>
              <a:t>t</a:t>
            </a:r>
            <a:r>
              <a:rPr sz="1050" dirty="0">
                <a:solidFill>
                  <a:srgbClr val="6B6B70"/>
                </a:solidFill>
                <a:latin typeface="PMingLiU"/>
                <a:cs typeface="PMingLiU"/>
              </a:rPr>
              <a:t>,</a:t>
            </a:r>
            <a:r>
              <a:rPr sz="1050" spc="64" dirty="0">
                <a:solidFill>
                  <a:srgbClr val="6B6B70"/>
                </a:solidFill>
                <a:latin typeface="PMingLiU"/>
                <a:cs typeface="PMingLiU"/>
              </a:rPr>
              <a:t> </a:t>
            </a:r>
            <a:r>
              <a:rPr sz="1013" spc="-8" dirty="0">
                <a:solidFill>
                  <a:srgbClr val="3F3B5D"/>
                </a:solidFill>
                <a:latin typeface="Times New Roman"/>
                <a:cs typeface="Times New Roman"/>
              </a:rPr>
              <a:t>Scr</a:t>
            </a:r>
            <a:r>
              <a:rPr sz="1050" spc="-8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013" spc="-8" dirty="0">
                <a:solidFill>
                  <a:srgbClr val="3F3B5D"/>
                </a:solidFill>
                <a:latin typeface="Times New Roman"/>
                <a:cs typeface="Times New Roman"/>
              </a:rPr>
              <a:t>be</a:t>
            </a:r>
            <a:endParaRPr sz="1013">
              <a:latin typeface="Times New Roman"/>
              <a:cs typeface="Times New Roman"/>
            </a:endParaRPr>
          </a:p>
          <a:p>
            <a:pPr marL="264319" indent="-254794">
              <a:lnSpc>
                <a:spcPts val="1766"/>
              </a:lnSpc>
              <a:buChar char="•"/>
              <a:tabLst>
                <a:tab pos="264319" algn="l"/>
              </a:tabLst>
            </a:pP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D</a:t>
            </a:r>
            <a:r>
              <a:rPr sz="1388" spc="41" dirty="0">
                <a:solidFill>
                  <a:srgbClr val="5D1C1D"/>
                </a:solidFill>
                <a:latin typeface="PMingLiU"/>
                <a:cs typeface="PMingLiU"/>
              </a:rPr>
              <a:t>i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s</a:t>
            </a:r>
            <a:r>
              <a:rPr sz="1388" spc="41" dirty="0">
                <a:solidFill>
                  <a:srgbClr val="5D1C1D"/>
                </a:solidFill>
                <a:latin typeface="PMingLiU"/>
                <a:cs typeface="PMingLiU"/>
              </a:rPr>
              <a:t>t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r</a:t>
            </a:r>
            <a:r>
              <a:rPr sz="1388" spc="41" dirty="0">
                <a:solidFill>
                  <a:srgbClr val="5D1C1D"/>
                </a:solidFill>
                <a:latin typeface="PMingLiU"/>
                <a:cs typeface="PMingLiU"/>
              </a:rPr>
              <a:t>i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bu</a:t>
            </a:r>
            <a:r>
              <a:rPr sz="1388" spc="41" dirty="0">
                <a:solidFill>
                  <a:srgbClr val="5D1C1D"/>
                </a:solidFill>
                <a:latin typeface="PMingLiU"/>
                <a:cs typeface="PMingLiU"/>
              </a:rPr>
              <a:t>t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ed</a:t>
            </a:r>
            <a:r>
              <a:rPr sz="1350" spc="113" dirty="0">
                <a:solidFill>
                  <a:srgbClr val="5D1C1D"/>
                </a:solidFill>
                <a:latin typeface="Times New Roman"/>
                <a:cs typeface="Times New Roman"/>
              </a:rPr>
              <a:t> </a:t>
            </a:r>
            <a:r>
              <a:rPr sz="1350" spc="30" dirty="0">
                <a:solidFill>
                  <a:srgbClr val="5D1C1D"/>
                </a:solidFill>
                <a:latin typeface="Times New Roman"/>
                <a:cs typeface="Times New Roman"/>
              </a:rPr>
              <a:t>Com</a:t>
            </a:r>
            <a:r>
              <a:rPr sz="1575" spc="30" dirty="0">
                <a:solidFill>
                  <a:srgbClr val="5D1C1D"/>
                </a:solidFill>
                <a:latin typeface="PMingLiU"/>
                <a:cs typeface="PMingLiU"/>
              </a:rPr>
              <a:t>p</a:t>
            </a:r>
            <a:r>
              <a:rPr sz="1350" spc="30" dirty="0">
                <a:solidFill>
                  <a:srgbClr val="5D1C1D"/>
                </a:solidFill>
                <a:latin typeface="Times New Roman"/>
                <a:cs typeface="Times New Roman"/>
              </a:rPr>
              <a:t>u</a:t>
            </a:r>
            <a:r>
              <a:rPr sz="1388" spc="30" dirty="0">
                <a:solidFill>
                  <a:srgbClr val="5D1C1D"/>
                </a:solidFill>
                <a:latin typeface="PMingLiU"/>
                <a:cs typeface="PMingLiU"/>
              </a:rPr>
              <a:t>ti</a:t>
            </a:r>
            <a:r>
              <a:rPr sz="1350" spc="30" dirty="0">
                <a:solidFill>
                  <a:srgbClr val="5D1C1D"/>
                </a:solidFill>
                <a:latin typeface="Times New Roman"/>
                <a:cs typeface="Times New Roman"/>
              </a:rPr>
              <a:t>n</a:t>
            </a:r>
            <a:r>
              <a:rPr sz="1575" spc="30" dirty="0">
                <a:solidFill>
                  <a:srgbClr val="5D1C1D"/>
                </a:solidFill>
                <a:latin typeface="PMingLiU"/>
                <a:cs typeface="PMingLiU"/>
              </a:rPr>
              <a:t>g</a:t>
            </a:r>
            <a:endParaRPr sz="1575">
              <a:latin typeface="PMingLiU"/>
              <a:cs typeface="PMingLiU"/>
            </a:endParaRPr>
          </a:p>
          <a:p>
            <a:pPr marL="561975" lvl="1" indent="-219075">
              <a:lnSpc>
                <a:spcPts val="1121"/>
              </a:lnSpc>
              <a:buClr>
                <a:srgbClr val="7E7E83"/>
              </a:buClr>
              <a:buChar char="-"/>
              <a:tabLst>
                <a:tab pos="561975" algn="l"/>
              </a:tabLst>
            </a:pPr>
            <a:r>
              <a:rPr sz="1013" spc="-8" dirty="0">
                <a:solidFill>
                  <a:srgbClr val="3F3B5D"/>
                </a:solidFill>
                <a:latin typeface="Times New Roman"/>
                <a:cs typeface="Times New Roman"/>
              </a:rPr>
              <a:t>SETI@home</a:t>
            </a:r>
            <a:endParaRPr sz="1013">
              <a:latin typeface="Times New Roman"/>
              <a:cs typeface="Times New Roman"/>
            </a:endParaRPr>
          </a:p>
          <a:p>
            <a:pPr marL="264795" indent="-255270">
              <a:lnSpc>
                <a:spcPts val="1702"/>
              </a:lnSpc>
              <a:buChar char="•"/>
              <a:tabLst>
                <a:tab pos="264795" algn="l"/>
              </a:tabLst>
            </a:pP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F</a:t>
            </a:r>
            <a:r>
              <a:rPr sz="1350" spc="41" dirty="0">
                <a:solidFill>
                  <a:srgbClr val="5D1C1D"/>
                </a:solidFill>
                <a:latin typeface="PMingLiU"/>
                <a:cs typeface="PMingLiU"/>
              </a:rPr>
              <a:t>il</a:t>
            </a:r>
            <a:r>
              <a:rPr sz="1350" spc="41" dirty="0">
                <a:solidFill>
                  <a:srgbClr val="5D1C1D"/>
                </a:solidFill>
                <a:latin typeface="Times New Roman"/>
                <a:cs typeface="Times New Roman"/>
              </a:rPr>
              <a:t>e</a:t>
            </a:r>
            <a:r>
              <a:rPr sz="1350" spc="-105" dirty="0">
                <a:solidFill>
                  <a:srgbClr val="5D1C1D"/>
                </a:solidFill>
                <a:latin typeface="Times New Roman"/>
                <a:cs typeface="Times New Roman"/>
              </a:rPr>
              <a:t> </a:t>
            </a:r>
            <a:r>
              <a:rPr sz="1350" spc="53" dirty="0">
                <a:solidFill>
                  <a:srgbClr val="5D1C1D"/>
                </a:solidFill>
                <a:latin typeface="Times New Roman"/>
                <a:cs typeface="Times New Roman"/>
              </a:rPr>
              <a:t>Shar</a:t>
            </a:r>
            <a:r>
              <a:rPr sz="1388" spc="53" dirty="0">
                <a:solidFill>
                  <a:srgbClr val="5D1C1D"/>
                </a:solidFill>
                <a:latin typeface="PMingLiU"/>
                <a:cs typeface="PMingLiU"/>
              </a:rPr>
              <a:t>i</a:t>
            </a:r>
            <a:r>
              <a:rPr sz="1350" spc="53" dirty="0">
                <a:solidFill>
                  <a:srgbClr val="5D1C1D"/>
                </a:solidFill>
                <a:latin typeface="Times New Roman"/>
                <a:cs typeface="Times New Roman"/>
              </a:rPr>
              <a:t>n</a:t>
            </a:r>
            <a:r>
              <a:rPr sz="1575" spc="53" dirty="0">
                <a:solidFill>
                  <a:srgbClr val="5D1C1D"/>
                </a:solidFill>
                <a:latin typeface="PMingLiU"/>
                <a:cs typeface="PMingLiU"/>
              </a:rPr>
              <a:t>g</a:t>
            </a:r>
            <a:endParaRPr sz="1575">
              <a:latin typeface="PMingLiU"/>
              <a:cs typeface="PMingLiU"/>
            </a:endParaRPr>
          </a:p>
          <a:p>
            <a:pPr marL="571500" lvl="1" indent="-221933">
              <a:lnSpc>
                <a:spcPts val="1346"/>
              </a:lnSpc>
              <a:buChar char="-"/>
              <a:tabLst>
                <a:tab pos="571500" algn="l"/>
              </a:tabLst>
            </a:pP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Na</a:t>
            </a:r>
            <a:r>
              <a:rPr sz="1200" spc="-8" dirty="0">
                <a:solidFill>
                  <a:srgbClr val="4F4D69"/>
                </a:solidFill>
                <a:latin typeface="PMingLiU"/>
                <a:cs typeface="PMingLiU"/>
              </a:rPr>
              <a:t>p</a:t>
            </a: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s</a:t>
            </a:r>
            <a:r>
              <a:rPr sz="1050" spc="-8" dirty="0">
                <a:solidFill>
                  <a:srgbClr val="4F4D69"/>
                </a:solidFill>
                <a:latin typeface="PMingLiU"/>
                <a:cs typeface="PMingLiU"/>
              </a:rPr>
              <a:t>t</a:t>
            </a: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er</a:t>
            </a:r>
            <a:endParaRPr sz="1013">
              <a:latin typeface="Times New Roman"/>
              <a:cs typeface="Times New Roman"/>
            </a:endParaRPr>
          </a:p>
          <a:p>
            <a:pPr marL="565309" lvl="1" indent="-215741">
              <a:lnSpc>
                <a:spcPts val="1151"/>
              </a:lnSpc>
              <a:spcBef>
                <a:spcPts val="19"/>
              </a:spcBef>
              <a:buClr>
                <a:srgbClr val="4F4D69"/>
              </a:buClr>
              <a:buChar char="-"/>
              <a:tabLst>
                <a:tab pos="565309" algn="l"/>
              </a:tabLst>
            </a:pPr>
            <a:r>
              <a:rPr sz="1013" spc="8" dirty="0">
                <a:solidFill>
                  <a:srgbClr val="3F3B5D"/>
                </a:solidFill>
                <a:latin typeface="Times New Roman"/>
                <a:cs typeface="Times New Roman"/>
              </a:rPr>
              <a:t>Gnu</a:t>
            </a:r>
            <a:r>
              <a:rPr sz="1013" spc="8" dirty="0">
                <a:solidFill>
                  <a:srgbClr val="3F3B5D"/>
                </a:solidFill>
                <a:latin typeface="PMingLiU"/>
                <a:cs typeface="PMingLiU"/>
              </a:rPr>
              <a:t>t</a:t>
            </a:r>
            <a:r>
              <a:rPr sz="1013" spc="8" dirty="0">
                <a:solidFill>
                  <a:srgbClr val="3F3B5D"/>
                </a:solidFill>
                <a:latin typeface="Times New Roman"/>
                <a:cs typeface="Times New Roman"/>
              </a:rPr>
              <a:t>ella,</a:t>
            </a:r>
            <a:r>
              <a:rPr sz="1013" spc="64" dirty="0">
                <a:solidFill>
                  <a:srgbClr val="3F3B5D"/>
                </a:solidFill>
                <a:latin typeface="Times New Roman"/>
                <a:cs typeface="Times New Roman"/>
              </a:rPr>
              <a:t> </a:t>
            </a:r>
            <a:r>
              <a:rPr sz="1013" spc="8" dirty="0">
                <a:solidFill>
                  <a:srgbClr val="3F3B5D"/>
                </a:solidFill>
                <a:latin typeface="Times New Roman"/>
                <a:cs typeface="Times New Roman"/>
              </a:rPr>
              <a:t>Freene</a:t>
            </a:r>
            <a:r>
              <a:rPr sz="1013" spc="8" dirty="0">
                <a:solidFill>
                  <a:srgbClr val="3F3B5D"/>
                </a:solidFill>
                <a:latin typeface="PMingLiU"/>
                <a:cs typeface="PMingLiU"/>
              </a:rPr>
              <a:t>t,</a:t>
            </a:r>
            <a:r>
              <a:rPr sz="1013" spc="146" dirty="0">
                <a:solidFill>
                  <a:srgbClr val="3F3B5D"/>
                </a:solidFill>
                <a:latin typeface="PMingLiU"/>
                <a:cs typeface="PMingLiU"/>
              </a:rPr>
              <a:t> </a:t>
            </a:r>
            <a:r>
              <a:rPr sz="1013" spc="-8" dirty="0">
                <a:solidFill>
                  <a:srgbClr val="3F3B5D"/>
                </a:solidFill>
                <a:latin typeface="Times New Roman"/>
                <a:cs typeface="Times New Roman"/>
              </a:rPr>
              <a:t>L</a:t>
            </a:r>
            <a:r>
              <a:rPr sz="975" spc="-8" dirty="0">
                <a:solidFill>
                  <a:srgbClr val="3F3B5D"/>
                </a:solidFill>
                <a:latin typeface="PMingLiU"/>
                <a:cs typeface="PMingLiU"/>
              </a:rPr>
              <a:t>i</a:t>
            </a:r>
            <a:r>
              <a:rPr sz="1013" spc="-8" dirty="0">
                <a:solidFill>
                  <a:srgbClr val="3F3B5D"/>
                </a:solidFill>
                <a:latin typeface="Times New Roman"/>
                <a:cs typeface="Times New Roman"/>
              </a:rPr>
              <a:t>meW</a:t>
            </a:r>
            <a:r>
              <a:rPr sz="975" spc="-8" dirty="0">
                <a:solidFill>
                  <a:srgbClr val="3F3B5D"/>
                </a:solidFill>
                <a:latin typeface="PMingLiU"/>
                <a:cs typeface="PMingLiU"/>
              </a:rPr>
              <a:t>i</a:t>
            </a:r>
            <a:r>
              <a:rPr sz="1013" spc="-8" dirty="0">
                <a:solidFill>
                  <a:srgbClr val="3F3B5D"/>
                </a:solidFill>
                <a:latin typeface="Times New Roman"/>
                <a:cs typeface="Times New Roman"/>
              </a:rPr>
              <a:t>re</a:t>
            </a:r>
            <a:endParaRPr sz="1013">
              <a:latin typeface="Times New Roman"/>
              <a:cs typeface="Times New Roman"/>
            </a:endParaRPr>
          </a:p>
          <a:p>
            <a:pPr marL="574834" lvl="1" indent="-225266">
              <a:lnSpc>
                <a:spcPts val="1331"/>
              </a:lnSpc>
              <a:buClr>
                <a:srgbClr val="4F4D69"/>
              </a:buClr>
              <a:buChar char="-"/>
              <a:tabLst>
                <a:tab pos="574834" algn="l"/>
              </a:tabLst>
            </a:pPr>
            <a:r>
              <a:rPr sz="1013" dirty="0">
                <a:solidFill>
                  <a:srgbClr val="2A284F"/>
                </a:solidFill>
                <a:latin typeface="Times New Roman"/>
                <a:cs typeface="Times New Roman"/>
              </a:rPr>
              <a:t>K</a:t>
            </a:r>
            <a:r>
              <a:rPr sz="1013" dirty="0">
                <a:solidFill>
                  <a:srgbClr val="4F4D69"/>
                </a:solidFill>
                <a:latin typeface="Times New Roman"/>
                <a:cs typeface="Times New Roman"/>
              </a:rPr>
              <a:t>azaA,</a:t>
            </a:r>
            <a:r>
              <a:rPr sz="1013" spc="83" dirty="0">
                <a:solidFill>
                  <a:srgbClr val="4F4D69"/>
                </a:solidFill>
                <a:latin typeface="Times New Roman"/>
                <a:cs typeface="Times New Roman"/>
              </a:rPr>
              <a:t> </a:t>
            </a:r>
            <a:r>
              <a:rPr sz="1013" spc="-8" dirty="0">
                <a:solidFill>
                  <a:srgbClr val="2A284F"/>
                </a:solidFill>
                <a:latin typeface="Times New Roman"/>
                <a:cs typeface="Times New Roman"/>
              </a:rPr>
              <a:t>M</a:t>
            </a: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or</a:t>
            </a:r>
            <a:r>
              <a:rPr sz="1200" spc="-8" dirty="0">
                <a:solidFill>
                  <a:srgbClr val="4F4D69"/>
                </a:solidFill>
                <a:latin typeface="PMingLiU"/>
                <a:cs typeface="PMingLiU"/>
              </a:rPr>
              <a:t>p</a:t>
            </a:r>
            <a:r>
              <a:rPr sz="1013" spc="-8" dirty="0">
                <a:solidFill>
                  <a:srgbClr val="4F4D69"/>
                </a:solidFill>
                <a:latin typeface="Times New Roman"/>
                <a:cs typeface="Times New Roman"/>
              </a:rPr>
              <a:t>heus</a:t>
            </a:r>
            <a:endParaRPr sz="1013">
              <a:latin typeface="Times New Roman"/>
              <a:cs typeface="Times New Roman"/>
            </a:endParaRPr>
          </a:p>
          <a:p>
            <a:pPr marL="266224" indent="-256699">
              <a:lnSpc>
                <a:spcPts val="1620"/>
              </a:lnSpc>
              <a:buChar char="•"/>
              <a:tabLst>
                <a:tab pos="266224" algn="l"/>
              </a:tabLst>
            </a:pPr>
            <a:r>
              <a:rPr sz="1350" dirty="0">
                <a:solidFill>
                  <a:srgbClr val="5D1C1D"/>
                </a:solidFill>
                <a:latin typeface="Times New Roman"/>
                <a:cs typeface="Times New Roman"/>
              </a:rPr>
              <a:t>Ad-hoc</a:t>
            </a:r>
            <a:r>
              <a:rPr sz="1350" spc="165" dirty="0">
                <a:solidFill>
                  <a:srgbClr val="5D1C1D"/>
                </a:solidFill>
                <a:latin typeface="Times New Roman"/>
                <a:cs typeface="Times New Roman"/>
              </a:rPr>
              <a:t> </a:t>
            </a:r>
            <a:r>
              <a:rPr sz="1350" spc="26" dirty="0">
                <a:solidFill>
                  <a:srgbClr val="5D1C1D"/>
                </a:solidFill>
                <a:latin typeface="Times New Roman"/>
                <a:cs typeface="Times New Roman"/>
              </a:rPr>
              <a:t>ne</a:t>
            </a:r>
            <a:r>
              <a:rPr sz="1388" spc="26" dirty="0">
                <a:solidFill>
                  <a:srgbClr val="5D1C1D"/>
                </a:solidFill>
                <a:latin typeface="PMingLiU"/>
                <a:cs typeface="PMingLiU"/>
              </a:rPr>
              <a:t>t</a:t>
            </a:r>
            <a:r>
              <a:rPr sz="1350" spc="26" dirty="0">
                <a:solidFill>
                  <a:srgbClr val="5D1C1D"/>
                </a:solidFill>
                <a:latin typeface="Times New Roman"/>
                <a:cs typeface="Times New Roman"/>
              </a:rPr>
              <a:t>works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A4254-97E3-2AA6-9F0C-34B4D5193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2471" y="-27257"/>
            <a:ext cx="4759166" cy="1187344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100">
              <a:spcBef>
                <a:spcPts val="79"/>
              </a:spcBef>
            </a:pPr>
            <a:r>
              <a:rPr sz="3038" spc="90" dirty="0">
                <a:solidFill>
                  <a:srgbClr val="D63F16"/>
                </a:solidFill>
              </a:rPr>
              <a:t>F</a:t>
            </a:r>
            <a:r>
              <a:rPr sz="2663" spc="90" dirty="0">
                <a:solidFill>
                  <a:srgbClr val="D63F16"/>
                </a:solidFill>
                <a:latin typeface="PMingLiU"/>
                <a:cs typeface="PMingLiU"/>
              </a:rPr>
              <a:t>i</a:t>
            </a:r>
            <a:r>
              <a:rPr sz="3038" spc="90" dirty="0">
                <a:solidFill>
                  <a:srgbClr val="D63F16"/>
                </a:solidFill>
              </a:rPr>
              <a:t>le-</a:t>
            </a:r>
            <a:r>
              <a:rPr sz="3038" spc="109" dirty="0">
                <a:solidFill>
                  <a:srgbClr val="D63F16"/>
                </a:solidFill>
              </a:rPr>
              <a:t>shar</a:t>
            </a:r>
            <a:r>
              <a:rPr sz="2663" spc="109" dirty="0">
                <a:solidFill>
                  <a:srgbClr val="D63F16"/>
                </a:solidFill>
                <a:latin typeface="PMingLiU"/>
                <a:cs typeface="PMingLiU"/>
              </a:rPr>
              <a:t>i</a:t>
            </a:r>
            <a:r>
              <a:rPr sz="3038" spc="109" dirty="0">
                <a:solidFill>
                  <a:srgbClr val="D63F16"/>
                </a:solidFill>
              </a:rPr>
              <a:t>n</a:t>
            </a:r>
            <a:r>
              <a:rPr sz="3825" spc="109" dirty="0">
                <a:solidFill>
                  <a:srgbClr val="D63F16"/>
                </a:solidFill>
                <a:latin typeface="PMingLiU"/>
                <a:cs typeface="PMingLiU"/>
              </a:rPr>
              <a:t>g</a:t>
            </a:r>
            <a:r>
              <a:rPr sz="3825" spc="-217" dirty="0">
                <a:solidFill>
                  <a:srgbClr val="D63F16"/>
                </a:solidFill>
                <a:latin typeface="PMingLiU"/>
                <a:cs typeface="PMingLiU"/>
              </a:rPr>
              <a:t> </a:t>
            </a:r>
            <a:r>
              <a:rPr sz="3038" spc="64" dirty="0">
                <a:solidFill>
                  <a:srgbClr val="D63F16"/>
                </a:solidFill>
              </a:rPr>
              <a:t>vs.</a:t>
            </a:r>
            <a:r>
              <a:rPr sz="3038" spc="139" dirty="0">
                <a:solidFill>
                  <a:srgbClr val="D63F16"/>
                </a:solidFill>
              </a:rPr>
              <a:t> </a:t>
            </a:r>
            <a:r>
              <a:rPr sz="3038" spc="153" dirty="0">
                <a:solidFill>
                  <a:srgbClr val="D63F16"/>
                </a:solidFill>
              </a:rPr>
              <a:t>S</a:t>
            </a:r>
            <a:r>
              <a:rPr sz="3300" spc="150" dirty="0">
                <a:solidFill>
                  <a:srgbClr val="D63F16"/>
                </a:solidFill>
                <a:latin typeface="PMingLiU"/>
                <a:cs typeface="PMingLiU"/>
              </a:rPr>
              <a:t>t</a:t>
            </a:r>
            <a:r>
              <a:rPr sz="3038" spc="150" dirty="0">
                <a:solidFill>
                  <a:srgbClr val="D63F16"/>
                </a:solidFill>
              </a:rPr>
              <a:t>rea</a:t>
            </a:r>
            <a:r>
              <a:rPr sz="3038" spc="-153" dirty="0">
                <a:solidFill>
                  <a:srgbClr val="D63F16"/>
                </a:solidFill>
              </a:rPr>
              <a:t>m</a:t>
            </a:r>
            <a:r>
              <a:rPr sz="3488" spc="-2824" baseline="46594" dirty="0">
                <a:solidFill>
                  <a:srgbClr val="D63F16"/>
                </a:solidFill>
                <a:latin typeface="PMingLiU"/>
                <a:cs typeface="PMingLiU"/>
              </a:rPr>
              <a:t>．</a:t>
            </a:r>
            <a:r>
              <a:rPr sz="2663" spc="150" dirty="0">
                <a:solidFill>
                  <a:srgbClr val="D63F16"/>
                </a:solidFill>
                <a:latin typeface="PMingLiU"/>
                <a:cs typeface="PMingLiU"/>
              </a:rPr>
              <a:t>i</a:t>
            </a:r>
            <a:r>
              <a:rPr sz="3038" spc="150" dirty="0">
                <a:solidFill>
                  <a:srgbClr val="D63F16"/>
                </a:solidFill>
              </a:rPr>
              <a:t>n</a:t>
            </a:r>
            <a:r>
              <a:rPr sz="3825" spc="153" dirty="0">
                <a:solidFill>
                  <a:srgbClr val="D63F16"/>
                </a:solidFill>
                <a:latin typeface="PMingLiU"/>
                <a:cs typeface="PMingLiU"/>
              </a:rPr>
              <a:t>g</a:t>
            </a:r>
            <a:endParaRPr sz="382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0361" y="886588"/>
            <a:ext cx="5663088" cy="346774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67653" indent="-258128">
              <a:spcBef>
                <a:spcPts val="570"/>
              </a:spcBef>
              <a:buChar char="•"/>
              <a:tabLst>
                <a:tab pos="267653" algn="l"/>
              </a:tabLst>
            </a:pPr>
            <a:r>
              <a:rPr sz="1988" dirty="0">
                <a:solidFill>
                  <a:srgbClr val="0E0E0F"/>
                </a:solidFill>
                <a:latin typeface="Times New Roman"/>
                <a:cs typeface="Times New Roman"/>
              </a:rPr>
              <a:t>F</a:t>
            </a:r>
            <a:r>
              <a:rPr sz="2100" dirty="0">
                <a:solidFill>
                  <a:srgbClr val="0E0E0F"/>
                </a:solidFill>
                <a:latin typeface="PMingLiU"/>
                <a:cs typeface="PMingLiU"/>
              </a:rPr>
              <a:t>i</a:t>
            </a:r>
            <a:r>
              <a:rPr sz="1988" dirty="0">
                <a:solidFill>
                  <a:srgbClr val="0E0E0F"/>
                </a:solidFill>
                <a:latin typeface="Times New Roman"/>
                <a:cs typeface="Times New Roman"/>
              </a:rPr>
              <a:t>le-</a:t>
            </a:r>
            <a:r>
              <a:rPr sz="1988" spc="34" dirty="0">
                <a:solidFill>
                  <a:srgbClr val="0E0E0F"/>
                </a:solidFill>
                <a:latin typeface="Times New Roman"/>
                <a:cs typeface="Times New Roman"/>
              </a:rPr>
              <a:t>shar</a:t>
            </a:r>
            <a:r>
              <a:rPr sz="2100" spc="34" dirty="0">
                <a:solidFill>
                  <a:srgbClr val="0E0E0F"/>
                </a:solidFill>
                <a:latin typeface="PMingLiU"/>
                <a:cs typeface="PMingLiU"/>
              </a:rPr>
              <a:t>i</a:t>
            </a:r>
            <a:r>
              <a:rPr sz="1988" spc="34" dirty="0">
                <a:solidFill>
                  <a:srgbClr val="0E0E0F"/>
                </a:solidFill>
                <a:latin typeface="Times New Roman"/>
                <a:cs typeface="Times New Roman"/>
              </a:rPr>
              <a:t>n</a:t>
            </a:r>
            <a:r>
              <a:rPr sz="2363" spc="34" dirty="0">
                <a:solidFill>
                  <a:srgbClr val="0E0E0F"/>
                </a:solidFill>
                <a:latin typeface="PMingLiU"/>
                <a:cs typeface="PMingLiU"/>
              </a:rPr>
              <a:t>g</a:t>
            </a:r>
            <a:endParaRPr sz="2363">
              <a:latin typeface="PMingLiU"/>
              <a:cs typeface="PMingLiU"/>
            </a:endParaRPr>
          </a:p>
          <a:p>
            <a:pPr marL="570548" lvl="1" indent="-226695">
              <a:lnSpc>
                <a:spcPts val="2018"/>
              </a:lnSpc>
              <a:spcBef>
                <a:spcPts val="379"/>
              </a:spcBef>
              <a:buClr>
                <a:srgbClr val="6D698C"/>
              </a:buClr>
              <a:buChar char="-"/>
              <a:tabLst>
                <a:tab pos="570548" algn="l"/>
              </a:tabLst>
            </a:pP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Download</a:t>
            </a:r>
            <a:r>
              <a:rPr sz="1725" spc="199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he</a:t>
            </a:r>
            <a:r>
              <a:rPr sz="1725" spc="116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spc="41" dirty="0">
                <a:solidFill>
                  <a:srgbClr val="1F1A59"/>
                </a:solidFill>
                <a:latin typeface="Times New Roman"/>
                <a:cs typeface="Times New Roman"/>
              </a:rPr>
              <a:t>en</a:t>
            </a:r>
            <a:r>
              <a:rPr spc="41" dirty="0">
                <a:solidFill>
                  <a:srgbClr val="1F1A59"/>
                </a:solidFill>
                <a:latin typeface="PMingLiU"/>
                <a:cs typeface="PMingLiU"/>
              </a:rPr>
              <a:t>ti</a:t>
            </a:r>
            <a:r>
              <a:rPr sz="1725" spc="41" dirty="0">
                <a:solidFill>
                  <a:srgbClr val="1F1A59"/>
                </a:solidFill>
                <a:latin typeface="Times New Roman"/>
                <a:cs typeface="Times New Roman"/>
              </a:rPr>
              <a:t>re</a:t>
            </a:r>
            <a:r>
              <a:rPr sz="1725" spc="98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fi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le</a:t>
            </a:r>
            <a:r>
              <a:rPr sz="1725" spc="150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fi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rs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t,</a:t>
            </a:r>
            <a:r>
              <a:rPr spc="30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hen</a:t>
            </a:r>
            <a:r>
              <a:rPr sz="1725" spc="203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use</a:t>
            </a:r>
            <a:r>
              <a:rPr sz="1725" spc="105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pc="-19" dirty="0">
                <a:solidFill>
                  <a:srgbClr val="1F1A59"/>
                </a:solidFill>
                <a:latin typeface="PMingLiU"/>
                <a:cs typeface="PMingLiU"/>
              </a:rPr>
              <a:t>it</a:t>
            </a:r>
            <a:endParaRPr>
              <a:latin typeface="PMingLiU"/>
              <a:cs typeface="PMingLiU"/>
            </a:endParaRPr>
          </a:p>
          <a:p>
            <a:pPr marL="561023" lvl="1" indent="-224314">
              <a:lnSpc>
                <a:spcPts val="2734"/>
              </a:lnSpc>
              <a:buClr>
                <a:srgbClr val="0E0E0F"/>
              </a:buClr>
              <a:buChar char="-"/>
              <a:tabLst>
                <a:tab pos="561023" algn="l"/>
              </a:tabLst>
            </a:pPr>
            <a:r>
              <a:rPr sz="1725" spc="53" dirty="0">
                <a:solidFill>
                  <a:srgbClr val="1F1A59"/>
                </a:solidFill>
                <a:latin typeface="Times New Roman"/>
                <a:cs typeface="Times New Roman"/>
              </a:rPr>
              <a:t>Small</a:t>
            </a:r>
            <a:r>
              <a:rPr sz="1725" spc="64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fi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les</a:t>
            </a:r>
            <a:r>
              <a:rPr sz="1725" spc="64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(f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ew</a:t>
            </a:r>
            <a:r>
              <a:rPr sz="1725" spc="153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spc="38" dirty="0">
                <a:solidFill>
                  <a:srgbClr val="1F1A59"/>
                </a:solidFill>
                <a:latin typeface="Times New Roman"/>
                <a:cs typeface="Times New Roman"/>
              </a:rPr>
              <a:t>Mb</a:t>
            </a:r>
            <a:r>
              <a:rPr spc="38" dirty="0">
                <a:solidFill>
                  <a:srgbClr val="1F1A59"/>
                </a:solidFill>
                <a:latin typeface="PMingLiU"/>
                <a:cs typeface="PMingLiU"/>
              </a:rPr>
              <a:t>yt</a:t>
            </a:r>
            <a:r>
              <a:rPr sz="1725" spc="38" dirty="0">
                <a:solidFill>
                  <a:srgbClr val="1F1A59"/>
                </a:solidFill>
                <a:latin typeface="Times New Roman"/>
                <a:cs typeface="Times New Roman"/>
              </a:rPr>
              <a:t>es)</a:t>
            </a:r>
            <a:r>
              <a:rPr sz="1725" spc="-221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2625" spc="-1155" dirty="0">
                <a:solidFill>
                  <a:srgbClr val="807E85"/>
                </a:solidFill>
                <a:latin typeface="Segoe UI Symbol"/>
                <a:cs typeface="Segoe UI Symbol"/>
              </a:rPr>
              <a:t>□</a:t>
            </a:r>
            <a:r>
              <a:rPr sz="2625" spc="-146" dirty="0">
                <a:solidFill>
                  <a:srgbClr val="807E85"/>
                </a:solidFill>
                <a:latin typeface="Segoe UI Symbol"/>
                <a:cs typeface="Segoe UI Symbol"/>
              </a:rPr>
              <a:t> </a:t>
            </a:r>
            <a:r>
              <a:rPr sz="1725" spc="38" dirty="0">
                <a:solidFill>
                  <a:srgbClr val="1F1A59"/>
                </a:solidFill>
                <a:latin typeface="Times New Roman"/>
                <a:cs typeface="Times New Roman"/>
              </a:rPr>
              <a:t>shor</a:t>
            </a:r>
            <a:r>
              <a:rPr spc="38" dirty="0">
                <a:solidFill>
                  <a:srgbClr val="1F1A59"/>
                </a:solidFill>
                <a:latin typeface="PMingLiU"/>
                <a:cs typeface="PMingLiU"/>
              </a:rPr>
              <a:t>t</a:t>
            </a:r>
            <a:r>
              <a:rPr spc="-23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download</a:t>
            </a:r>
            <a:r>
              <a:rPr sz="1725" spc="184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1F1A59"/>
                </a:solidFill>
                <a:latin typeface="PMingLiU"/>
                <a:cs typeface="PMingLiU"/>
              </a:rPr>
              <a:t>ti</a:t>
            </a:r>
            <a:r>
              <a:rPr sz="1725" spc="-15" dirty="0">
                <a:solidFill>
                  <a:srgbClr val="1F1A59"/>
                </a:solidFill>
                <a:latin typeface="Times New Roman"/>
                <a:cs typeface="Times New Roman"/>
              </a:rPr>
              <a:t>me</a:t>
            </a:r>
            <a:endParaRPr sz="1725">
              <a:latin typeface="Times New Roman"/>
              <a:cs typeface="Times New Roman"/>
            </a:endParaRPr>
          </a:p>
          <a:p>
            <a:pPr marL="572929" lvl="1" indent="-229076">
              <a:lnSpc>
                <a:spcPts val="2828"/>
              </a:lnSpc>
              <a:buClr>
                <a:srgbClr val="6D698C"/>
              </a:buClr>
              <a:buChar char="-"/>
              <a:tabLst>
                <a:tab pos="572929" algn="l"/>
              </a:tabLst>
            </a:pPr>
            <a:r>
              <a:rPr sz="1725" spc="71" dirty="0">
                <a:solidFill>
                  <a:srgbClr val="1F1A59"/>
                </a:solidFill>
                <a:latin typeface="Times New Roman"/>
                <a:cs typeface="Times New Roman"/>
              </a:rPr>
              <a:t>A</a:t>
            </a:r>
            <a:r>
              <a:rPr sz="1725" spc="-90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fi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le</a:t>
            </a:r>
            <a:r>
              <a:rPr sz="1725" spc="98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s</a:t>
            </a:r>
            <a:r>
              <a:rPr sz="1725" spc="71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363162"/>
                </a:solidFill>
                <a:latin typeface="Times New Roman"/>
                <a:cs typeface="Times New Roman"/>
              </a:rPr>
              <a:t>s</a:t>
            </a:r>
            <a:r>
              <a:rPr dirty="0">
                <a:solidFill>
                  <a:srgbClr val="363162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363162"/>
                </a:solidFill>
                <a:latin typeface="Times New Roman"/>
                <a:cs typeface="Times New Roman"/>
              </a:rPr>
              <a:t>ored</a:t>
            </a:r>
            <a:r>
              <a:rPr sz="1725" spc="143" dirty="0">
                <a:solidFill>
                  <a:srgbClr val="363162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b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y</a:t>
            </a:r>
            <a:r>
              <a:rPr spc="45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sz="1725" spc="45" dirty="0">
                <a:solidFill>
                  <a:srgbClr val="1F1A59"/>
                </a:solidFill>
                <a:latin typeface="Times New Roman"/>
                <a:cs typeface="Times New Roman"/>
              </a:rPr>
              <a:t>one</a:t>
            </a:r>
            <a:r>
              <a:rPr sz="1725" spc="53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p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eer</a:t>
            </a:r>
            <a:r>
              <a:rPr sz="1725" spc="-153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2625" spc="217" dirty="0">
                <a:solidFill>
                  <a:srgbClr val="64626B"/>
                </a:solidFill>
                <a:latin typeface="Segoe UI Symbol"/>
                <a:cs typeface="Segoe UI Symbol"/>
              </a:rPr>
              <a:t>□</a:t>
            </a:r>
            <a:r>
              <a:rPr sz="1725" spc="-259" dirty="0">
                <a:solidFill>
                  <a:srgbClr val="1F1A59"/>
                </a:solidFill>
                <a:latin typeface="Times New Roman"/>
                <a:cs typeface="Times New Roman"/>
              </a:rPr>
              <a:t>on</a:t>
            </a:r>
            <a:r>
              <a:rPr sz="1725" spc="-255" dirty="0">
                <a:solidFill>
                  <a:srgbClr val="1F1A59"/>
                </a:solidFill>
                <a:latin typeface="Times New Roman"/>
                <a:cs typeface="Times New Roman"/>
              </a:rPr>
              <a:t>e</a:t>
            </a:r>
            <a:r>
              <a:rPr sz="1725" spc="53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connec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ti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on</a:t>
            </a:r>
            <a:endParaRPr sz="1725">
              <a:latin typeface="Times New Roman"/>
              <a:cs typeface="Times New Roman"/>
            </a:endParaRPr>
          </a:p>
          <a:p>
            <a:pPr marL="577215" lvl="1" indent="-233363">
              <a:lnSpc>
                <a:spcPts val="2426"/>
              </a:lnSpc>
              <a:buClr>
                <a:srgbClr val="1A163A"/>
              </a:buClr>
              <a:buChar char="-"/>
              <a:tabLst>
                <a:tab pos="577215" algn="l"/>
              </a:tabLst>
            </a:pPr>
            <a:r>
              <a:rPr sz="1725" spc="41" dirty="0">
                <a:solidFill>
                  <a:srgbClr val="1F1A59"/>
                </a:solidFill>
                <a:latin typeface="Times New Roman"/>
                <a:cs typeface="Times New Roman"/>
              </a:rPr>
              <a:t>No</a:t>
            </a:r>
            <a:r>
              <a:rPr sz="1725" spc="-38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pc="41" dirty="0">
                <a:solidFill>
                  <a:srgbClr val="1F1A59"/>
                </a:solidFill>
                <a:latin typeface="PMingLiU"/>
                <a:cs typeface="PMingLiU"/>
              </a:rPr>
              <a:t>timi</a:t>
            </a:r>
            <a:r>
              <a:rPr sz="1725" spc="41" dirty="0">
                <a:solidFill>
                  <a:srgbClr val="1F1A59"/>
                </a:solidFill>
                <a:latin typeface="Times New Roman"/>
                <a:cs typeface="Times New Roman"/>
              </a:rPr>
              <a:t>n</a:t>
            </a:r>
            <a:r>
              <a:rPr sz="2063" spc="41" dirty="0">
                <a:solidFill>
                  <a:srgbClr val="1F1A59"/>
                </a:solidFill>
                <a:latin typeface="PMingLiU"/>
                <a:cs typeface="PMingLiU"/>
              </a:rPr>
              <a:t>g</a:t>
            </a:r>
            <a:r>
              <a:rPr sz="2063" spc="-221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cons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t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ra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n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t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s</a:t>
            </a:r>
            <a:endParaRPr sz="1725">
              <a:latin typeface="Times New Roman"/>
              <a:cs typeface="Times New Roman"/>
            </a:endParaRPr>
          </a:p>
          <a:p>
            <a:pPr marL="262890" indent="-253365">
              <a:spcBef>
                <a:spcPts val="244"/>
              </a:spcBef>
              <a:buChar char="•"/>
              <a:tabLst>
                <a:tab pos="262890" algn="l"/>
              </a:tabLst>
            </a:pPr>
            <a:r>
              <a:rPr sz="1988" spc="49" dirty="0">
                <a:solidFill>
                  <a:srgbClr val="0E0E0F"/>
                </a:solidFill>
                <a:latin typeface="Times New Roman"/>
                <a:cs typeface="Times New Roman"/>
              </a:rPr>
              <a:t>S</a:t>
            </a:r>
            <a:r>
              <a:rPr spc="49" dirty="0">
                <a:solidFill>
                  <a:srgbClr val="0E0E0F"/>
                </a:solidFill>
                <a:latin typeface="PMingLiU"/>
                <a:cs typeface="PMingLiU"/>
              </a:rPr>
              <a:t>t</a:t>
            </a:r>
            <a:r>
              <a:rPr sz="1988" spc="49" dirty="0">
                <a:solidFill>
                  <a:srgbClr val="0E0E0F"/>
                </a:solidFill>
                <a:latin typeface="Times New Roman"/>
                <a:cs typeface="Times New Roman"/>
              </a:rPr>
              <a:t>ream</a:t>
            </a:r>
            <a:r>
              <a:rPr sz="2100" spc="49" dirty="0">
                <a:solidFill>
                  <a:srgbClr val="0E0E0F"/>
                </a:solidFill>
                <a:latin typeface="PMingLiU"/>
                <a:cs typeface="PMingLiU"/>
              </a:rPr>
              <a:t>i</a:t>
            </a:r>
            <a:r>
              <a:rPr sz="1988" spc="49" dirty="0">
                <a:solidFill>
                  <a:srgbClr val="0E0E0F"/>
                </a:solidFill>
                <a:latin typeface="Times New Roman"/>
                <a:cs typeface="Times New Roman"/>
              </a:rPr>
              <a:t>n</a:t>
            </a:r>
            <a:r>
              <a:rPr sz="2363" spc="49" dirty="0">
                <a:solidFill>
                  <a:srgbClr val="0E0E0F"/>
                </a:solidFill>
                <a:latin typeface="PMingLiU"/>
                <a:cs typeface="PMingLiU"/>
              </a:rPr>
              <a:t>g</a:t>
            </a:r>
            <a:endParaRPr sz="2363">
              <a:latin typeface="PMingLiU"/>
              <a:cs typeface="PMingLiU"/>
            </a:endParaRPr>
          </a:p>
          <a:p>
            <a:pPr marL="566261" lvl="1" indent="-229553">
              <a:lnSpc>
                <a:spcPts val="2306"/>
              </a:lnSpc>
              <a:spcBef>
                <a:spcPts val="116"/>
              </a:spcBef>
              <a:buClr>
                <a:srgbClr val="363162"/>
              </a:buClr>
              <a:buChar char="-"/>
              <a:tabLst>
                <a:tab pos="566261" algn="l"/>
              </a:tabLst>
            </a:pPr>
            <a:r>
              <a:rPr sz="1725" spc="34" dirty="0">
                <a:solidFill>
                  <a:srgbClr val="1F1A59"/>
                </a:solidFill>
                <a:latin typeface="Times New Roman"/>
                <a:cs typeface="Times New Roman"/>
              </a:rPr>
              <a:t>Consume</a:t>
            </a:r>
            <a:r>
              <a:rPr sz="1725" spc="105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F1A59"/>
                </a:solidFill>
                <a:latin typeface="PMingLiU"/>
                <a:cs typeface="PMingLiU"/>
              </a:rPr>
              <a:t>(p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la</a:t>
            </a:r>
            <a:r>
              <a:rPr sz="2063" dirty="0">
                <a:solidFill>
                  <a:srgbClr val="1F1A59"/>
                </a:solidFill>
                <a:latin typeface="PMingLiU"/>
                <a:cs typeface="PMingLiU"/>
              </a:rPr>
              <a:t>y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back)</a:t>
            </a:r>
            <a:r>
              <a:rPr sz="1725" spc="75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spc="41" dirty="0">
                <a:solidFill>
                  <a:srgbClr val="1F1A59"/>
                </a:solidFill>
                <a:latin typeface="Times New Roman"/>
                <a:cs typeface="Times New Roman"/>
              </a:rPr>
              <a:t>as</a:t>
            </a:r>
            <a:r>
              <a:rPr sz="1725" spc="101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2063" dirty="0">
                <a:solidFill>
                  <a:srgbClr val="1F1A59"/>
                </a:solidFill>
                <a:latin typeface="PMingLiU"/>
                <a:cs typeface="PMingLiU"/>
              </a:rPr>
              <a:t>y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ou</a:t>
            </a:r>
            <a:r>
              <a:rPr sz="1725" spc="53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download</a:t>
            </a:r>
            <a:endParaRPr sz="1725">
              <a:latin typeface="Times New Roman"/>
              <a:cs typeface="Times New Roman"/>
            </a:endParaRPr>
          </a:p>
          <a:p>
            <a:pPr marL="570071" lvl="1" indent="-226219">
              <a:lnSpc>
                <a:spcPts val="2708"/>
              </a:lnSpc>
              <a:buClr>
                <a:srgbClr val="0E0E0F"/>
              </a:buClr>
              <a:buChar char="-"/>
              <a:tabLst>
                <a:tab pos="570071" algn="l"/>
              </a:tabLst>
            </a:pP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Lar</a:t>
            </a:r>
            <a:r>
              <a:rPr sz="2063" dirty="0">
                <a:solidFill>
                  <a:srgbClr val="1F1A59"/>
                </a:solidFill>
                <a:latin typeface="PMingLiU"/>
                <a:cs typeface="PMingLiU"/>
              </a:rPr>
              <a:t>g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e</a:t>
            </a:r>
            <a:r>
              <a:rPr sz="1725" spc="135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fi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les</a:t>
            </a:r>
            <a:r>
              <a:rPr sz="1725" spc="195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F1A59"/>
                </a:solidFill>
                <a:latin typeface="PMingLiU"/>
                <a:cs typeface="PMingLiU"/>
              </a:rPr>
              <a:t>(f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ew</a:t>
            </a:r>
            <a:r>
              <a:rPr sz="1725" spc="176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Gb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yt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es)</a:t>
            </a:r>
            <a:r>
              <a:rPr sz="1725" spc="-135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2625" spc="-1155" dirty="0">
                <a:solidFill>
                  <a:srgbClr val="64626B"/>
                </a:solidFill>
                <a:latin typeface="Segoe UI Symbol"/>
                <a:cs typeface="Segoe UI Symbol"/>
              </a:rPr>
              <a:t>□</a:t>
            </a:r>
            <a:r>
              <a:rPr sz="2625" spc="-101" dirty="0">
                <a:solidFill>
                  <a:srgbClr val="64626B"/>
                </a:solidFill>
                <a:latin typeface="Segoe UI Symbol"/>
                <a:cs typeface="Segoe UI Symbol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lon</a:t>
            </a:r>
            <a:r>
              <a:rPr sz="2063" dirty="0">
                <a:solidFill>
                  <a:srgbClr val="1F1A59"/>
                </a:solidFill>
                <a:latin typeface="PMingLiU"/>
                <a:cs typeface="PMingLiU"/>
              </a:rPr>
              <a:t>g</a:t>
            </a:r>
            <a:r>
              <a:rPr sz="2063" spc="-127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download</a:t>
            </a:r>
            <a:r>
              <a:rPr sz="1725" spc="259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1F1A59"/>
                </a:solidFill>
                <a:latin typeface="PMingLiU"/>
                <a:cs typeface="PMingLiU"/>
              </a:rPr>
              <a:t>ti</a:t>
            </a:r>
            <a:r>
              <a:rPr sz="1725" spc="-15" dirty="0">
                <a:solidFill>
                  <a:srgbClr val="1F1A59"/>
                </a:solidFill>
                <a:latin typeface="Times New Roman"/>
                <a:cs typeface="Times New Roman"/>
              </a:rPr>
              <a:t>me</a:t>
            </a:r>
            <a:endParaRPr sz="1725">
              <a:latin typeface="Times New Roman"/>
              <a:cs typeface="Times New Roman"/>
            </a:endParaRPr>
          </a:p>
          <a:p>
            <a:pPr marL="572929" lvl="1" indent="-229076">
              <a:lnSpc>
                <a:spcPts val="2828"/>
              </a:lnSpc>
              <a:buClr>
                <a:srgbClr val="6D698C"/>
              </a:buClr>
              <a:buChar char="-"/>
              <a:tabLst>
                <a:tab pos="572929" algn="l"/>
                <a:tab pos="3135630" algn="l"/>
              </a:tabLst>
            </a:pPr>
            <a:r>
              <a:rPr sz="1725" spc="71" dirty="0">
                <a:solidFill>
                  <a:srgbClr val="1F1A59"/>
                </a:solidFill>
                <a:latin typeface="Times New Roman"/>
                <a:cs typeface="Times New Roman"/>
              </a:rPr>
              <a:t>A</a:t>
            </a:r>
            <a:r>
              <a:rPr sz="1725" spc="-86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fi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le</a:t>
            </a:r>
            <a:r>
              <a:rPr sz="1725" spc="101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s</a:t>
            </a:r>
            <a:r>
              <a:rPr sz="1725" spc="79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s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ored</a:t>
            </a:r>
            <a:r>
              <a:rPr sz="1725" spc="150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b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y</a:t>
            </a:r>
            <a:r>
              <a:rPr spc="105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mul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tip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le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	</a:t>
            </a:r>
            <a:r>
              <a:rPr spc="-53" dirty="0">
                <a:solidFill>
                  <a:srgbClr val="1F1A59"/>
                </a:solidFill>
                <a:latin typeface="PMingLiU"/>
                <a:cs typeface="PMingLiU"/>
              </a:rPr>
              <a:t>p</a:t>
            </a:r>
            <a:r>
              <a:rPr sz="1725" spc="-53" dirty="0">
                <a:solidFill>
                  <a:srgbClr val="1F1A59"/>
                </a:solidFill>
                <a:latin typeface="Times New Roman"/>
                <a:cs typeface="Times New Roman"/>
              </a:rPr>
              <a:t>ee</a:t>
            </a:r>
            <a:r>
              <a:rPr sz="1725" spc="-49" dirty="0">
                <a:solidFill>
                  <a:srgbClr val="1F1A59"/>
                </a:solidFill>
                <a:latin typeface="Times New Roman"/>
                <a:cs typeface="Times New Roman"/>
              </a:rPr>
              <a:t>r</a:t>
            </a:r>
            <a:r>
              <a:rPr sz="1725" spc="139" dirty="0">
                <a:solidFill>
                  <a:srgbClr val="1F1A59"/>
                </a:solidFill>
                <a:latin typeface="Times New Roman"/>
                <a:cs typeface="Times New Roman"/>
              </a:rPr>
              <a:t>s</a:t>
            </a:r>
            <a:r>
              <a:rPr sz="2625" spc="398" dirty="0">
                <a:solidFill>
                  <a:srgbClr val="64626B"/>
                </a:solidFill>
                <a:latin typeface="Segoe UI Symbol"/>
                <a:cs typeface="Segoe UI Symbol"/>
              </a:rPr>
              <a:t>□</a:t>
            </a:r>
            <a:r>
              <a:rPr sz="1725" spc="-53" dirty="0">
                <a:solidFill>
                  <a:srgbClr val="363162"/>
                </a:solidFill>
                <a:latin typeface="Times New Roman"/>
                <a:cs typeface="Times New Roman"/>
              </a:rPr>
              <a:t>severa</a:t>
            </a:r>
            <a:r>
              <a:rPr sz="1725" spc="-49" dirty="0">
                <a:solidFill>
                  <a:srgbClr val="363162"/>
                </a:solidFill>
                <a:latin typeface="Times New Roman"/>
                <a:cs typeface="Times New Roman"/>
              </a:rPr>
              <a:t>l</a:t>
            </a:r>
            <a:r>
              <a:rPr sz="1725" spc="-98" dirty="0">
                <a:solidFill>
                  <a:srgbClr val="363162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connec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ti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ons</a:t>
            </a:r>
            <a:endParaRPr sz="1725">
              <a:latin typeface="Times New Roman"/>
              <a:cs typeface="Times New Roman"/>
            </a:endParaRPr>
          </a:p>
          <a:p>
            <a:pPr marL="567690" lvl="1" indent="-223838">
              <a:lnSpc>
                <a:spcPts val="2426"/>
              </a:lnSpc>
              <a:buClr>
                <a:srgbClr val="1A163A"/>
              </a:buClr>
              <a:buChar char="-"/>
              <a:tabLst>
                <a:tab pos="567690" algn="l"/>
              </a:tabLst>
            </a:pP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T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m</a:t>
            </a:r>
            <a:r>
              <a:rPr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F1A59"/>
                </a:solidFill>
                <a:latin typeface="Times New Roman"/>
                <a:cs typeface="Times New Roman"/>
              </a:rPr>
              <a:t>n</a:t>
            </a:r>
            <a:r>
              <a:rPr sz="2063" dirty="0">
                <a:solidFill>
                  <a:srgbClr val="1F1A59"/>
                </a:solidFill>
                <a:latin typeface="PMingLiU"/>
                <a:cs typeface="PMingLiU"/>
              </a:rPr>
              <a:t>g</a:t>
            </a:r>
            <a:r>
              <a:rPr sz="2063" spc="-143" dirty="0">
                <a:solidFill>
                  <a:srgbClr val="1F1A59"/>
                </a:solidFill>
                <a:latin typeface="PMingLiU"/>
                <a:cs typeface="PMingLiU"/>
              </a:rPr>
              <a:t> </a:t>
            </a:r>
            <a:r>
              <a:rPr spc="53"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spc="53" dirty="0">
                <a:solidFill>
                  <a:srgbClr val="1F1A59"/>
                </a:solidFill>
                <a:latin typeface="Times New Roman"/>
                <a:cs typeface="Times New Roman"/>
              </a:rPr>
              <a:t>s</a:t>
            </a:r>
            <a:r>
              <a:rPr sz="1725" spc="86" dirty="0">
                <a:solidFill>
                  <a:srgbClr val="1F1A59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cruc</a:t>
            </a:r>
            <a:r>
              <a:rPr spc="-8" dirty="0">
                <a:solidFill>
                  <a:srgbClr val="1F1A59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F1A59"/>
                </a:solidFill>
                <a:latin typeface="Times New Roman"/>
                <a:cs typeface="Times New Roman"/>
              </a:rPr>
              <a:t>al</a:t>
            </a:r>
            <a:endParaRPr sz="1725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219AD5-6DFF-20B8-1475-DDAA0FA7E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551" y="-289979"/>
            <a:ext cx="5916217" cy="1131818"/>
          </a:xfrm>
          <a:prstGeom prst="rect">
            <a:avLst/>
          </a:prstGeom>
        </p:spPr>
        <p:txBody>
          <a:bodyPr vert="horz" wrap="square" lIns="0" tIns="50930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50069">
              <a:spcBef>
                <a:spcPts val="79"/>
              </a:spcBef>
            </a:pPr>
            <a:r>
              <a:rPr sz="3188" dirty="0"/>
              <a:t>Exam</a:t>
            </a:r>
            <a:r>
              <a:rPr sz="4013" dirty="0">
                <a:latin typeface="PMingLiU"/>
                <a:cs typeface="PMingLiU"/>
              </a:rPr>
              <a:t>p</a:t>
            </a:r>
            <a:r>
              <a:rPr sz="3188" dirty="0"/>
              <a:t>le</a:t>
            </a:r>
            <a:r>
              <a:rPr sz="3188" spc="19" dirty="0"/>
              <a:t> </a:t>
            </a:r>
            <a:r>
              <a:rPr sz="3488" spc="-285" dirty="0">
                <a:latin typeface="Times New Roman"/>
                <a:cs typeface="Times New Roman"/>
              </a:rPr>
              <a:t>P2P</a:t>
            </a:r>
            <a:r>
              <a:rPr sz="3488" spc="229" dirty="0">
                <a:latin typeface="Times New Roman"/>
                <a:cs typeface="Times New Roman"/>
              </a:rPr>
              <a:t> </a:t>
            </a:r>
            <a:r>
              <a:rPr sz="3038" spc="-19" dirty="0"/>
              <a:t>A</a:t>
            </a:r>
            <a:r>
              <a:rPr sz="4013" spc="-19" dirty="0">
                <a:latin typeface="PMingLiU"/>
                <a:cs typeface="PMingLiU"/>
              </a:rPr>
              <a:t>pp</a:t>
            </a:r>
            <a:r>
              <a:rPr sz="3188" spc="-19" dirty="0"/>
              <a:t>l</a:t>
            </a:r>
            <a:r>
              <a:rPr sz="3225" spc="-19" dirty="0">
                <a:latin typeface="PMingLiU"/>
                <a:cs typeface="PMingLiU"/>
              </a:rPr>
              <a:t>i</a:t>
            </a:r>
            <a:r>
              <a:rPr sz="3188" spc="-19" dirty="0"/>
              <a:t>ca</a:t>
            </a:r>
            <a:r>
              <a:rPr sz="3225" spc="-19" dirty="0">
                <a:latin typeface="PMingLiU"/>
                <a:cs typeface="PMingLiU"/>
              </a:rPr>
              <a:t>ti</a:t>
            </a:r>
            <a:r>
              <a:rPr sz="3188" spc="-19" dirty="0"/>
              <a:t>ons</a:t>
            </a:r>
            <a:endParaRPr sz="3188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977" y="1429049"/>
            <a:ext cx="5510688" cy="336396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57651" indent="-248126">
              <a:spcBef>
                <a:spcPts val="79"/>
              </a:spcBef>
              <a:buChar char="•"/>
              <a:tabLst>
                <a:tab pos="257651" algn="l"/>
              </a:tabLst>
            </a:pPr>
            <a:r>
              <a:rPr sz="1988" spc="79" dirty="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sz="1988" spc="26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2138" spc="41" dirty="0">
                <a:solidFill>
                  <a:srgbClr val="131313"/>
                </a:solidFill>
                <a:latin typeface="PMingLiU"/>
                <a:cs typeface="PMingLiU"/>
              </a:rPr>
              <a:t>f</a:t>
            </a:r>
            <a:r>
              <a:rPr sz="1988" spc="41" dirty="0">
                <a:solidFill>
                  <a:srgbClr val="131313"/>
                </a:solidFill>
                <a:latin typeface="Times New Roman"/>
                <a:cs typeface="Times New Roman"/>
              </a:rPr>
              <a:t>ollow</a:t>
            </a:r>
            <a:r>
              <a:rPr sz="2138" spc="41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988" spc="41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2400" spc="41" dirty="0">
                <a:solidFill>
                  <a:srgbClr val="131313"/>
                </a:solidFill>
                <a:latin typeface="PMingLiU"/>
                <a:cs typeface="PMingLiU"/>
              </a:rPr>
              <a:t>g</a:t>
            </a:r>
            <a:r>
              <a:rPr sz="2400" spc="-180" dirty="0">
                <a:solidFill>
                  <a:srgbClr val="131313"/>
                </a:solidFill>
                <a:latin typeface="PMingLiU"/>
                <a:cs typeface="PMingLiU"/>
              </a:rPr>
              <a:t> </a:t>
            </a:r>
            <a:r>
              <a:rPr sz="1988" spc="38" dirty="0">
                <a:solidFill>
                  <a:srgbClr val="131313"/>
                </a:solidFill>
                <a:latin typeface="Times New Roman"/>
                <a:cs typeface="Times New Roman"/>
              </a:rPr>
              <a:t>areas</a:t>
            </a:r>
            <a:r>
              <a:rPr sz="1988" spc="19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988" spc="60" dirty="0">
                <a:solidFill>
                  <a:srgbClr val="131313"/>
                </a:solidFill>
                <a:latin typeface="Times New Roman"/>
                <a:cs typeface="Times New Roman"/>
              </a:rPr>
              <a:t>are</a:t>
            </a:r>
            <a:r>
              <a:rPr sz="1988" spc="-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988" spc="41" dirty="0">
                <a:solidFill>
                  <a:srgbClr val="131313"/>
                </a:solidFill>
                <a:latin typeface="Times New Roman"/>
                <a:cs typeface="Times New Roman"/>
              </a:rPr>
              <a:t>de</a:t>
            </a:r>
            <a:r>
              <a:rPr sz="2025" spc="41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988" spc="41" dirty="0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sz="2138" spc="41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988" spc="41" dirty="0">
                <a:solidFill>
                  <a:srgbClr val="131313"/>
                </a:solidFill>
                <a:latin typeface="Times New Roman"/>
                <a:cs typeface="Times New Roman"/>
              </a:rPr>
              <a:t>led</a:t>
            </a:r>
            <a:r>
              <a:rPr sz="1988" spc="12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2138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988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988" spc="127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2025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988" dirty="0">
                <a:solidFill>
                  <a:srgbClr val="131313"/>
                </a:solidFill>
                <a:latin typeface="Times New Roman"/>
                <a:cs typeface="Times New Roman"/>
              </a:rPr>
              <a:t>he</a:t>
            </a:r>
            <a:r>
              <a:rPr sz="1988" spc="53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2138" spc="34" dirty="0">
                <a:solidFill>
                  <a:srgbClr val="131313"/>
                </a:solidFill>
                <a:latin typeface="PMingLiU"/>
                <a:cs typeface="PMingLiU"/>
              </a:rPr>
              <a:t>f</a:t>
            </a:r>
            <a:r>
              <a:rPr sz="1988" spc="34" dirty="0">
                <a:solidFill>
                  <a:srgbClr val="131313"/>
                </a:solidFill>
                <a:latin typeface="Times New Roman"/>
                <a:cs typeface="Times New Roman"/>
              </a:rPr>
              <a:t>ollow</a:t>
            </a:r>
            <a:r>
              <a:rPr sz="2138" spc="34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988" spc="34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2400" spc="34" dirty="0">
                <a:solidFill>
                  <a:srgbClr val="131313"/>
                </a:solidFill>
                <a:latin typeface="PMingLiU"/>
                <a:cs typeface="PMingLiU"/>
              </a:rPr>
              <a:t>g</a:t>
            </a:r>
            <a:endParaRPr sz="2400">
              <a:latin typeface="PMingLiU"/>
              <a:cs typeface="PMingLiU"/>
            </a:endParaRPr>
          </a:p>
          <a:p>
            <a:pPr marL="259556">
              <a:spcBef>
                <a:spcPts val="75"/>
              </a:spcBef>
            </a:pPr>
            <a:r>
              <a:rPr sz="1988" spc="64" dirty="0">
                <a:solidFill>
                  <a:srgbClr val="131313"/>
                </a:solidFill>
                <a:latin typeface="Times New Roman"/>
                <a:cs typeface="Times New Roman"/>
              </a:rPr>
              <a:t>s</a:t>
            </a:r>
            <a:r>
              <a:rPr sz="1988" spc="64" dirty="0">
                <a:solidFill>
                  <a:srgbClr val="131313"/>
                </a:solidFill>
                <a:latin typeface="PMingLiU"/>
                <a:cs typeface="PMingLiU"/>
              </a:rPr>
              <a:t>li</a:t>
            </a:r>
            <a:r>
              <a:rPr sz="1988" spc="64" dirty="0">
                <a:solidFill>
                  <a:srgbClr val="131313"/>
                </a:solidFill>
                <a:latin typeface="Times New Roman"/>
                <a:cs typeface="Times New Roman"/>
              </a:rPr>
              <a:t>des:</a:t>
            </a:r>
            <a:endParaRPr sz="1988">
              <a:latin typeface="Times New Roman"/>
              <a:cs typeface="Times New Roman"/>
            </a:endParaRPr>
          </a:p>
          <a:p>
            <a:pPr marL="329565">
              <a:spcBef>
                <a:spcPts val="244"/>
              </a:spcBef>
            </a:pPr>
            <a:r>
              <a:rPr sz="1950" dirty="0">
                <a:solidFill>
                  <a:srgbClr val="181334"/>
                </a:solidFill>
                <a:latin typeface="PMingLiU"/>
                <a:cs typeface="PMingLiU"/>
              </a:rPr>
              <a:t>—</a:t>
            </a: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Ins</a:t>
            </a:r>
            <a:r>
              <a:rPr sz="1725" dirty="0">
                <a:solidFill>
                  <a:srgbClr val="1C1A59"/>
                </a:solidFill>
                <a:latin typeface="PMingLiU"/>
                <a:cs typeface="PMingLiU"/>
              </a:rPr>
              <a:t>t</a:t>
            </a: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an</a:t>
            </a:r>
            <a:r>
              <a:rPr sz="1725" dirty="0">
                <a:solidFill>
                  <a:srgbClr val="1C1A59"/>
                </a:solidFill>
                <a:latin typeface="PMingLiU"/>
                <a:cs typeface="PMingLiU"/>
              </a:rPr>
              <a:t>t</a:t>
            </a:r>
            <a:r>
              <a:rPr sz="1725" spc="86" dirty="0">
                <a:solidFill>
                  <a:srgbClr val="1C1A59"/>
                </a:solidFill>
                <a:latin typeface="PMingLiU"/>
                <a:cs typeface="PMingLiU"/>
              </a:rPr>
              <a:t> 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Messa</a:t>
            </a:r>
            <a:r>
              <a:rPr sz="2063" spc="-8" dirty="0">
                <a:solidFill>
                  <a:srgbClr val="1C1A59"/>
                </a:solidFill>
                <a:latin typeface="PMingLiU"/>
                <a:cs typeface="PMingLiU"/>
              </a:rPr>
              <a:t>gi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n</a:t>
            </a:r>
            <a:r>
              <a:rPr sz="2063" spc="-8" dirty="0">
                <a:solidFill>
                  <a:srgbClr val="1C1A59"/>
                </a:solidFill>
                <a:latin typeface="PMingLiU"/>
                <a:cs typeface="PMingLiU"/>
              </a:rPr>
              <a:t>g</a:t>
            </a:r>
            <a:endParaRPr sz="2063">
              <a:latin typeface="PMingLiU"/>
              <a:cs typeface="PMingLiU"/>
            </a:endParaRPr>
          </a:p>
          <a:p>
            <a:pPr marL="564356" lvl="1" indent="-227648">
              <a:spcBef>
                <a:spcPts val="68"/>
              </a:spcBef>
              <a:buClr>
                <a:srgbClr val="181334"/>
              </a:buClr>
              <a:buChar char="-"/>
              <a:tabLst>
                <a:tab pos="564356" algn="l"/>
              </a:tabLst>
            </a:pP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F</a:t>
            </a:r>
            <a:r>
              <a:rPr sz="1838" dirty="0">
                <a:solidFill>
                  <a:srgbClr val="1C1A59"/>
                </a:solidFill>
                <a:latin typeface="PMingLiU"/>
                <a:cs typeface="PMingLiU"/>
              </a:rPr>
              <a:t>i</a:t>
            </a: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le</a:t>
            </a:r>
            <a:r>
              <a:rPr sz="1725" spc="113" dirty="0">
                <a:solidFill>
                  <a:srgbClr val="1C1A59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exchan</a:t>
            </a:r>
            <a:r>
              <a:rPr sz="2063" spc="-8" dirty="0">
                <a:solidFill>
                  <a:srgbClr val="1C1A59"/>
                </a:solidFill>
                <a:latin typeface="PMingLiU"/>
                <a:cs typeface="PMingLiU"/>
              </a:rPr>
              <a:t>g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e</a:t>
            </a:r>
            <a:endParaRPr sz="1725">
              <a:latin typeface="Times New Roman"/>
              <a:cs typeface="Times New Roman"/>
            </a:endParaRPr>
          </a:p>
          <a:p>
            <a:pPr marL="559594" lvl="1" indent="-222885">
              <a:spcBef>
                <a:spcPts val="386"/>
              </a:spcBef>
              <a:buClr>
                <a:srgbClr val="6B697B"/>
              </a:buClr>
              <a:buChar char="-"/>
              <a:tabLst>
                <a:tab pos="559594" algn="l"/>
              </a:tabLst>
            </a:pP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Collabora</a:t>
            </a:r>
            <a:r>
              <a:rPr spc="-8" dirty="0">
                <a:solidFill>
                  <a:srgbClr val="1C1A59"/>
                </a:solidFill>
                <a:latin typeface="PMingLiU"/>
                <a:cs typeface="PMingLiU"/>
              </a:rPr>
              <a:t>ti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on</a:t>
            </a:r>
            <a:endParaRPr sz="1725">
              <a:latin typeface="Times New Roman"/>
              <a:cs typeface="Times New Roman"/>
            </a:endParaRPr>
          </a:p>
          <a:p>
            <a:pPr marL="564356" lvl="1" indent="-227648">
              <a:spcBef>
                <a:spcPts val="229"/>
              </a:spcBef>
              <a:buClr>
                <a:srgbClr val="6B697B"/>
              </a:buClr>
              <a:buChar char="-"/>
              <a:tabLst>
                <a:tab pos="564356" algn="l"/>
              </a:tabLst>
            </a:pPr>
            <a:r>
              <a:rPr sz="1725" spc="45" dirty="0">
                <a:solidFill>
                  <a:srgbClr val="1C1A59"/>
                </a:solidFill>
                <a:latin typeface="Times New Roman"/>
                <a:cs typeface="Times New Roman"/>
              </a:rPr>
              <a:t>MIPS</a:t>
            </a: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 </a:t>
            </a:r>
            <a:r>
              <a:rPr sz="1725" spc="30" dirty="0">
                <a:solidFill>
                  <a:srgbClr val="3B3666"/>
                </a:solidFill>
                <a:latin typeface="Times New Roman"/>
                <a:cs typeface="Times New Roman"/>
              </a:rPr>
              <a:t>s</a:t>
            </a:r>
            <a:r>
              <a:rPr sz="1725" spc="30" dirty="0">
                <a:solidFill>
                  <a:srgbClr val="1C1A59"/>
                </a:solidFill>
                <a:latin typeface="Times New Roman"/>
                <a:cs typeface="Times New Roman"/>
              </a:rPr>
              <a:t>ha</a:t>
            </a:r>
            <a:r>
              <a:rPr spc="30" dirty="0">
                <a:solidFill>
                  <a:srgbClr val="1C1A59"/>
                </a:solidFill>
                <a:latin typeface="PMingLiU"/>
                <a:cs typeface="PMingLiU"/>
              </a:rPr>
              <a:t>ri</a:t>
            </a:r>
            <a:r>
              <a:rPr sz="1725" spc="30" dirty="0">
                <a:solidFill>
                  <a:srgbClr val="1C1A59"/>
                </a:solidFill>
                <a:latin typeface="Times New Roman"/>
                <a:cs typeface="Times New Roman"/>
              </a:rPr>
              <a:t>n</a:t>
            </a:r>
            <a:r>
              <a:rPr sz="2063" spc="30" dirty="0">
                <a:solidFill>
                  <a:srgbClr val="1C1A59"/>
                </a:solidFill>
                <a:latin typeface="PMingLiU"/>
                <a:cs typeface="PMingLiU"/>
              </a:rPr>
              <a:t>g</a:t>
            </a:r>
            <a:endParaRPr sz="2063">
              <a:latin typeface="PMingLiU"/>
              <a:cs typeface="PMingLiU"/>
            </a:endParaRPr>
          </a:p>
          <a:p>
            <a:pPr marL="563404" lvl="1" indent="-226695">
              <a:spcBef>
                <a:spcPts val="124"/>
              </a:spcBef>
              <a:buClr>
                <a:srgbClr val="6B697B"/>
              </a:buClr>
              <a:buChar char="-"/>
              <a:tabLst>
                <a:tab pos="563404" algn="l"/>
              </a:tabLst>
            </a:pP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Looku</a:t>
            </a:r>
            <a:r>
              <a:rPr sz="2063" dirty="0">
                <a:solidFill>
                  <a:srgbClr val="1C1A59"/>
                </a:solidFill>
                <a:latin typeface="PMingLiU"/>
                <a:cs typeface="PMingLiU"/>
              </a:rPr>
              <a:t>p</a:t>
            </a:r>
            <a:r>
              <a:rPr sz="2063" spc="38" dirty="0">
                <a:solidFill>
                  <a:srgbClr val="1C1A59"/>
                </a:solidFill>
                <a:latin typeface="PMingLiU"/>
                <a:cs typeface="PMingLiU"/>
              </a:rPr>
              <a:t> 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serv</a:t>
            </a:r>
            <a:r>
              <a:rPr spc="-8" dirty="0">
                <a:solidFill>
                  <a:srgbClr val="1C1A59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ce</a:t>
            </a:r>
            <a:r>
              <a:rPr sz="1725" spc="-8" dirty="0">
                <a:solidFill>
                  <a:srgbClr val="3B3666"/>
                </a:solidFill>
                <a:latin typeface="Times New Roman"/>
                <a:cs typeface="Times New Roman"/>
              </a:rPr>
              <a:t>s</a:t>
            </a:r>
            <a:endParaRPr sz="1725">
              <a:latin typeface="Times New Roman"/>
              <a:cs typeface="Times New Roman"/>
            </a:endParaRPr>
          </a:p>
          <a:p>
            <a:pPr marL="564356" lvl="1" indent="-227648">
              <a:spcBef>
                <a:spcPts val="382"/>
              </a:spcBef>
              <a:buChar char="-"/>
              <a:tabLst>
                <a:tab pos="564356" algn="l"/>
              </a:tabLst>
            </a:pP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Mob</a:t>
            </a:r>
            <a:r>
              <a:rPr dirty="0">
                <a:solidFill>
                  <a:srgbClr val="1C1A59"/>
                </a:solidFill>
                <a:latin typeface="PMingLiU"/>
                <a:cs typeface="PMingLiU"/>
              </a:rPr>
              <a:t>il</a:t>
            </a: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e</a:t>
            </a:r>
            <a:r>
              <a:rPr sz="1725" spc="135" dirty="0">
                <a:solidFill>
                  <a:srgbClr val="1C1A59"/>
                </a:solidFill>
                <a:latin typeface="Times New Roman"/>
                <a:cs typeface="Times New Roman"/>
              </a:rPr>
              <a:t> </a:t>
            </a:r>
            <a:r>
              <a:rPr sz="1725" spc="38" dirty="0">
                <a:solidFill>
                  <a:srgbClr val="1C1A59"/>
                </a:solidFill>
                <a:latin typeface="Times New Roman"/>
                <a:cs typeface="Times New Roman"/>
              </a:rPr>
              <a:t>ad</a:t>
            </a:r>
            <a:r>
              <a:rPr sz="1725" spc="113" dirty="0">
                <a:solidFill>
                  <a:srgbClr val="1C1A59"/>
                </a:solidFill>
                <a:latin typeface="Times New Roman"/>
                <a:cs typeface="Times New Roman"/>
              </a:rPr>
              <a:t> </a:t>
            </a:r>
            <a:r>
              <a:rPr sz="1725" dirty="0">
                <a:solidFill>
                  <a:srgbClr val="1C1A59"/>
                </a:solidFill>
                <a:latin typeface="Times New Roman"/>
                <a:cs typeface="Times New Roman"/>
              </a:rPr>
              <a:t>hoc</a:t>
            </a:r>
            <a:r>
              <a:rPr sz="1725" spc="71" dirty="0">
                <a:solidFill>
                  <a:srgbClr val="1C1A59"/>
                </a:solidFill>
                <a:latin typeface="Times New Roman"/>
                <a:cs typeface="Times New Roman"/>
              </a:rPr>
              <a:t> </a:t>
            </a:r>
            <a:r>
              <a:rPr sz="1725" spc="26" dirty="0">
                <a:solidFill>
                  <a:srgbClr val="1C1A59"/>
                </a:solidFill>
                <a:latin typeface="Times New Roman"/>
                <a:cs typeface="Times New Roman"/>
              </a:rPr>
              <a:t>commun</a:t>
            </a:r>
            <a:r>
              <a:rPr spc="26" dirty="0">
                <a:solidFill>
                  <a:srgbClr val="1C1A59"/>
                </a:solidFill>
                <a:latin typeface="PMingLiU"/>
                <a:cs typeface="PMingLiU"/>
              </a:rPr>
              <a:t>i</a:t>
            </a:r>
            <a:r>
              <a:rPr sz="1725" spc="26" dirty="0">
                <a:solidFill>
                  <a:srgbClr val="1C1A59"/>
                </a:solidFill>
                <a:latin typeface="Times New Roman"/>
                <a:cs typeface="Times New Roman"/>
              </a:rPr>
              <a:t>ca</a:t>
            </a:r>
            <a:r>
              <a:rPr spc="26" dirty="0">
                <a:solidFill>
                  <a:srgbClr val="1C1A59"/>
                </a:solidFill>
                <a:latin typeface="PMingLiU"/>
                <a:cs typeface="PMingLiU"/>
              </a:rPr>
              <a:t>ti</a:t>
            </a:r>
            <a:r>
              <a:rPr sz="1725" spc="26" dirty="0">
                <a:solidFill>
                  <a:srgbClr val="1C1A59"/>
                </a:solidFill>
                <a:latin typeface="Times New Roman"/>
                <a:cs typeface="Times New Roman"/>
              </a:rPr>
              <a:t>on</a:t>
            </a:r>
            <a:endParaRPr sz="1725">
              <a:latin typeface="Times New Roman"/>
              <a:cs typeface="Times New Roman"/>
            </a:endParaRPr>
          </a:p>
          <a:p>
            <a:pPr marL="559594" lvl="1" indent="-222885">
              <a:spcBef>
                <a:spcPts val="439"/>
              </a:spcBef>
              <a:buClr>
                <a:srgbClr val="131313"/>
              </a:buClr>
              <a:buChar char="-"/>
              <a:tabLst>
                <a:tab pos="559594" algn="l"/>
              </a:tabLst>
            </a:pPr>
            <a:r>
              <a:rPr sz="1725" spc="38" dirty="0">
                <a:solidFill>
                  <a:srgbClr val="1C1A59"/>
                </a:solidFill>
                <a:latin typeface="Times New Roman"/>
                <a:cs typeface="Times New Roman"/>
              </a:rPr>
              <a:t>Con</a:t>
            </a:r>
            <a:r>
              <a:rPr spc="38" dirty="0">
                <a:solidFill>
                  <a:srgbClr val="1C1A59"/>
                </a:solidFill>
                <a:latin typeface="PMingLiU"/>
                <a:cs typeface="PMingLiU"/>
              </a:rPr>
              <a:t>t</a:t>
            </a:r>
            <a:r>
              <a:rPr sz="1725" spc="38" dirty="0">
                <a:solidFill>
                  <a:srgbClr val="1C1A59"/>
                </a:solidFill>
                <a:latin typeface="Times New Roman"/>
                <a:cs typeface="Times New Roman"/>
              </a:rPr>
              <a:t>en</a:t>
            </a:r>
            <a:r>
              <a:rPr spc="38" dirty="0">
                <a:solidFill>
                  <a:srgbClr val="1C1A59"/>
                </a:solidFill>
                <a:latin typeface="PMingLiU"/>
                <a:cs typeface="PMingLiU"/>
              </a:rPr>
              <a:t>t</a:t>
            </a:r>
            <a:r>
              <a:rPr dirty="0">
                <a:solidFill>
                  <a:srgbClr val="1C1A59"/>
                </a:solidFill>
                <a:latin typeface="PMingLiU"/>
                <a:cs typeface="PMingLiU"/>
              </a:rPr>
              <a:t> 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D</a:t>
            </a:r>
            <a:r>
              <a:rPr spc="-8" dirty="0">
                <a:solidFill>
                  <a:srgbClr val="1C1A59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3B3666"/>
                </a:solidFill>
                <a:latin typeface="Times New Roman"/>
                <a:cs typeface="Times New Roman"/>
              </a:rPr>
              <a:t>s</a:t>
            </a:r>
            <a:r>
              <a:rPr spc="-8" dirty="0">
                <a:solidFill>
                  <a:srgbClr val="1C1A59"/>
                </a:solidFill>
                <a:latin typeface="PMingLiU"/>
                <a:cs typeface="PMingLiU"/>
              </a:rPr>
              <a:t>t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r</a:t>
            </a:r>
            <a:r>
              <a:rPr spc="-8" dirty="0">
                <a:solidFill>
                  <a:srgbClr val="1C1A59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bu</a:t>
            </a:r>
            <a:r>
              <a:rPr spc="-8" dirty="0">
                <a:solidFill>
                  <a:srgbClr val="1C1A59"/>
                </a:solidFill>
                <a:latin typeface="PMingLiU"/>
                <a:cs typeface="PMingLiU"/>
              </a:rPr>
              <a:t>ti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on</a:t>
            </a:r>
            <a:endParaRPr sz="1725">
              <a:latin typeface="Times New Roman"/>
              <a:cs typeface="Times New Roman"/>
            </a:endParaRPr>
          </a:p>
          <a:p>
            <a:pPr marL="564356" lvl="1" indent="-227648">
              <a:spcBef>
                <a:spcPts val="401"/>
              </a:spcBef>
              <a:buClr>
                <a:srgbClr val="131313"/>
              </a:buClr>
              <a:buChar char="-"/>
              <a:tabLst>
                <a:tab pos="564356" algn="l"/>
              </a:tabLst>
            </a:pP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M</a:t>
            </a:r>
            <a:r>
              <a:rPr sz="1838" spc="-8" dirty="0">
                <a:solidFill>
                  <a:srgbClr val="1C1A59"/>
                </a:solidFill>
                <a:latin typeface="PMingLiU"/>
                <a:cs typeface="PMingLiU"/>
              </a:rPr>
              <a:t>i</a:t>
            </a:r>
            <a:r>
              <a:rPr sz="1725" spc="-8" dirty="0">
                <a:solidFill>
                  <a:srgbClr val="1C1A59"/>
                </a:solidFill>
                <a:latin typeface="Times New Roman"/>
                <a:cs typeface="Times New Roman"/>
              </a:rPr>
              <a:t>ddleware</a:t>
            </a:r>
            <a:endParaRPr sz="1725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A8792C-E142-030C-9215-3ABD2D7FE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380" y="502680"/>
            <a:ext cx="3368516" cy="598721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488281" algn="l"/>
              </a:tabLst>
            </a:pPr>
            <a:r>
              <a:rPr sz="3000" spc="214" dirty="0"/>
              <a:t>Ins</a:t>
            </a:r>
            <a:r>
              <a:rPr sz="3300" spc="214" dirty="0">
                <a:latin typeface="PMingLiU"/>
                <a:cs typeface="PMingLiU"/>
              </a:rPr>
              <a:t>t</a:t>
            </a:r>
            <a:r>
              <a:rPr sz="3000" spc="214" dirty="0"/>
              <a:t>an</a:t>
            </a:r>
            <a:r>
              <a:rPr sz="3300" spc="214" dirty="0">
                <a:latin typeface="PMingLiU"/>
                <a:cs typeface="PMingLiU"/>
              </a:rPr>
              <a:t>t</a:t>
            </a:r>
            <a:r>
              <a:rPr sz="3300" dirty="0">
                <a:latin typeface="PMingLiU"/>
                <a:cs typeface="PMingLiU"/>
              </a:rPr>
              <a:t>	</a:t>
            </a:r>
            <a:r>
              <a:rPr sz="3000" spc="-8" dirty="0"/>
              <a:t>Messa</a:t>
            </a:r>
            <a:r>
              <a:rPr sz="3825" spc="-8" dirty="0">
                <a:latin typeface="PMingLiU"/>
                <a:cs typeface="PMingLiU"/>
              </a:rPr>
              <a:t>gi</a:t>
            </a:r>
            <a:r>
              <a:rPr sz="3000" spc="-8" dirty="0"/>
              <a:t>n</a:t>
            </a:r>
            <a:r>
              <a:rPr sz="3825" spc="-8" dirty="0">
                <a:latin typeface="PMingLiU"/>
                <a:cs typeface="PMingLiU"/>
              </a:rPr>
              <a:t>g</a:t>
            </a:r>
            <a:endParaRPr sz="382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3030" y="1409695"/>
            <a:ext cx="5788819" cy="2903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29088" indent="-255746">
              <a:lnSpc>
                <a:spcPts val="1414"/>
              </a:lnSpc>
              <a:spcBef>
                <a:spcPts val="75"/>
              </a:spcBef>
              <a:buClr>
                <a:srgbClr val="282828"/>
              </a:buClr>
              <a:buChar char="•"/>
              <a:tabLst>
                <a:tab pos="329088" algn="l"/>
              </a:tabLst>
            </a:pPr>
            <a:r>
              <a:rPr sz="1163" spc="56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-7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conve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ni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200" spc="90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200" spc="146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</a:t>
            </a:r>
            <a:r>
              <a:rPr sz="1200" spc="38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commu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ni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200" spc="184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h</a:t>
            </a:r>
            <a:r>
              <a:rPr sz="1163" spc="13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10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small</a:t>
            </a:r>
            <a:r>
              <a:rPr sz="863" dirty="0">
                <a:solidFill>
                  <a:srgbClr val="3D3D3D"/>
                </a:solidFill>
                <a:latin typeface="PMingLiU"/>
                <a:cs typeface="PMingLiU"/>
              </a:rPr>
              <a:t>驴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·ou</a:t>
            </a:r>
            <a:r>
              <a:rPr sz="138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388" spc="-15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</a:t>
            </a:r>
            <a:r>
              <a:rPr sz="1200" spc="19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selec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ed</a:t>
            </a:r>
            <a:r>
              <a:rPr sz="1163" spc="188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eo</a:t>
            </a:r>
            <a:r>
              <a:rPr sz="1388" spc="-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le</a:t>
            </a:r>
            <a:r>
              <a:rPr sz="1163" spc="38" dirty="0">
                <a:solidFill>
                  <a:srgbClr val="3D3D3D"/>
                </a:solidFill>
                <a:latin typeface="Times New Roman"/>
                <a:cs typeface="Times New Roman"/>
              </a:rPr>
              <a:t> (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e.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g.</a:t>
            </a:r>
            <a:r>
              <a:rPr sz="1200" spc="23" dirty="0">
                <a:solidFill>
                  <a:srgbClr val="606069"/>
                </a:solidFill>
                <a:latin typeface="PMingLiU"/>
                <a:cs typeface="PMingLiU"/>
              </a:rPr>
              <a:t>, </a:t>
            </a:r>
            <a:r>
              <a:rPr sz="1200" spc="-8" dirty="0">
                <a:solidFill>
                  <a:srgbClr val="3D3D3D"/>
                </a:solidFill>
                <a:latin typeface="PMingLiU"/>
                <a:cs typeface="PMingLiU"/>
              </a:rPr>
              <a:t>fri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ends</a:t>
            </a:r>
            <a:r>
              <a:rPr sz="1163" spc="-8" dirty="0">
                <a:solidFill>
                  <a:srgbClr val="606069"/>
                </a:solidFill>
                <a:latin typeface="Times New Roman"/>
                <a:cs typeface="Times New Roman"/>
              </a:rPr>
              <a:t>,</a:t>
            </a:r>
            <a:endParaRPr sz="1163">
              <a:latin typeface="Times New Roman"/>
              <a:cs typeface="Times New Roman"/>
            </a:endParaRPr>
          </a:p>
          <a:p>
            <a:pPr marL="327660">
              <a:lnSpc>
                <a:spcPts val="1298"/>
              </a:lnSpc>
            </a:pPr>
            <a:r>
              <a:rPr sz="1275" dirty="0">
                <a:solidFill>
                  <a:srgbClr val="3D3D3D"/>
                </a:solidFill>
                <a:latin typeface="PMingLiU"/>
                <a:cs typeface="PMingLiU"/>
              </a:rPr>
              <a:t>fami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</a:t>
            </a:r>
            <a:r>
              <a:rPr sz="1388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388" spc="-11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members,</a:t>
            </a:r>
            <a:r>
              <a:rPr sz="1163" spc="11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e</a:t>
            </a:r>
            <a:r>
              <a:rPr sz="1125" spc="-8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c.)</a:t>
            </a:r>
            <a:endParaRPr sz="1163">
              <a:latin typeface="Times New Roman"/>
              <a:cs typeface="Times New Roman"/>
            </a:endParaRPr>
          </a:p>
          <a:p>
            <a:pPr marL="329088" marR="337661" indent="-256223">
              <a:lnSpc>
                <a:spcPct val="84700"/>
              </a:lnSpc>
              <a:spcBef>
                <a:spcPts val="139"/>
              </a:spcBef>
              <a:buClr>
                <a:srgbClr val="282828"/>
              </a:buClr>
              <a:buChar char="•"/>
              <a:tabLst>
                <a:tab pos="330041" algn="l"/>
              </a:tabLst>
            </a:pP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Usuall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y,</a:t>
            </a:r>
            <a:r>
              <a:rPr sz="1200" spc="19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10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cen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ral</a:t>
            </a:r>
            <a:r>
              <a:rPr sz="1163" spc="3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server</a:t>
            </a:r>
            <a:r>
              <a:rPr sz="1163" spc="16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163" spc="7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1163" spc="71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163" spc="4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ore</a:t>
            </a:r>
            <a:r>
              <a:rPr sz="1163" spc="13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user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ro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fil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es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163" spc="5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163" spc="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have</a:t>
            </a:r>
            <a:r>
              <a:rPr sz="1163" spc="8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8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l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200" spc="49" dirty="0">
                <a:solidFill>
                  <a:srgbClr val="282828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</a:t>
            </a:r>
            <a:r>
              <a:rPr sz="1200" spc="75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re</a:t>
            </a:r>
            <a:r>
              <a:rPr sz="1200" spc="-8" dirty="0">
                <a:solidFill>
                  <a:srgbClr val="3D3D3D"/>
                </a:solidFill>
                <a:latin typeface="PMingLiU"/>
                <a:cs typeface="PMingLiU"/>
              </a:rPr>
              <a:t>gi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spc="-8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ered 	</a:t>
            </a:r>
            <a:r>
              <a:rPr sz="1163" spc="-8" dirty="0">
                <a:solidFill>
                  <a:srgbClr val="282828"/>
                </a:solidFill>
                <a:latin typeface="Times New Roman"/>
                <a:cs typeface="Times New Roman"/>
              </a:rPr>
              <a:t>users</a:t>
            </a:r>
            <a:endParaRPr sz="1163">
              <a:latin typeface="Times New Roman"/>
              <a:cs typeface="Times New Roman"/>
            </a:endParaRPr>
          </a:p>
          <a:p>
            <a:pPr marL="330041" marR="67628" indent="-257175">
              <a:lnSpc>
                <a:spcPct val="70000"/>
              </a:lnSpc>
              <a:spcBef>
                <a:spcPts val="311"/>
              </a:spcBef>
              <a:buChar char="•"/>
              <a:tabLst>
                <a:tab pos="330041" algn="l"/>
                <a:tab pos="334804" algn="l"/>
              </a:tabLst>
            </a:pP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	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Wh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le</a:t>
            </a:r>
            <a:r>
              <a:rPr sz="1163" spc="6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commun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on</a:t>
            </a:r>
            <a:r>
              <a:rPr sz="1163" spc="1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akes</a:t>
            </a:r>
            <a:r>
              <a:rPr sz="1163" spc="56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lace</a:t>
            </a:r>
            <a:r>
              <a:rPr sz="1163" spc="116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be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ween</a:t>
            </a:r>
            <a:r>
              <a:rPr sz="1163" spc="15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113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eers,</a:t>
            </a:r>
            <a:r>
              <a:rPr sz="1163" spc="-7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search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200" spc="143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fo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r</a:t>
            </a:r>
            <a:r>
              <a:rPr sz="1163" spc="9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her</a:t>
            </a:r>
            <a:r>
              <a:rPr sz="1163" spc="7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eo</a:t>
            </a:r>
            <a:r>
              <a:rPr sz="1388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le</a:t>
            </a:r>
            <a:r>
              <a:rPr sz="1163" spc="9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163" spc="83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spc="-15" dirty="0">
                <a:solidFill>
                  <a:srgbClr val="3D3D3D"/>
                </a:solidFill>
                <a:latin typeface="Times New Roman"/>
                <a:cs typeface="Times New Roman"/>
              </a:rPr>
              <a:t>done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us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n</a:t>
            </a:r>
            <a:r>
              <a:rPr sz="1313" dirty="0">
                <a:solidFill>
                  <a:srgbClr val="282828"/>
                </a:solidFill>
                <a:latin typeface="PMingLiU"/>
                <a:cs typeface="PMingLiU"/>
              </a:rPr>
              <a:t>g</a:t>
            </a:r>
            <a:r>
              <a:rPr sz="1313" spc="23" dirty="0">
                <a:solidFill>
                  <a:srgbClr val="282828"/>
                </a:solidFill>
                <a:latin typeface="PMingLiU"/>
                <a:cs typeface="PMingLiU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server</a:t>
            </a:r>
            <a:endParaRPr sz="1163">
              <a:latin typeface="Times New Roman"/>
              <a:cs typeface="Times New Roman"/>
            </a:endParaRPr>
          </a:p>
          <a:p>
            <a:pPr marL="331469" indent="-258128">
              <a:lnSpc>
                <a:spcPts val="1208"/>
              </a:lnSpc>
              <a:spcBef>
                <a:spcPts val="23"/>
              </a:spcBef>
              <a:buClr>
                <a:srgbClr val="010101"/>
              </a:buClr>
              <a:buChar char="•"/>
              <a:tabLst>
                <a:tab pos="331469" algn="l"/>
              </a:tabLst>
            </a:pP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O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ne</a:t>
            </a:r>
            <a:r>
              <a:rPr sz="1163" spc="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</a:t>
            </a:r>
            <a:r>
              <a:rPr sz="1200" spc="98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9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reasons</a:t>
            </a:r>
            <a:r>
              <a:rPr sz="1163" spc="7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wh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200" spc="41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5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server</a:t>
            </a:r>
            <a:r>
              <a:rPr sz="1163" spc="127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163" spc="41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n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eeded</a:t>
            </a:r>
            <a:r>
              <a:rPr sz="1163" spc="127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163" spc="9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53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ab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l</a:t>
            </a:r>
            <a:r>
              <a:rPr sz="1200" dirty="0">
                <a:solidFill>
                  <a:srgbClr val="151515"/>
                </a:solidFill>
                <a:latin typeface="PMingLiU"/>
                <a:cs typeface="PMingLiU"/>
              </a:rPr>
              <a:t>it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200" spc="71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163" spc="7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send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m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essa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es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spc="-8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spc="-8" dirty="0">
                <a:solidFill>
                  <a:srgbClr val="3D3D3D"/>
                </a:solidFill>
                <a:latin typeface="Times New Roman"/>
                <a:cs typeface="Times New Roman"/>
              </a:rPr>
              <a:t>her</a:t>
            </a:r>
            <a:endParaRPr sz="1163">
              <a:latin typeface="Times New Roman"/>
              <a:cs typeface="Times New Roman"/>
            </a:endParaRPr>
          </a:p>
          <a:p>
            <a:pPr marL="329565">
              <a:lnSpc>
                <a:spcPts val="1335"/>
              </a:lnSpc>
            </a:pPr>
            <a:r>
              <a:rPr sz="1388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ersons</a:t>
            </a:r>
            <a:r>
              <a:rPr sz="1163" spc="98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(i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.e</a:t>
            </a: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.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,</a:t>
            </a:r>
            <a:r>
              <a:rPr sz="1163" spc="2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spc="-8" dirty="0">
                <a:solidFill>
                  <a:srgbClr val="282828"/>
                </a:solidFill>
                <a:latin typeface="Times New Roman"/>
                <a:cs typeface="Times New Roman"/>
              </a:rPr>
              <a:t>eers)</a:t>
            </a:r>
            <a:endParaRPr sz="1163">
              <a:latin typeface="Times New Roman"/>
              <a:cs typeface="Times New Roman"/>
            </a:endParaRPr>
          </a:p>
          <a:p>
            <a:pPr marL="334804" indent="-314325">
              <a:lnSpc>
                <a:spcPts val="1391"/>
              </a:lnSpc>
              <a:buClr>
                <a:srgbClr val="151515"/>
              </a:buClr>
              <a:buChar char="•"/>
              <a:tabLst>
                <a:tab pos="334804" algn="l"/>
              </a:tabLst>
            </a:pP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If</a:t>
            </a:r>
            <a:r>
              <a:rPr sz="1200" spc="105" dirty="0">
                <a:solidFill>
                  <a:srgbClr val="282828"/>
                </a:solidFill>
                <a:latin typeface="PMingLiU"/>
                <a:cs typeface="PMingLiU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9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ar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200" spc="64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350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eer</a:t>
            </a:r>
            <a:r>
              <a:rPr sz="1163" spc="10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163" spc="16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no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200" spc="15" dirty="0">
                <a:solidFill>
                  <a:srgbClr val="282828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li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ne,</a:t>
            </a:r>
            <a:r>
              <a:rPr sz="1163" spc="38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38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em</a:t>
            </a:r>
            <a:r>
              <a:rPr sz="1163" spc="9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has</a:t>
            </a:r>
            <a:r>
              <a:rPr sz="1163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163" spc="8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ore</a:t>
            </a:r>
            <a:r>
              <a:rPr sz="1163" spc="9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he</a:t>
            </a:r>
            <a:r>
              <a:rPr sz="1163" spc="1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m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essa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</a:t>
            </a:r>
            <a:r>
              <a:rPr sz="1163" spc="10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un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</a:t>
            </a:r>
            <a:r>
              <a:rPr sz="1163" spc="6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he</a:t>
            </a:r>
            <a:r>
              <a:rPr sz="1163" spc="9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200" spc="-8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163" spc="-8" dirty="0">
                <a:solidFill>
                  <a:srgbClr val="282828"/>
                </a:solidFill>
                <a:latin typeface="Times New Roman"/>
                <a:cs typeface="Times New Roman"/>
              </a:rPr>
              <a:t>ar</a:t>
            </a:r>
            <a:r>
              <a:rPr sz="1200" spc="-8" dirty="0">
                <a:solidFill>
                  <a:srgbClr val="282828"/>
                </a:solidFill>
                <a:latin typeface="PMingLiU"/>
                <a:cs typeface="PMingLiU"/>
              </a:rPr>
              <a:t>g</a:t>
            </a:r>
            <a:r>
              <a:rPr sz="1163" spc="-8" dirty="0">
                <a:solidFill>
                  <a:srgbClr val="282828"/>
                </a:solidFill>
                <a:latin typeface="Times New Roman"/>
                <a:cs typeface="Times New Roman"/>
              </a:rPr>
              <a:t>e</a:t>
            </a:r>
            <a:r>
              <a:rPr sz="1200" spc="-8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endParaRPr sz="1200">
              <a:latin typeface="PMingLiU"/>
              <a:cs typeface="PMingLiU"/>
            </a:endParaRPr>
          </a:p>
          <a:p>
            <a:pPr marL="329565" indent="-320040">
              <a:lnSpc>
                <a:spcPts val="1485"/>
              </a:lnSpc>
              <a:buChar char="•"/>
              <a:tabLst>
                <a:tab pos="329565" algn="l"/>
              </a:tabLst>
            </a:pPr>
            <a:r>
              <a:rPr sz="1425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eers</a:t>
            </a:r>
            <a:r>
              <a:rPr sz="1163" spc="1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becomes</a:t>
            </a:r>
            <a:r>
              <a:rPr sz="1163" spc="11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li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ne</a:t>
            </a:r>
            <a:r>
              <a:rPr sz="1163" spc="56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-15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350" spc="-15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163" spc="-15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200" spc="-15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spc="-15" dirty="0">
                <a:solidFill>
                  <a:srgbClr val="3D3D3D"/>
                </a:solidFill>
                <a:latin typeface="Times New Roman"/>
                <a:cs typeface="Times New Roman"/>
              </a:rPr>
              <a:t>n</a:t>
            </a:r>
            <a:endParaRPr sz="1163">
              <a:latin typeface="Times New Roman"/>
              <a:cs typeface="Times New Roman"/>
            </a:endParaRPr>
          </a:p>
          <a:p>
            <a:pPr marL="325755" marR="316706" lvl="1" indent="-252889">
              <a:lnSpc>
                <a:spcPct val="65400"/>
              </a:lnSpc>
              <a:spcBef>
                <a:spcPts val="480"/>
              </a:spcBef>
              <a:buClr>
                <a:srgbClr val="151515"/>
              </a:buClr>
              <a:buChar char="•"/>
              <a:tabLst>
                <a:tab pos="329088" algn="l"/>
              </a:tabLst>
            </a:pP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Th</a:t>
            </a:r>
            <a:r>
              <a:rPr sz="12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163" spc="143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wou</a:t>
            </a:r>
            <a:r>
              <a:rPr sz="1163" dirty="0">
                <a:solidFill>
                  <a:srgbClr val="151515"/>
                </a:solidFill>
                <a:latin typeface="Times New Roman"/>
                <a:cs typeface="Times New Roman"/>
              </a:rPr>
              <a:t>ld</a:t>
            </a:r>
            <a:r>
              <a:rPr sz="1163" spc="139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be,</a:t>
            </a:r>
            <a:r>
              <a:rPr sz="1163" spc="2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38" dirty="0">
                <a:solidFill>
                  <a:srgbClr val="282828"/>
                </a:solidFill>
                <a:latin typeface="Times New Roman"/>
                <a:cs typeface="Times New Roman"/>
              </a:rPr>
              <a:t>o</a:t>
            </a:r>
            <a:r>
              <a:rPr sz="1200" spc="38" dirty="0">
                <a:solidFill>
                  <a:srgbClr val="282828"/>
                </a:solidFill>
                <a:latin typeface="PMingLiU"/>
                <a:cs typeface="PMingLiU"/>
              </a:rPr>
              <a:t>f</a:t>
            </a:r>
            <a:r>
              <a:rPr sz="1200" spc="41" dirty="0">
                <a:solidFill>
                  <a:srgbClr val="282828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course,</a:t>
            </a:r>
            <a:r>
              <a:rPr sz="1163" spc="13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also</a:t>
            </a:r>
            <a:r>
              <a:rPr sz="1163" spc="101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oss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ble</a:t>
            </a:r>
            <a:r>
              <a:rPr sz="1163" spc="6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h</a:t>
            </a:r>
            <a:r>
              <a:rPr sz="1163" spc="146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49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-26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server</a:t>
            </a:r>
            <a:r>
              <a:rPr sz="1163" dirty="0">
                <a:solidFill>
                  <a:srgbClr val="010101"/>
                </a:solidFill>
                <a:latin typeface="Times New Roman"/>
                <a:cs typeface="Times New Roman"/>
              </a:rPr>
              <a:t>-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less</a:t>
            </a:r>
            <a:r>
              <a:rPr sz="1163" spc="13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82828"/>
                </a:solidFill>
                <a:latin typeface="Times New Roman"/>
                <a:cs typeface="Times New Roman"/>
              </a:rPr>
              <a:t>P2P</a:t>
            </a:r>
            <a:r>
              <a:rPr sz="1163" spc="-10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em,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bu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200" spc="90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he</a:t>
            </a:r>
            <a:r>
              <a:rPr sz="1163" spc="68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282828"/>
                </a:solidFill>
                <a:latin typeface="PMingLiU"/>
                <a:cs typeface="PMingLiU"/>
              </a:rPr>
              <a:t>p</a:t>
            </a:r>
            <a:r>
              <a:rPr sz="1163" spc="-8" dirty="0">
                <a:solidFill>
                  <a:srgbClr val="282828"/>
                </a:solidFill>
                <a:latin typeface="Times New Roman"/>
                <a:cs typeface="Times New Roman"/>
              </a:rPr>
              <a:t>r</a:t>
            </a:r>
            <a:r>
              <a:rPr sz="1200" spc="-8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163" spc="-8" dirty="0">
                <a:solidFill>
                  <a:srgbClr val="282828"/>
                </a:solidFill>
                <a:latin typeface="Times New Roman"/>
                <a:cs typeface="Times New Roman"/>
              </a:rPr>
              <a:t>ce 	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would</a:t>
            </a:r>
            <a:r>
              <a:rPr sz="1163" spc="116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be</a:t>
            </a:r>
            <a:r>
              <a:rPr sz="1163" spc="-2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49" dirty="0">
                <a:solidFill>
                  <a:srgbClr val="3D3D3D"/>
                </a:solidFill>
                <a:latin typeface="Times New Roman"/>
                <a:cs typeface="Times New Roman"/>
              </a:rPr>
              <a:t>an</a:t>
            </a:r>
            <a:r>
              <a:rPr sz="1163" spc="3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ncreased</a:t>
            </a:r>
            <a:r>
              <a:rPr sz="1163" spc="7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com</a:t>
            </a:r>
            <a:r>
              <a:rPr sz="1425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lex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ity</a:t>
            </a:r>
            <a:r>
              <a:rPr sz="1200" spc="210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163" spc="26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163" spc="9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cer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</a:t>
            </a:r>
            <a:r>
              <a:rPr sz="1163" spc="127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425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robab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ity</a:t>
            </a:r>
            <a:r>
              <a:rPr sz="1200" spc="146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</a:t>
            </a:r>
            <a:r>
              <a:rPr sz="1200" spc="79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messa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es</a:t>
            </a:r>
            <a:r>
              <a:rPr sz="1163" spc="12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tti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g</a:t>
            </a:r>
            <a:r>
              <a:rPr sz="1200" spc="83" dirty="0">
                <a:solidFill>
                  <a:srgbClr val="3D3D3D"/>
                </a:solidFill>
                <a:latin typeface="PMingLiU"/>
                <a:cs typeface="PMingLiU"/>
              </a:rPr>
              <a:t> </a:t>
            </a:r>
            <a:r>
              <a:rPr sz="1163" spc="-15" dirty="0">
                <a:solidFill>
                  <a:srgbClr val="3D3D3D"/>
                </a:solidFill>
                <a:latin typeface="Times New Roman"/>
                <a:cs typeface="Times New Roman"/>
              </a:rPr>
              <a:t>los</a:t>
            </a:r>
            <a:r>
              <a:rPr sz="1200" spc="-15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endParaRPr sz="1200">
              <a:latin typeface="PMingLiU"/>
              <a:cs typeface="PMingLiU"/>
            </a:endParaRPr>
          </a:p>
          <a:p>
            <a:pPr marL="333851" lvl="1" indent="-260509">
              <a:lnSpc>
                <a:spcPts val="1331"/>
              </a:lnSpc>
              <a:buClr>
                <a:srgbClr val="010101"/>
              </a:buClr>
              <a:buChar char="•"/>
              <a:tabLst>
                <a:tab pos="333851" algn="l"/>
              </a:tabLst>
            </a:pP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Exam</a:t>
            </a:r>
            <a:r>
              <a:rPr sz="1350" dirty="0">
                <a:solidFill>
                  <a:srgbClr val="3D3D3D"/>
                </a:solidFill>
                <a:latin typeface="PMingLiU"/>
                <a:cs typeface="PMingLiU"/>
              </a:rPr>
              <a:t>p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les</a:t>
            </a:r>
            <a:r>
              <a:rPr sz="1163" spc="113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fo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r</a:t>
            </a:r>
            <a:r>
              <a:rPr sz="1163" spc="1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such</a:t>
            </a:r>
            <a:r>
              <a:rPr sz="1163" spc="4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3D3D3D"/>
                </a:solidFill>
                <a:latin typeface="PMingLiU"/>
                <a:cs typeface="PMingLiU"/>
              </a:rPr>
              <a:t>y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3D3D3D"/>
                </a:solidFill>
                <a:latin typeface="PMingLiU"/>
                <a:cs typeface="PMingLiU"/>
              </a:rPr>
              <a:t>t</a:t>
            </a:r>
            <a:r>
              <a:rPr sz="1163" dirty="0">
                <a:solidFill>
                  <a:srgbClr val="3D3D3D"/>
                </a:solidFill>
                <a:latin typeface="Times New Roman"/>
                <a:cs typeface="Times New Roman"/>
              </a:rPr>
              <a:t>ems</a:t>
            </a:r>
            <a:r>
              <a:rPr sz="1163" spc="158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163" spc="-15" dirty="0">
                <a:solidFill>
                  <a:srgbClr val="3D3D3D"/>
                </a:solidFill>
                <a:latin typeface="Times New Roman"/>
                <a:cs typeface="Times New Roman"/>
              </a:rPr>
              <a:t>are:</a:t>
            </a:r>
            <a:endParaRPr sz="1163">
              <a:latin typeface="Times New Roman"/>
              <a:cs typeface="Times New Roman"/>
            </a:endParaRPr>
          </a:p>
          <a:p>
            <a:pPr marL="634364" lvl="2" indent="-229553">
              <a:lnSpc>
                <a:spcPts val="1301"/>
              </a:lnSpc>
              <a:buClr>
                <a:srgbClr val="3D3D3D"/>
              </a:buClr>
              <a:buChar char="-"/>
              <a:tabLst>
                <a:tab pos="634364" algn="l"/>
              </a:tabLst>
            </a:pPr>
            <a:r>
              <a:rPr sz="1125" spc="-8" dirty="0">
                <a:solidFill>
                  <a:srgbClr val="4D4B67"/>
                </a:solidFill>
                <a:latin typeface="Times New Roman"/>
                <a:cs typeface="Times New Roman"/>
              </a:rPr>
              <a:t>Na</a:t>
            </a:r>
            <a:r>
              <a:rPr sz="1275" spc="-8" dirty="0">
                <a:solidFill>
                  <a:srgbClr val="4D4B67"/>
                </a:solidFill>
                <a:latin typeface="PMingLiU"/>
                <a:cs typeface="PMingLiU"/>
              </a:rPr>
              <a:t>p</a:t>
            </a:r>
            <a:r>
              <a:rPr sz="1125" spc="-8" dirty="0">
                <a:solidFill>
                  <a:srgbClr val="4D4B67"/>
                </a:solidFill>
                <a:latin typeface="Times New Roman"/>
                <a:cs typeface="Times New Roman"/>
              </a:rPr>
              <a:t>s</a:t>
            </a:r>
            <a:r>
              <a:rPr sz="1013" spc="-8" dirty="0">
                <a:solidFill>
                  <a:srgbClr val="4D4B67"/>
                </a:solidFill>
                <a:latin typeface="PMingLiU"/>
                <a:cs typeface="PMingLiU"/>
              </a:rPr>
              <a:t>t</a:t>
            </a:r>
            <a:r>
              <a:rPr sz="1163" spc="-8" dirty="0">
                <a:solidFill>
                  <a:srgbClr val="4D4B67"/>
                </a:solidFill>
                <a:latin typeface="Times New Roman"/>
                <a:cs typeface="Times New Roman"/>
              </a:rPr>
              <a:t>er</a:t>
            </a:r>
            <a:endParaRPr sz="1163">
              <a:latin typeface="Times New Roman"/>
              <a:cs typeface="Times New Roman"/>
            </a:endParaRPr>
          </a:p>
          <a:p>
            <a:pPr marL="629126" lvl="2" indent="-217170">
              <a:lnSpc>
                <a:spcPts val="1264"/>
              </a:lnSpc>
              <a:buClr>
                <a:srgbClr val="3D3D3D"/>
              </a:buClr>
              <a:buChar char="-"/>
              <a:tabLst>
                <a:tab pos="629126" algn="l"/>
              </a:tabLst>
            </a:pPr>
            <a:r>
              <a:rPr sz="1088" spc="-19" dirty="0">
                <a:solidFill>
                  <a:srgbClr val="1F1C4D"/>
                </a:solidFill>
                <a:latin typeface="Times New Roman"/>
                <a:cs typeface="Times New Roman"/>
              </a:rPr>
              <a:t>I</a:t>
            </a:r>
            <a:r>
              <a:rPr sz="1088" spc="-19" dirty="0">
                <a:solidFill>
                  <a:srgbClr val="4D4B67"/>
                </a:solidFill>
                <a:latin typeface="Times New Roman"/>
                <a:cs typeface="Times New Roman"/>
              </a:rPr>
              <a:t>C</a:t>
            </a:r>
            <a:r>
              <a:rPr sz="1200" spc="-19" dirty="0">
                <a:solidFill>
                  <a:srgbClr val="4D4B67"/>
                </a:solidFill>
                <a:latin typeface="PMingLiU"/>
                <a:cs typeface="PMingLiU"/>
              </a:rPr>
              <a:t>Q</a:t>
            </a:r>
            <a:endParaRPr sz="1200">
              <a:latin typeface="PMingLiU"/>
              <a:cs typeface="PMingLiU"/>
            </a:endParaRPr>
          </a:p>
          <a:p>
            <a:pPr marL="631508" lvl="2" indent="-224790">
              <a:lnSpc>
                <a:spcPts val="1290"/>
              </a:lnSpc>
              <a:buClr>
                <a:srgbClr val="3D3D3D"/>
              </a:buClr>
              <a:buChar char="-"/>
              <a:tabLst>
                <a:tab pos="631508" algn="l"/>
              </a:tabLst>
            </a:pPr>
            <a:r>
              <a:rPr sz="975" spc="-8" dirty="0">
                <a:solidFill>
                  <a:srgbClr val="3B3A5D"/>
                </a:solidFill>
                <a:latin typeface="PMingLiU"/>
                <a:cs typeface="PMingLiU"/>
              </a:rPr>
              <a:t>t</a:t>
            </a:r>
            <a:r>
              <a:rPr sz="1163" spc="-8" dirty="0">
                <a:solidFill>
                  <a:srgbClr val="3B3A5D"/>
                </a:solidFill>
                <a:latin typeface="Times New Roman"/>
                <a:cs typeface="Times New Roman"/>
              </a:rPr>
              <a:t>hreede</a:t>
            </a:r>
            <a:r>
              <a:rPr sz="1200" spc="-8" dirty="0">
                <a:solidFill>
                  <a:srgbClr val="3B3A5D"/>
                </a:solidFill>
                <a:latin typeface="PMingLiU"/>
                <a:cs typeface="PMingLiU"/>
              </a:rPr>
              <a:t>gr</a:t>
            </a:r>
            <a:r>
              <a:rPr sz="1163" spc="-8" dirty="0">
                <a:solidFill>
                  <a:srgbClr val="3B3A5D"/>
                </a:solidFill>
                <a:latin typeface="Times New Roman"/>
                <a:cs typeface="Times New Roman"/>
              </a:rPr>
              <a:t>ee</a:t>
            </a:r>
            <a:r>
              <a:rPr sz="1163" spc="-8" dirty="0">
                <a:solidFill>
                  <a:srgbClr val="606069"/>
                </a:solidFill>
                <a:latin typeface="Times New Roman"/>
                <a:cs typeface="Times New Roman"/>
              </a:rPr>
              <a:t>s</a:t>
            </a:r>
            <a:endParaRPr sz="1163">
              <a:latin typeface="Times New Roman"/>
              <a:cs typeface="Times New Roman"/>
            </a:endParaRPr>
          </a:p>
          <a:p>
            <a:pPr marL="630555" lvl="2" indent="-216694">
              <a:lnSpc>
                <a:spcPts val="1331"/>
              </a:lnSpc>
              <a:buClr>
                <a:srgbClr val="3D3D3D"/>
              </a:buClr>
              <a:buChar char="-"/>
              <a:tabLst>
                <a:tab pos="630555" algn="l"/>
              </a:tabLst>
            </a:pPr>
            <a:r>
              <a:rPr sz="863" spc="-8" dirty="0">
                <a:solidFill>
                  <a:srgbClr val="3B3A5D"/>
                </a:solidFill>
                <a:latin typeface="PMingLiU"/>
                <a:cs typeface="PMingLiU"/>
              </a:rPr>
              <a:t>Ja</a:t>
            </a:r>
            <a:r>
              <a:rPr sz="1163" spc="-8" dirty="0">
                <a:solidFill>
                  <a:srgbClr val="3B3A5D"/>
                </a:solidFill>
                <a:latin typeface="Times New Roman"/>
                <a:cs typeface="Times New Roman"/>
              </a:rPr>
              <a:t>bber</a:t>
            </a:r>
            <a:endParaRPr sz="1163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441BA-315F-6897-F4F8-43E305D56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086" y="4275053"/>
            <a:ext cx="1116089" cy="7203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3909" y="1548534"/>
            <a:ext cx="1546388" cy="5924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0925" y="4308714"/>
            <a:ext cx="1788431" cy="5251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27614" y="4174071"/>
            <a:ext cx="1196769" cy="71360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50604" y="495949"/>
            <a:ext cx="2539841" cy="598721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3225" spc="109" dirty="0">
                <a:solidFill>
                  <a:srgbClr val="E23B0F"/>
                </a:solidFill>
              </a:rPr>
              <a:t>F</a:t>
            </a:r>
            <a:r>
              <a:rPr sz="3300" spc="109" dirty="0">
                <a:solidFill>
                  <a:srgbClr val="E23B0F"/>
                </a:solidFill>
                <a:latin typeface="PMingLiU"/>
                <a:cs typeface="PMingLiU"/>
              </a:rPr>
              <a:t>i</a:t>
            </a:r>
            <a:r>
              <a:rPr sz="3225" spc="109" dirty="0">
                <a:solidFill>
                  <a:srgbClr val="E23B0F"/>
                </a:solidFill>
              </a:rPr>
              <a:t>le</a:t>
            </a:r>
            <a:r>
              <a:rPr sz="3225" spc="285" dirty="0">
                <a:solidFill>
                  <a:srgbClr val="E23B0F"/>
                </a:solidFill>
              </a:rPr>
              <a:t> </a:t>
            </a:r>
            <a:r>
              <a:rPr sz="3038" spc="49" dirty="0">
                <a:solidFill>
                  <a:srgbClr val="E23B0F"/>
                </a:solidFill>
              </a:rPr>
              <a:t>exchan</a:t>
            </a:r>
            <a:r>
              <a:rPr sz="3825" spc="49" dirty="0">
                <a:solidFill>
                  <a:srgbClr val="E23B0F"/>
                </a:solidFill>
                <a:latin typeface="PMingLiU"/>
                <a:cs typeface="PMingLiU"/>
              </a:rPr>
              <a:t>g</a:t>
            </a:r>
            <a:r>
              <a:rPr sz="3038" spc="49" dirty="0">
                <a:solidFill>
                  <a:srgbClr val="E23B0F"/>
                </a:solidFill>
              </a:rPr>
              <a:t>e</a:t>
            </a:r>
            <a:endParaRPr sz="3038">
              <a:latin typeface="PMingLiU"/>
              <a:cs typeface="PMingLiU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9476" y="1828490"/>
            <a:ext cx="375761" cy="42559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700" spc="41" dirty="0">
                <a:solidFill>
                  <a:srgbClr val="161616"/>
                </a:solidFill>
                <a:latin typeface="PMingLiU"/>
                <a:cs typeface="PMingLiU"/>
              </a:rPr>
              <a:t>．</a:t>
            </a:r>
            <a:endParaRPr sz="270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9591" y="3003531"/>
            <a:ext cx="350996" cy="39680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513" spc="38" dirty="0">
                <a:latin typeface="PMingLiU"/>
                <a:cs typeface="PMingLiU"/>
              </a:rPr>
              <a:t>．</a:t>
            </a:r>
            <a:endParaRPr sz="2513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9591" y="3595959"/>
            <a:ext cx="350996" cy="39680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513" spc="38" dirty="0">
                <a:solidFill>
                  <a:srgbClr val="161616"/>
                </a:solidFill>
                <a:latin typeface="PMingLiU"/>
                <a:cs typeface="PMingLiU"/>
              </a:rPr>
              <a:t>．</a:t>
            </a:r>
            <a:endParaRPr sz="2513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7229" y="4258041"/>
            <a:ext cx="17377" cy="655320"/>
          </a:xfrm>
          <a:prstGeom prst="rect">
            <a:avLst/>
          </a:prstGeom>
        </p:spPr>
        <p:txBody>
          <a:bodyPr vert="vert" wrap="square" lIns="0" tIns="6668" rIns="0" bIns="0" rtlCol="0">
            <a:spAutoFit/>
          </a:bodyPr>
          <a:lstStyle/>
          <a:p>
            <a:pPr marL="9525">
              <a:spcBef>
                <a:spcPts val="53"/>
              </a:spcBef>
              <a:tabLst>
                <a:tab pos="466725" algn="l"/>
              </a:tabLst>
            </a:pPr>
            <a:r>
              <a:rPr sz="113" spc="-4" dirty="0">
                <a:solidFill>
                  <a:srgbClr val="ACBABA"/>
                </a:solidFill>
                <a:latin typeface="PMingLiU"/>
                <a:cs typeface="PMingLiU"/>
              </a:rPr>
              <a:t>,</a:t>
            </a:r>
            <a:r>
              <a:rPr sz="113" spc="248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113" dirty="0">
                <a:solidFill>
                  <a:srgbClr val="ACBABA"/>
                </a:solidFill>
                <a:latin typeface="PMingLiU"/>
                <a:cs typeface="PMingLiU"/>
              </a:rPr>
              <a:t>;</a:t>
            </a:r>
            <a:r>
              <a:rPr sz="113" spc="300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113" spc="4" dirty="0">
                <a:solidFill>
                  <a:srgbClr val="ACBABA"/>
                </a:solidFill>
                <a:latin typeface="PMingLiU"/>
                <a:cs typeface="PMingLiU"/>
              </a:rPr>
              <a:t>·</a:t>
            </a:r>
            <a:r>
              <a:rPr sz="113" spc="150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113" spc="-4" dirty="0">
                <a:solidFill>
                  <a:srgbClr val="ACBABA"/>
                </a:solidFill>
                <a:latin typeface="PMingLiU"/>
                <a:cs typeface="PMingLiU"/>
              </a:rPr>
              <a:t>,</a:t>
            </a:r>
            <a:r>
              <a:rPr sz="113" spc="98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113" dirty="0">
                <a:solidFill>
                  <a:srgbClr val="ACBABA"/>
                </a:solidFill>
                <a:latin typeface="PMingLiU"/>
                <a:cs typeface="PMingLiU"/>
              </a:rPr>
              <a:t>'</a:t>
            </a:r>
            <a:r>
              <a:rPr sz="113" spc="153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113" dirty="0">
                <a:solidFill>
                  <a:srgbClr val="ACBABA"/>
                </a:solidFill>
                <a:latin typeface="PMingLiU"/>
                <a:cs typeface="PMingLiU"/>
              </a:rPr>
              <a:t>'</a:t>
            </a:r>
            <a:r>
              <a:rPr sz="113" spc="105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,</a:t>
            </a:r>
            <a:r>
              <a:rPr sz="113" spc="248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spc="98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,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dirty="0">
                <a:latin typeface="PMingLiU"/>
                <a:cs typeface="PMingLiU"/>
              </a:rPr>
              <a:t>'</a:t>
            </a:r>
            <a:r>
              <a:rPr sz="113" spc="153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,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dirty="0">
                <a:latin typeface="PMingLiU"/>
                <a:cs typeface="PMingLiU"/>
              </a:rPr>
              <a:t>	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spc="98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,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dirty="0">
                <a:latin typeface="PMingLiU"/>
                <a:cs typeface="PMingLiU"/>
              </a:rPr>
              <a:t>'</a:t>
            </a:r>
            <a:r>
              <a:rPr sz="113" spc="153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,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spc="146" dirty="0">
                <a:latin typeface="PMingLiU"/>
                <a:cs typeface="PMingLiU"/>
              </a:rPr>
              <a:t> </a:t>
            </a:r>
            <a:r>
              <a:rPr sz="113" spc="-4" dirty="0">
                <a:latin typeface="PMingLiU"/>
                <a:cs typeface="PMingLiU"/>
              </a:rPr>
              <a:t>.</a:t>
            </a:r>
            <a:r>
              <a:rPr sz="113" spc="98" dirty="0">
                <a:latin typeface="PMingLiU"/>
                <a:cs typeface="PMingLiU"/>
              </a:rPr>
              <a:t> </a:t>
            </a:r>
            <a:r>
              <a:rPr sz="113" spc="-4" dirty="0">
                <a:solidFill>
                  <a:srgbClr val="ACBABA"/>
                </a:solidFill>
                <a:latin typeface="PMingLiU"/>
                <a:cs typeface="PMingLiU"/>
              </a:rPr>
              <a:t>.</a:t>
            </a:r>
            <a:endParaRPr sz="113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1587" y="4261420"/>
            <a:ext cx="77906" cy="86201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600"/>
              </a:lnSpc>
            </a:pPr>
            <a:r>
              <a:rPr sz="525" spc="-38" dirty="0">
                <a:solidFill>
                  <a:srgbClr val="C6CDCD"/>
                </a:solidFill>
                <a:latin typeface="PMingLiU"/>
                <a:cs typeface="PMingLiU"/>
              </a:rPr>
              <a:t>�</a:t>
            </a:r>
            <a:endParaRPr sz="525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1221" y="4237859"/>
            <a:ext cx="62646" cy="26098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70000"/>
              </a:lnSpc>
              <a:tabLst>
                <a:tab pos="184309" algn="l"/>
              </a:tabLst>
            </a:pPr>
            <a:r>
              <a:rPr sz="525" dirty="0">
                <a:solidFill>
                  <a:srgbClr val="C6CDCD"/>
                </a:solidFill>
                <a:latin typeface="PMingLiU"/>
                <a:cs typeface="PMingLiU"/>
              </a:rPr>
              <a:t>．	</a:t>
            </a:r>
            <a:r>
              <a:rPr sz="525" spc="-529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r>
              <a:rPr sz="788" baseline="-23809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endParaRPr sz="788" baseline="-23809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4635" y="4256155"/>
            <a:ext cx="52002" cy="219075"/>
          </a:xfrm>
          <a:prstGeom prst="rect">
            <a:avLst/>
          </a:prstGeom>
        </p:spPr>
        <p:txBody>
          <a:bodyPr vert="vert" wrap="square" lIns="0" tIns="953" rIns="0" bIns="0" rtlCol="0">
            <a:spAutoFit/>
          </a:bodyPr>
          <a:lstStyle/>
          <a:p>
            <a:pPr marL="9525">
              <a:spcBef>
                <a:spcPts val="8"/>
              </a:spcBef>
              <a:tabLst>
                <a:tab pos="166211" algn="l"/>
              </a:tabLst>
            </a:pPr>
            <a:r>
              <a:rPr sz="338" spc="-38" dirty="0">
                <a:solidFill>
                  <a:srgbClr val="C6CDCD"/>
                </a:solidFill>
                <a:latin typeface="PMingLiU"/>
                <a:cs typeface="PMingLiU"/>
              </a:rPr>
              <a:t>�</a:t>
            </a:r>
            <a:r>
              <a:rPr sz="338" dirty="0">
                <a:solidFill>
                  <a:srgbClr val="C6CDCD"/>
                </a:solidFill>
                <a:latin typeface="PMingLiU"/>
                <a:cs typeface="PMingLiU"/>
              </a:rPr>
              <a:t>	</a:t>
            </a:r>
            <a:r>
              <a:rPr sz="338" spc="-38" dirty="0">
                <a:solidFill>
                  <a:srgbClr val="ACBABA"/>
                </a:solidFill>
                <a:latin typeface="PMingLiU"/>
                <a:cs typeface="PMingLiU"/>
              </a:rPr>
              <a:t>“</a:t>
            </a:r>
            <a:endParaRPr sz="338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4635" y="4909509"/>
            <a:ext cx="52002" cy="62389"/>
          </a:xfrm>
          <a:prstGeom prst="rect">
            <a:avLst/>
          </a:prstGeom>
        </p:spPr>
        <p:txBody>
          <a:bodyPr vert="vert" wrap="square" lIns="0" tIns="953" rIns="0" bIns="0" rtlCol="0">
            <a:spAutoFit/>
          </a:bodyPr>
          <a:lstStyle/>
          <a:p>
            <a:pPr marL="9525">
              <a:spcBef>
                <a:spcPts val="8"/>
              </a:spcBef>
            </a:pPr>
            <a:r>
              <a:rPr sz="338" spc="-38" dirty="0">
                <a:solidFill>
                  <a:srgbClr val="ACBABA"/>
                </a:solidFill>
                <a:latin typeface="PMingLiU"/>
                <a:cs typeface="PMingLiU"/>
              </a:rPr>
              <a:t>”</a:t>
            </a:r>
            <a:endParaRPr sz="338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3459" y="4412896"/>
            <a:ext cx="62581" cy="86201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70000"/>
              </a:lnSpc>
            </a:pPr>
            <a:r>
              <a:rPr sz="525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endParaRPr sz="525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8046" y="4231127"/>
            <a:ext cx="53541" cy="16192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55000"/>
              </a:lnSpc>
            </a:pPr>
            <a:r>
              <a:rPr sz="788" spc="-714" baseline="-15873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r>
              <a:rPr sz="788" baseline="-31746" dirty="0">
                <a:solidFill>
                  <a:srgbClr val="C6CDCD"/>
                </a:solidFill>
                <a:latin typeface="PMingLiU"/>
                <a:cs typeface="PMingLiU"/>
              </a:rPr>
              <a:t>． </a:t>
            </a:r>
            <a:r>
              <a:rPr sz="788" spc="-101" baseline="-31746" dirty="0">
                <a:solidFill>
                  <a:srgbClr val="C6CDCD"/>
                </a:solidFill>
                <a:latin typeface="PMingLiU"/>
                <a:cs typeface="PMingLiU"/>
              </a:rPr>
              <a:t> </a:t>
            </a:r>
            <a:r>
              <a:rPr sz="338" dirty="0">
                <a:solidFill>
                  <a:srgbClr val="ACBABA"/>
                </a:solidFill>
                <a:latin typeface="PMingLiU"/>
                <a:cs typeface="PMingLiU"/>
              </a:rPr>
              <a:t>肛</a:t>
            </a:r>
            <a:endParaRPr sz="338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4966" y="4254017"/>
            <a:ext cx="294953" cy="55721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9525">
              <a:lnSpc>
                <a:spcPts val="2288"/>
              </a:lnSpc>
            </a:pPr>
            <a:r>
              <a:rPr sz="713" dirty="0">
                <a:solidFill>
                  <a:srgbClr val="ACBABA"/>
                </a:solidFill>
                <a:latin typeface="PMingLiU"/>
                <a:cs typeface="PMingLiU"/>
              </a:rPr>
              <a:t>,</a:t>
            </a:r>
            <a:r>
              <a:rPr sz="713" spc="-41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713" dirty="0">
                <a:solidFill>
                  <a:srgbClr val="ACBABA"/>
                </a:solidFill>
                <a:latin typeface="PMingLiU"/>
                <a:cs typeface="PMingLiU"/>
              </a:rPr>
              <a:t>..:</a:t>
            </a:r>
            <a:r>
              <a:rPr sz="713" spc="30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713" spc="-8" dirty="0">
                <a:solidFill>
                  <a:srgbClr val="ACBABA"/>
                </a:solidFill>
                <a:latin typeface="PMingLiU"/>
                <a:cs typeface="PMingLiU"/>
              </a:rPr>
              <a:t>'</a:t>
            </a:r>
            <a:r>
              <a:rPr sz="713" spc="-98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713" spc="-49" dirty="0">
                <a:solidFill>
                  <a:srgbClr val="ACBABA"/>
                </a:solidFill>
                <a:latin typeface="PMingLiU"/>
                <a:cs typeface="PMingLiU"/>
              </a:rPr>
              <a:t>,f</a:t>
            </a:r>
            <a:r>
              <a:rPr sz="2213" spc="-49" dirty="0">
                <a:solidFill>
                  <a:srgbClr val="ACBABA"/>
                </a:solidFill>
                <a:latin typeface="PMingLiU"/>
                <a:cs typeface="PMingLiU"/>
              </a:rPr>
              <a:t>“l</a:t>
            </a:r>
            <a:endParaRPr sz="2213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4575" y="4669247"/>
            <a:ext cx="52002" cy="31909"/>
          </a:xfrm>
          <a:prstGeom prst="rect">
            <a:avLst/>
          </a:prstGeom>
        </p:spPr>
        <p:txBody>
          <a:bodyPr vert="vert" wrap="square" lIns="0" tIns="5715" rIns="0" bIns="0" rtlCol="0">
            <a:spAutoFit/>
          </a:bodyPr>
          <a:lstStyle/>
          <a:p>
            <a:pPr marL="15716">
              <a:spcBef>
                <a:spcPts val="45"/>
              </a:spcBef>
            </a:pPr>
            <a:r>
              <a:rPr sz="150" spc="-38" dirty="0">
                <a:solidFill>
                  <a:srgbClr val="ACBABA"/>
                </a:solidFill>
                <a:latin typeface="PMingLiU"/>
                <a:cs typeface="PMingLiU"/>
              </a:rPr>
              <a:t>f</a:t>
            </a:r>
            <a:endParaRPr sz="150">
              <a:latin typeface="PMingLiU"/>
              <a:cs typeface="PMingLiU"/>
            </a:endParaRPr>
          </a:p>
          <a:p>
            <a:pPr marL="9525">
              <a:spcBef>
                <a:spcPts val="45"/>
              </a:spcBef>
            </a:pPr>
            <a:r>
              <a:rPr sz="188" spc="-38" dirty="0">
                <a:solidFill>
                  <a:srgbClr val="ACBABA"/>
                </a:solidFill>
                <a:latin typeface="PMingLiU"/>
                <a:cs typeface="PMingLiU"/>
              </a:rPr>
              <a:t>4</a:t>
            </a:r>
            <a:endParaRPr sz="188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0667" y="4608044"/>
            <a:ext cx="313291" cy="36195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R="3810" algn="r">
              <a:lnSpc>
                <a:spcPct val="70000"/>
              </a:lnSpc>
            </a:pPr>
            <a:r>
              <a:rPr sz="525" spc="-529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r>
              <a:rPr sz="788" spc="-545" baseline="-23809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r>
              <a:rPr sz="113" dirty="0">
                <a:solidFill>
                  <a:srgbClr val="9AAAAA"/>
                </a:solidFill>
                <a:latin typeface="PMingLiU"/>
                <a:cs typeface="PMingLiU"/>
              </a:rPr>
              <a:t>』</a:t>
            </a:r>
            <a:endParaRPr sz="113">
              <a:latin typeface="PMingLiU"/>
              <a:cs typeface="PMingLiU"/>
            </a:endParaRPr>
          </a:p>
          <a:p>
            <a:pPr marR="3810" algn="r">
              <a:spcBef>
                <a:spcPts val="56"/>
              </a:spcBef>
              <a:tabLst>
                <a:tab pos="161449" algn="l"/>
              </a:tabLst>
            </a:pPr>
            <a:r>
              <a:rPr sz="338" dirty="0">
                <a:solidFill>
                  <a:srgbClr val="ACBABA"/>
                </a:solidFill>
                <a:latin typeface="PMingLiU"/>
                <a:cs typeface="PMingLiU"/>
              </a:rPr>
              <a:t>一	</a:t>
            </a:r>
            <a:r>
              <a:rPr sz="338" dirty="0">
                <a:solidFill>
                  <a:srgbClr val="C6CDCD"/>
                </a:solidFill>
                <a:latin typeface="PMingLiU"/>
                <a:cs typeface="PMingLiU"/>
              </a:rPr>
              <a:t>一</a:t>
            </a:r>
            <a:r>
              <a:rPr sz="338" spc="19" dirty="0">
                <a:solidFill>
                  <a:srgbClr val="C6CDCD"/>
                </a:solidFill>
                <a:latin typeface="PMingLiU"/>
                <a:cs typeface="PMingLiU"/>
              </a:rPr>
              <a:t> </a:t>
            </a:r>
            <a:r>
              <a:rPr sz="338" dirty="0">
                <a:solidFill>
                  <a:srgbClr val="ACBABA"/>
                </a:solidFill>
                <a:latin typeface="PMingLiU"/>
                <a:cs typeface="PMingLiU"/>
              </a:rPr>
              <a:t>二</a:t>
            </a:r>
            <a:r>
              <a:rPr sz="338" spc="26" dirty="0">
                <a:solidFill>
                  <a:srgbClr val="ACBABA"/>
                </a:solidFill>
                <a:latin typeface="PMingLiU"/>
                <a:cs typeface="PMingLiU"/>
              </a:rPr>
              <a:t> </a:t>
            </a:r>
            <a:r>
              <a:rPr sz="788" spc="-793" baseline="-15873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r>
              <a:rPr sz="788" baseline="-31746" dirty="0">
                <a:solidFill>
                  <a:srgbClr val="ACBABA"/>
                </a:solidFill>
                <a:latin typeface="PMingLiU"/>
                <a:cs typeface="PMingLiU"/>
              </a:rPr>
              <a:t>．</a:t>
            </a:r>
            <a:endParaRPr sz="788" baseline="-31746">
              <a:latin typeface="PMingLiU"/>
              <a:cs typeface="PMingLiU"/>
            </a:endParaRPr>
          </a:p>
          <a:p>
            <a:pPr>
              <a:spcBef>
                <a:spcPts val="90"/>
              </a:spcBef>
            </a:pPr>
            <a:endParaRPr sz="338">
              <a:latin typeface="PMingLiU"/>
              <a:cs typeface="PMingLiU"/>
            </a:endParaRPr>
          </a:p>
          <a:p>
            <a:pPr marL="20003"/>
            <a:r>
              <a:rPr sz="638" spc="-458" dirty="0">
                <a:solidFill>
                  <a:srgbClr val="ACBABA"/>
                </a:solidFill>
                <a:latin typeface="PMingLiU"/>
                <a:cs typeface="PMingLiU"/>
              </a:rPr>
              <a:t>、</a:t>
            </a:r>
            <a:r>
              <a:rPr sz="225" baseline="27777" dirty="0">
                <a:solidFill>
                  <a:srgbClr val="ACBABA"/>
                </a:solidFill>
                <a:latin typeface="PMingLiU"/>
                <a:cs typeface="PMingLiU"/>
              </a:rPr>
              <a:t>、</a:t>
            </a:r>
            <a:endParaRPr sz="225" baseline="27777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0066" y="1293565"/>
            <a:ext cx="2788920" cy="581410"/>
          </a:xfrm>
          <a:prstGeom prst="rect">
            <a:avLst/>
          </a:prstGeom>
        </p:spPr>
        <p:txBody>
          <a:bodyPr vert="horz" wrap="square" lIns="0" tIns="132874" rIns="0" bIns="0" rtlCol="0">
            <a:spAutoFit/>
          </a:bodyPr>
          <a:lstStyle/>
          <a:p>
            <a:pPr marL="402908" marR="13335" indent="-384334">
              <a:lnSpc>
                <a:spcPct val="67800"/>
              </a:lnSpc>
              <a:spcBef>
                <a:spcPts val="1046"/>
              </a:spcBef>
            </a:pPr>
            <a:r>
              <a:rPr sz="3769" spc="113" baseline="6633" dirty="0">
                <a:solidFill>
                  <a:srgbClr val="161616"/>
                </a:solidFill>
                <a:latin typeface="PMingLiU"/>
                <a:cs typeface="PMingLiU"/>
              </a:rPr>
              <a:t>．</a:t>
            </a:r>
            <a:r>
              <a:rPr sz="3769" spc="-314" baseline="6633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There</a:t>
            </a:r>
            <a:r>
              <a:rPr sz="1463" spc="7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s</a:t>
            </a:r>
            <a:r>
              <a:rPr sz="1463" spc="5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l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ittl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</a:t>
            </a:r>
            <a:r>
              <a:rPr sz="1463" spc="8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s</a:t>
            </a:r>
            <a:r>
              <a:rPr sz="1688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</a:t>
            </a:r>
            <a:r>
              <a:rPr sz="1463" spc="1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abou</a:t>
            </a:r>
            <a:r>
              <a:rPr sz="1500" dirty="0">
                <a:solidFill>
                  <a:srgbClr val="2D2D2D"/>
                </a:solidFill>
                <a:latin typeface="PMingLiU"/>
                <a:cs typeface="PMingLiU"/>
              </a:rPr>
              <a:t>t</a:t>
            </a:r>
            <a:r>
              <a:rPr sz="1500" spc="90" dirty="0">
                <a:solidFill>
                  <a:srgbClr val="2D2D2D"/>
                </a:solidFill>
                <a:latin typeface="PMingLiU"/>
                <a:cs typeface="PMingLiU"/>
              </a:rPr>
              <a:t> </a:t>
            </a:r>
            <a:r>
              <a:rPr sz="1500" spc="-19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spc="-19" dirty="0">
                <a:solidFill>
                  <a:srgbClr val="161616"/>
                </a:solidFill>
                <a:latin typeface="Times New Roman"/>
                <a:cs typeface="Times New Roman"/>
              </a:rPr>
              <a:t>he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use</a:t>
            </a:r>
            <a:r>
              <a:rPr sz="1538" dirty="0">
                <a:solidFill>
                  <a:srgbClr val="161616"/>
                </a:solidFill>
                <a:latin typeface="PMingLiU"/>
                <a:cs typeface="PMingLiU"/>
              </a:rPr>
              <a:t>fu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lness</a:t>
            </a:r>
            <a:r>
              <a:rPr sz="1463" spc="3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538" dirty="0">
                <a:solidFill>
                  <a:srgbClr val="161616"/>
                </a:solidFill>
                <a:latin typeface="PMingLiU"/>
                <a:cs typeface="PMingLiU"/>
              </a:rPr>
              <a:t>f</a:t>
            </a:r>
            <a:r>
              <a:rPr sz="1538" spc="8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4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75" dirty="0">
                <a:solidFill>
                  <a:srgbClr val="161616"/>
                </a:solidFill>
                <a:latin typeface="PMingLiU"/>
                <a:cs typeface="PMingLiU"/>
              </a:rPr>
              <a:t>fi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le</a:t>
            </a:r>
            <a:r>
              <a:rPr sz="1463" spc="-1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shar</a:t>
            </a:r>
            <a:r>
              <a:rPr sz="1538" spc="-8" dirty="0">
                <a:solidFill>
                  <a:srgbClr val="2D2D2D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1688" spc="-8" dirty="0">
                <a:solidFill>
                  <a:srgbClr val="2D2D2D"/>
                </a:solidFill>
                <a:latin typeface="PMingLiU"/>
                <a:cs typeface="PMingLiU"/>
              </a:rPr>
              <a:t>g</a:t>
            </a:r>
            <a:endParaRPr sz="1688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4126" y="1768743"/>
            <a:ext cx="943928" cy="2693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688" spc="-8" dirty="0">
                <a:solidFill>
                  <a:srgbClr val="161616"/>
                </a:solidFill>
                <a:latin typeface="PMingLiU"/>
                <a:cs typeface="PMingLiU"/>
              </a:rPr>
              <a:t>pp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l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ca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ti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ons</a:t>
            </a:r>
            <a:endParaRPr sz="146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69111" y="1997636"/>
            <a:ext cx="2386965" cy="2033377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11906" marR="3810" indent="-476">
              <a:lnSpc>
                <a:spcPct val="71500"/>
              </a:lnSpc>
              <a:spcBef>
                <a:spcPts val="652"/>
              </a:spcBef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Wh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le</a:t>
            </a:r>
            <a:r>
              <a:rPr sz="1463" spc="10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download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n</a:t>
            </a:r>
            <a:r>
              <a:rPr sz="1688" dirty="0">
                <a:solidFill>
                  <a:srgbClr val="161616"/>
                </a:solidFill>
                <a:latin typeface="PMingLiU"/>
                <a:cs typeface="PMingLiU"/>
              </a:rPr>
              <a:t>g</a:t>
            </a:r>
            <a:r>
              <a:rPr sz="1688" spc="-53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575" dirty="0">
                <a:solidFill>
                  <a:srgbClr val="2D2D2D"/>
                </a:solidFill>
                <a:latin typeface="PMingLiU"/>
                <a:cs typeface="PMingLiU"/>
              </a:rPr>
              <a:t>fi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les</a:t>
            </a:r>
            <a:r>
              <a:rPr sz="1463" spc="116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rgbClr val="2D2D2D"/>
                </a:solidFill>
                <a:latin typeface="PMingLiU"/>
                <a:cs typeface="PMingLiU"/>
              </a:rPr>
              <a:t>i</a:t>
            </a:r>
            <a:r>
              <a:rPr sz="1463" spc="-19" dirty="0">
                <a:solidFill>
                  <a:srgbClr val="2D2D2D"/>
                </a:solidFill>
                <a:latin typeface="Times New Roman"/>
                <a:cs typeface="Times New Roman"/>
              </a:rPr>
              <a:t>s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alwa</a:t>
            </a:r>
            <a:r>
              <a:rPr sz="1500" dirty="0">
                <a:solidFill>
                  <a:srgbClr val="2D2D2D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1463" spc="116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done</a:t>
            </a:r>
            <a:r>
              <a:rPr sz="1463" spc="9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rec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tly</a:t>
            </a:r>
            <a:r>
              <a:rPr sz="1500" spc="139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be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ween </a:t>
            </a:r>
            <a:r>
              <a:rPr sz="1688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eers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(or v</a:t>
            </a:r>
            <a:r>
              <a:rPr sz="1538" dirty="0">
                <a:solidFill>
                  <a:srgbClr val="2D2D2D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1463" spc="41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463" spc="6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88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rox</a:t>
            </a:r>
            <a:r>
              <a:rPr sz="1763" dirty="0">
                <a:solidFill>
                  <a:srgbClr val="161616"/>
                </a:solidFill>
                <a:latin typeface="PMingLiU"/>
                <a:cs typeface="PMingLiU"/>
              </a:rPr>
              <a:t>y</a:t>
            </a:r>
            <a:r>
              <a:rPr sz="1763" spc="-195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688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eer</a:t>
            </a:r>
            <a:r>
              <a:rPr sz="1463" spc="7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25" spc="-19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spc="-19" dirty="0">
                <a:solidFill>
                  <a:srgbClr val="161616"/>
                </a:solidFill>
                <a:latin typeface="Times New Roman"/>
                <a:cs typeface="Times New Roman"/>
              </a:rPr>
              <a:t>o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enable</a:t>
            </a:r>
            <a:r>
              <a:rPr sz="1463" spc="79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anon</a:t>
            </a:r>
            <a:r>
              <a:rPr sz="1763" dirty="0">
                <a:solidFill>
                  <a:srgbClr val="2D2D2D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m</a:t>
            </a:r>
            <a:r>
              <a:rPr sz="1538" dirty="0">
                <a:solidFill>
                  <a:srgbClr val="2D2D2D"/>
                </a:solidFill>
                <a:latin typeface="PMingLiU"/>
                <a:cs typeface="PMingLiU"/>
              </a:rPr>
              <a:t>ity),</a:t>
            </a:r>
            <a:r>
              <a:rPr sz="1538" spc="-11" dirty="0">
                <a:solidFill>
                  <a:srgbClr val="2D2D2D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</a:t>
            </a:r>
            <a:r>
              <a:rPr sz="1463" spc="13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wa</a:t>
            </a:r>
            <a:r>
              <a:rPr sz="1763" dirty="0">
                <a:solidFill>
                  <a:srgbClr val="2D2D2D"/>
                </a:solidFill>
                <a:latin typeface="PMingLiU"/>
                <a:cs typeface="PMingLiU"/>
              </a:rPr>
              <a:t>y</a:t>
            </a:r>
            <a:r>
              <a:rPr sz="1763" spc="-150" dirty="0">
                <a:solidFill>
                  <a:srgbClr val="2D2D2D"/>
                </a:solidFill>
                <a:latin typeface="PMingLiU"/>
                <a:cs typeface="PMingLiU"/>
              </a:rPr>
              <a:t> </a:t>
            </a:r>
            <a:r>
              <a:rPr sz="1463" spc="26" dirty="0">
                <a:solidFill>
                  <a:srgbClr val="2D2D2D"/>
                </a:solidFill>
                <a:latin typeface="Times New Roman"/>
                <a:cs typeface="Times New Roman"/>
              </a:rPr>
              <a:t>o</a:t>
            </a:r>
            <a:r>
              <a:rPr sz="1538" spc="26" dirty="0">
                <a:solidFill>
                  <a:srgbClr val="2D2D2D"/>
                </a:solidFill>
                <a:latin typeface="PMingLiU"/>
                <a:cs typeface="PMingLiU"/>
              </a:rPr>
              <a:t>f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search</a:t>
            </a:r>
            <a:r>
              <a:rPr sz="1500" dirty="0">
                <a:solidFill>
                  <a:srgbClr val="2D2D2D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n</a:t>
            </a:r>
            <a:r>
              <a:rPr sz="1688" dirty="0">
                <a:solidFill>
                  <a:srgbClr val="2D2D2D"/>
                </a:solidFill>
                <a:latin typeface="PMingLiU"/>
                <a:cs typeface="PMingLiU"/>
              </a:rPr>
              <a:t>g</a:t>
            </a:r>
            <a:r>
              <a:rPr sz="1688" spc="-120" dirty="0">
                <a:solidFill>
                  <a:srgbClr val="2D2D2D"/>
                </a:solidFill>
                <a:latin typeface="PMingLiU"/>
                <a:cs typeface="PMingLiU"/>
              </a:rPr>
              <a:t> </a:t>
            </a:r>
            <a:r>
              <a:rPr sz="1538" dirty="0">
                <a:solidFill>
                  <a:srgbClr val="161616"/>
                </a:solidFill>
                <a:latin typeface="PMingLiU"/>
                <a:cs typeface="PMingLiU"/>
              </a:rPr>
              <a:t>fo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</a:t>
            </a:r>
            <a:r>
              <a:rPr sz="1463" spc="15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hese</a:t>
            </a:r>
            <a:r>
              <a:rPr sz="1463" spc="6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75" dirty="0">
                <a:solidFill>
                  <a:srgbClr val="2D2D2D"/>
                </a:solidFill>
                <a:latin typeface="PMingLiU"/>
                <a:cs typeface="PMingLiU"/>
              </a:rPr>
              <a:t>fi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les</a:t>
            </a:r>
            <a:r>
              <a:rPr sz="1463" spc="79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iff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ers </a:t>
            </a:r>
            <a:r>
              <a:rPr sz="153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n</a:t>
            </a:r>
            <a:r>
              <a:rPr sz="1463" spc="5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man</a:t>
            </a:r>
            <a:r>
              <a:rPr sz="1763" dirty="0">
                <a:solidFill>
                  <a:srgbClr val="161616"/>
                </a:solidFill>
                <a:latin typeface="PMingLiU"/>
                <a:cs typeface="PMingLiU"/>
              </a:rPr>
              <a:t>y</a:t>
            </a:r>
            <a:r>
              <a:rPr sz="1763" spc="-90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sz="1688" spc="-8" dirty="0">
                <a:solidFill>
                  <a:srgbClr val="2D2D2D"/>
                </a:solidFill>
                <a:latin typeface="PMingLiU"/>
                <a:cs typeface="PMingLiU"/>
              </a:rPr>
              <a:t>pp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l</a:t>
            </a:r>
            <a:r>
              <a:rPr sz="1538" spc="-8" dirty="0">
                <a:solidFill>
                  <a:srgbClr val="2D2D2D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ca</a:t>
            </a:r>
            <a:r>
              <a:rPr sz="1500" spc="-8" dirty="0">
                <a:solidFill>
                  <a:srgbClr val="2D2D2D"/>
                </a:solidFill>
                <a:latin typeface="PMingLiU"/>
                <a:cs typeface="PMingLiU"/>
              </a:rPr>
              <a:t>ti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ons</a:t>
            </a:r>
            <a:endParaRPr sz="1463" dirty="0">
              <a:latin typeface="Times New Roman"/>
              <a:cs typeface="Times New Roman"/>
            </a:endParaRPr>
          </a:p>
          <a:p>
            <a:pPr marL="11906" marR="24288" indent="-2858">
              <a:lnSpc>
                <a:spcPct val="67300"/>
              </a:lnSpc>
              <a:spcBef>
                <a:spcPts val="424"/>
              </a:spcBef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Some</a:t>
            </a:r>
            <a:r>
              <a:rPr sz="1463" spc="14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use</a:t>
            </a:r>
            <a:r>
              <a:rPr sz="1463" spc="-1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cen</a:t>
            </a:r>
            <a:r>
              <a:rPr sz="1425" dirty="0">
                <a:solidFill>
                  <a:srgbClr val="2D2D2D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ral</a:t>
            </a:r>
            <a:r>
              <a:rPr sz="1463" spc="68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servers</a:t>
            </a:r>
            <a:r>
              <a:rPr sz="1463" spc="169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(e.</a:t>
            </a:r>
            <a:r>
              <a:rPr sz="1688" spc="-8" dirty="0">
                <a:solidFill>
                  <a:srgbClr val="161616"/>
                </a:solidFill>
                <a:latin typeface="PMingLiU"/>
                <a:cs typeface="PMingLiU"/>
              </a:rPr>
              <a:t>g.,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Na</a:t>
            </a:r>
            <a:r>
              <a:rPr sz="1763" dirty="0">
                <a:solidFill>
                  <a:srgbClr val="2D2D2D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s</a:t>
            </a:r>
            <a:r>
              <a:rPr sz="1388" dirty="0">
                <a:solidFill>
                  <a:srgbClr val="2D2D2D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er)</a:t>
            </a:r>
            <a:r>
              <a:rPr sz="1463" spc="86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wh</a:t>
            </a:r>
            <a:r>
              <a:rPr sz="1538" dirty="0">
                <a:solidFill>
                  <a:srgbClr val="2D2D2D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le</a:t>
            </a:r>
            <a:r>
              <a:rPr sz="1463" spc="34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388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hers</a:t>
            </a:r>
            <a:r>
              <a:rPr sz="1463" spc="4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15" dirty="0">
                <a:solidFill>
                  <a:srgbClr val="2D2D2D"/>
                </a:solidFill>
                <a:latin typeface="Times New Roman"/>
                <a:cs typeface="Times New Roman"/>
              </a:rPr>
              <a:t>send </a:t>
            </a:r>
            <a:r>
              <a:rPr sz="1463" dirty="0">
                <a:solidFill>
                  <a:srgbClr val="2D2D2D"/>
                </a:solidFill>
                <a:latin typeface="Times New Roman"/>
                <a:cs typeface="Times New Roman"/>
              </a:rPr>
              <a:t>search</a:t>
            </a:r>
            <a:r>
              <a:rPr sz="1463" spc="139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re</a:t>
            </a:r>
            <a:r>
              <a:rPr spc="-8" dirty="0">
                <a:solidFill>
                  <a:srgbClr val="161616"/>
                </a:solidFill>
                <a:latin typeface="PMingLiU"/>
                <a:cs typeface="PMingLiU"/>
              </a:rPr>
              <a:t>q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ues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s</a:t>
            </a:r>
            <a:endParaRPr sz="1463" dirty="0">
              <a:latin typeface="Times New Roman"/>
              <a:cs typeface="Times New Roman"/>
            </a:endParaRPr>
          </a:p>
          <a:p>
            <a:pPr marL="14764">
              <a:lnSpc>
                <a:spcPts val="1834"/>
              </a:lnSpc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rec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tly</a:t>
            </a:r>
            <a:r>
              <a:rPr sz="1500" spc="86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463" spc="4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her</a:t>
            </a:r>
            <a:r>
              <a:rPr sz="1463" spc="6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88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eers</a:t>
            </a:r>
            <a:r>
              <a:rPr sz="1463" spc="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(e.</a:t>
            </a:r>
            <a:r>
              <a:rPr sz="1688" spc="-8" dirty="0">
                <a:solidFill>
                  <a:srgbClr val="161616"/>
                </a:solidFill>
                <a:latin typeface="PMingLiU"/>
                <a:cs typeface="PMingLiU"/>
              </a:rPr>
              <a:t>g.,</a:t>
            </a:r>
            <a:endParaRPr sz="1688" dirty="0">
              <a:latin typeface="PMingLiU"/>
              <a:cs typeface="PMingLiU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74126" y="3953605"/>
            <a:ext cx="245935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Gnu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ella,</a:t>
            </a:r>
            <a:r>
              <a:rPr sz="1463" spc="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Freene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t,</a:t>
            </a:r>
            <a:r>
              <a:rPr sz="1500" spc="113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spc="56" dirty="0">
                <a:solidFill>
                  <a:srgbClr val="161616"/>
                </a:solidFill>
                <a:latin typeface="Times New Roman"/>
                <a:cs typeface="Times New Roman"/>
              </a:rPr>
              <a:t>&amp;</a:t>
            </a:r>
            <a:r>
              <a:rPr sz="1463" spc="98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Fas</a:t>
            </a:r>
            <a:r>
              <a:rPr sz="1500" spc="-8" dirty="0">
                <a:solidFill>
                  <a:srgbClr val="2D2D2D"/>
                </a:solidFill>
                <a:latin typeface="PMingLiU"/>
                <a:cs typeface="PMingLiU"/>
              </a:rPr>
              <a:t>t</a:t>
            </a:r>
            <a:r>
              <a:rPr sz="1463" spc="-8" dirty="0">
                <a:solidFill>
                  <a:srgbClr val="2D2D2D"/>
                </a:solidFill>
                <a:latin typeface="Times New Roman"/>
                <a:cs typeface="Times New Roman"/>
              </a:rPr>
              <a:t>Track)</a:t>
            </a:r>
            <a:endParaRPr sz="146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0944" y="4037196"/>
            <a:ext cx="553403" cy="64488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4125" spc="4" dirty="0">
                <a:solidFill>
                  <a:srgbClr val="7E6069"/>
                </a:solidFill>
                <a:latin typeface="PMingLiU"/>
                <a:cs typeface="PMingLiU"/>
              </a:rPr>
              <a:t>艾</a:t>
            </a:r>
            <a:endParaRPr sz="4125">
              <a:latin typeface="PMingLiU"/>
              <a:cs typeface="PMingLiU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2498" y="4331548"/>
            <a:ext cx="1124903" cy="764921"/>
          </a:xfrm>
          <a:prstGeom prst="rect">
            <a:avLst/>
          </a:prstGeom>
        </p:spPr>
        <p:txBody>
          <a:bodyPr vert="horz" wrap="square" lIns="0" tIns="46196" rIns="0" bIns="0" rtlCol="0">
            <a:spAutoFit/>
          </a:bodyPr>
          <a:lstStyle/>
          <a:p>
            <a:pPr marL="73343">
              <a:spcBef>
                <a:spcPts val="363"/>
              </a:spcBef>
            </a:pPr>
            <a:r>
              <a:rPr sz="1613" spc="109" dirty="0">
                <a:solidFill>
                  <a:srgbClr val="6E706E"/>
                </a:solidFill>
                <a:latin typeface="PMingLiU"/>
                <a:cs typeface="PMingLiU"/>
              </a:rPr>
              <a:t>勹</a:t>
            </a:r>
            <a:r>
              <a:rPr sz="3113" spc="79" dirty="0">
                <a:solidFill>
                  <a:srgbClr val="6E706E"/>
                </a:solidFill>
                <a:latin typeface="Times New Roman"/>
                <a:cs typeface="Times New Roman"/>
              </a:rPr>
              <a:t>s</a:t>
            </a:r>
            <a:r>
              <a:rPr sz="2925" spc="79" dirty="0">
                <a:solidFill>
                  <a:srgbClr val="6E706E"/>
                </a:solidFill>
                <a:latin typeface="PMingLiU"/>
                <a:cs typeface="PMingLiU"/>
              </a:rPr>
              <a:t>t</a:t>
            </a:r>
            <a:r>
              <a:rPr sz="3113" spc="79" dirty="0">
                <a:solidFill>
                  <a:srgbClr val="6E706E"/>
                </a:solidFill>
                <a:latin typeface="Times New Roman"/>
                <a:cs typeface="Times New Roman"/>
              </a:rPr>
              <a:t>er</a:t>
            </a:r>
            <a:r>
              <a:rPr sz="1613" spc="56" dirty="0">
                <a:solidFill>
                  <a:srgbClr val="9AAAAA"/>
                </a:solidFill>
                <a:latin typeface="PMingLiU"/>
                <a:cs typeface="PMingLiU"/>
              </a:rPr>
              <a:t>勹</a:t>
            </a:r>
            <a:endParaRPr sz="1613">
              <a:latin typeface="PMingLiU"/>
              <a:cs typeface="PMingLiU"/>
            </a:endParaRPr>
          </a:p>
          <a:p>
            <a:pPr marL="223838">
              <a:spcBef>
                <a:spcPts val="75"/>
              </a:spcBef>
            </a:pPr>
            <a:r>
              <a:rPr sz="788" dirty="0">
                <a:solidFill>
                  <a:srgbClr val="B3492F"/>
                </a:solidFill>
                <a:latin typeface="Times New Roman"/>
                <a:cs typeface="Times New Roman"/>
              </a:rPr>
              <a:t>"-.</a:t>
            </a:r>
            <a:r>
              <a:rPr sz="788" dirty="0">
                <a:solidFill>
                  <a:srgbClr val="9AAAAA"/>
                </a:solidFill>
                <a:latin typeface="Times New Roman"/>
                <a:cs typeface="Times New Roman"/>
              </a:rPr>
              <a:t>···············+-</a:t>
            </a:r>
            <a:r>
              <a:rPr sz="788" spc="-19" dirty="0">
                <a:solidFill>
                  <a:srgbClr val="9AAAAA"/>
                </a:solidFill>
                <a:latin typeface="Times New Roman"/>
                <a:cs typeface="Times New Roman"/>
              </a:rPr>
              <a:t>···</a:t>
            </a:r>
            <a:endParaRPr sz="788">
              <a:latin typeface="Times New Roman"/>
              <a:cs typeface="Times New Roman"/>
            </a:endParaRPr>
          </a:p>
          <a:p>
            <a:pPr marL="9525">
              <a:spcBef>
                <a:spcPts val="90"/>
              </a:spcBef>
              <a:tabLst>
                <a:tab pos="307181" algn="l"/>
              </a:tabLst>
            </a:pPr>
            <a:r>
              <a:rPr sz="600" dirty="0">
                <a:solidFill>
                  <a:srgbClr val="D8BA75"/>
                </a:solidFill>
                <a:latin typeface="PMingLiU"/>
                <a:cs typeface="PMingLiU"/>
              </a:rPr>
              <a:t>匕</a:t>
            </a:r>
            <a:r>
              <a:rPr sz="600" spc="-38" dirty="0">
                <a:solidFill>
                  <a:srgbClr val="D8BA75"/>
                </a:solidFill>
                <a:latin typeface="PMingLiU"/>
                <a:cs typeface="PMingLiU"/>
              </a:rPr>
              <a:t>｀</a:t>
            </a:r>
            <a:r>
              <a:rPr sz="600" dirty="0">
                <a:solidFill>
                  <a:srgbClr val="D8BA75"/>
                </a:solidFill>
                <a:latin typeface="PMingLiU"/>
                <a:cs typeface="PMingLiU"/>
              </a:rPr>
              <a:t>	</a:t>
            </a:r>
            <a:r>
              <a:rPr sz="600" spc="86" dirty="0">
                <a:solidFill>
                  <a:srgbClr val="D1BF91"/>
                </a:solidFill>
                <a:latin typeface="PMingLiU"/>
                <a:cs typeface="PMingLiU"/>
              </a:rPr>
              <a:t>｀</a:t>
            </a:r>
            <a:r>
              <a:rPr sz="600" spc="86" dirty="0">
                <a:solidFill>
                  <a:srgbClr val="D8BA75"/>
                </a:solidFill>
                <a:latin typeface="PMingLiU"/>
                <a:cs typeface="PMingLiU"/>
              </a:rPr>
              <a:t>°...</a:t>
            </a:r>
            <a:r>
              <a:rPr sz="600" spc="225" dirty="0">
                <a:solidFill>
                  <a:srgbClr val="D8BA75"/>
                </a:solidFill>
                <a:latin typeface="PMingLiU"/>
                <a:cs typeface="PMingLiU"/>
              </a:rPr>
              <a:t>归幻血</a:t>
            </a:r>
            <a:r>
              <a:rPr sz="600" spc="225" dirty="0">
                <a:solidFill>
                  <a:srgbClr val="9AAAAA"/>
                </a:solidFill>
                <a:latin typeface="PMingLiU"/>
                <a:cs typeface="PMingLiU"/>
              </a:rPr>
              <a:t>；</a:t>
            </a:r>
            <a:r>
              <a:rPr sz="600" spc="188" dirty="0">
                <a:solidFill>
                  <a:srgbClr val="9AAAAA"/>
                </a:solidFill>
                <a:latin typeface="PMingLiU"/>
                <a:cs typeface="PMingLiU"/>
              </a:rPr>
              <a:t>议</a:t>
            </a:r>
            <a:endParaRPr sz="600">
              <a:latin typeface="PMingLiU"/>
              <a:cs typeface="PMingLiU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42121" y="4282639"/>
            <a:ext cx="427673" cy="53530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413" spc="428" dirty="0">
                <a:solidFill>
                  <a:srgbClr val="1D4901"/>
                </a:solidFill>
                <a:latin typeface="PMingLiU"/>
                <a:cs typeface="PMingLiU"/>
              </a:rPr>
              <a:t>Jf</a:t>
            </a:r>
            <a:endParaRPr sz="3413">
              <a:latin typeface="PMingLiU"/>
              <a:cs typeface="PMingLiU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66898" y="526381"/>
            <a:ext cx="2586514" cy="57563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  <a:tabLst>
                <a:tab pos="860108" algn="l"/>
              </a:tabLst>
            </a:pPr>
            <a:r>
              <a:rPr sz="3038" spc="1144" dirty="0">
                <a:solidFill>
                  <a:srgbClr val="1F8C23"/>
                </a:solidFill>
                <a:latin typeface="Segoe UI Symbol"/>
                <a:cs typeface="Segoe UI Symbol"/>
              </a:rPr>
              <a:t>�</a:t>
            </a:r>
            <a:r>
              <a:rPr sz="3038" dirty="0">
                <a:solidFill>
                  <a:srgbClr val="1F8C23"/>
                </a:solidFill>
                <a:latin typeface="Segoe UI Symbol"/>
                <a:cs typeface="Segoe UI Symbol"/>
              </a:rPr>
              <a:t>	</a:t>
            </a:r>
            <a:r>
              <a:rPr sz="3038" spc="-34" dirty="0">
                <a:solidFill>
                  <a:srgbClr val="1F8C23"/>
                </a:solidFill>
                <a:latin typeface="Segoe UI Symbol"/>
                <a:cs typeface="Segoe UI Symbol"/>
              </a:rPr>
              <a:t>B</a:t>
            </a:r>
            <a:r>
              <a:rPr sz="3675" spc="-38" dirty="0">
                <a:solidFill>
                  <a:srgbClr val="1F8C23"/>
                </a:solidFill>
                <a:latin typeface="PMingLiU"/>
                <a:cs typeface="PMingLiU"/>
              </a:rPr>
              <a:t>it</a:t>
            </a:r>
            <a:r>
              <a:rPr sz="3038" spc="-34" dirty="0">
                <a:solidFill>
                  <a:srgbClr val="6E706E"/>
                </a:solidFill>
                <a:latin typeface="Segoe UI Symbol"/>
                <a:cs typeface="Segoe UI Symbol"/>
              </a:rPr>
              <a:t>To</a:t>
            </a:r>
            <a:r>
              <a:rPr sz="3038" spc="-38" dirty="0">
                <a:solidFill>
                  <a:srgbClr val="6E706E"/>
                </a:solidFill>
                <a:latin typeface="Segoe UI Symbol"/>
                <a:cs typeface="Segoe UI Symbol"/>
              </a:rPr>
              <a:t>rr</a:t>
            </a:r>
            <a:r>
              <a:rPr sz="3038" spc="-34" dirty="0">
                <a:solidFill>
                  <a:srgbClr val="6E706E"/>
                </a:solidFill>
                <a:latin typeface="Segoe UI Symbol"/>
                <a:cs typeface="Segoe UI Symbol"/>
              </a:rPr>
              <a:t>en</a:t>
            </a:r>
            <a:r>
              <a:rPr sz="3675" spc="-38" dirty="0">
                <a:solidFill>
                  <a:srgbClr val="6E706E"/>
                </a:solidFill>
                <a:latin typeface="PMingLiU"/>
                <a:cs typeface="PMingLiU"/>
              </a:rPr>
              <a:t>t</a:t>
            </a:r>
            <a:r>
              <a:rPr sz="675" spc="-38" dirty="0">
                <a:solidFill>
                  <a:srgbClr val="ACBABA"/>
                </a:solidFill>
                <a:latin typeface="Times New Roman"/>
                <a:cs typeface="Times New Roman"/>
              </a:rPr>
              <a:t>N</a:t>
            </a:r>
            <a:endParaRPr sz="67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67813" y="1890763"/>
            <a:ext cx="559594" cy="25199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75" spc="199" dirty="0">
                <a:solidFill>
                  <a:srgbClr val="AFC385"/>
                </a:solidFill>
                <a:latin typeface="Segoe UI Symbol"/>
                <a:cs typeface="Segoe UI Symbol"/>
              </a:rPr>
              <a:t>Ir</a:t>
            </a:r>
            <a:r>
              <a:rPr sz="1013" spc="394" dirty="0">
                <a:solidFill>
                  <a:srgbClr val="AFC385"/>
                </a:solidFill>
                <a:latin typeface="PMingLiU"/>
                <a:cs typeface="PMingLiU"/>
              </a:rPr>
              <a:t>喝咖</a:t>
            </a:r>
            <a:endParaRPr sz="1013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92399" y="3213349"/>
            <a:ext cx="2530793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763" spc="1043" dirty="0">
                <a:solidFill>
                  <a:srgbClr val="4B5D4B"/>
                </a:solidFill>
                <a:latin typeface="PMingLiU"/>
                <a:cs typeface="PMingLiU"/>
              </a:rPr>
              <a:t>邑</a:t>
            </a:r>
            <a:r>
              <a:rPr sz="1763" spc="1043" dirty="0">
                <a:solidFill>
                  <a:srgbClr val="6E706E"/>
                </a:solidFill>
                <a:latin typeface="PMingLiU"/>
                <a:cs typeface="PMingLiU"/>
              </a:rPr>
              <a:t>网炬飘霎</a:t>
            </a:r>
            <a:r>
              <a:rPr sz="1763" spc="1020" dirty="0">
                <a:solidFill>
                  <a:srgbClr val="877E44"/>
                </a:solidFill>
                <a:latin typeface="PMingLiU"/>
                <a:cs typeface="PMingLiU"/>
              </a:rPr>
              <a:t>盆＠</a:t>
            </a:r>
            <a:endParaRPr sz="1763">
              <a:latin typeface="PMingLiU"/>
              <a:cs typeface="PMingLiU"/>
            </a:endParaRPr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7B7DD39D-64FE-6B40-85B5-0C3696452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551" y="-281824"/>
            <a:ext cx="5916217" cy="1115507"/>
          </a:xfrm>
          <a:prstGeom prst="rect">
            <a:avLst/>
          </a:prstGeom>
        </p:spPr>
        <p:txBody>
          <a:bodyPr vert="horz" wrap="square" lIns="0" tIns="5903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26870">
              <a:spcBef>
                <a:spcPts val="79"/>
              </a:spcBef>
            </a:pPr>
            <a:r>
              <a:rPr sz="3375" spc="-8" dirty="0">
                <a:solidFill>
                  <a:srgbClr val="E23B0F"/>
                </a:solidFill>
                <a:latin typeface="Times New Roman"/>
                <a:cs typeface="Times New Roman"/>
              </a:rPr>
              <a:t>Collabora</a:t>
            </a:r>
            <a:r>
              <a:rPr sz="3263" spc="-8" dirty="0">
                <a:solidFill>
                  <a:srgbClr val="E23B0F"/>
                </a:solidFill>
                <a:latin typeface="PMingLiU"/>
                <a:cs typeface="PMingLiU"/>
              </a:rPr>
              <a:t>ti</a:t>
            </a:r>
            <a:r>
              <a:rPr sz="3375" spc="-8" dirty="0">
                <a:solidFill>
                  <a:srgbClr val="E23B0F"/>
                </a:solidFill>
                <a:latin typeface="Times New Roman"/>
                <a:cs typeface="Times New Roman"/>
              </a:rPr>
              <a:t>on</a:t>
            </a:r>
            <a:endParaRPr sz="3375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65200" y="633115"/>
            <a:ext cx="7594600" cy="3899786"/>
          </a:xfrm>
          <a:prstGeom prst="rect">
            <a:avLst/>
          </a:prstGeom>
        </p:spPr>
        <p:txBody>
          <a:bodyPr vert="horz" wrap="square" lIns="0" tIns="952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61938" indent="-252413">
              <a:lnSpc>
                <a:spcPts val="1605"/>
              </a:lnSpc>
              <a:spcBef>
                <a:spcPts val="75"/>
              </a:spcBef>
              <a:buClr>
                <a:srgbClr val="111111"/>
              </a:buClr>
              <a:buChar char="•"/>
              <a:tabLst>
                <a:tab pos="261938" algn="l"/>
              </a:tabLst>
            </a:pPr>
            <a:r>
              <a:rPr sz="1800" spc="38" dirty="0"/>
              <a:t>Th</a:t>
            </a:r>
            <a:r>
              <a:rPr sz="1800" spc="38" dirty="0">
                <a:latin typeface="PMingLiU"/>
                <a:cs typeface="PMingLiU"/>
              </a:rPr>
              <a:t>i</a:t>
            </a:r>
            <a:r>
              <a:rPr sz="1800" spc="38" dirty="0"/>
              <a:t>s</a:t>
            </a:r>
            <a:r>
              <a:rPr sz="1800" spc="116" dirty="0"/>
              <a:t> 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s</a:t>
            </a:r>
            <a:r>
              <a:rPr sz="1800" spc="127" dirty="0"/>
              <a:t> </a:t>
            </a:r>
            <a:r>
              <a:rPr sz="1800" dirty="0"/>
              <a:t>no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spc="26" dirty="0">
                <a:latin typeface="PMingLiU"/>
                <a:cs typeface="PMingLiU"/>
              </a:rPr>
              <a:t> </a:t>
            </a:r>
            <a:r>
              <a:rPr sz="1800" dirty="0"/>
              <a:t>a</a:t>
            </a:r>
            <a:r>
              <a:rPr sz="1800" spc="169" dirty="0"/>
              <a:t> 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typi</a:t>
            </a:r>
            <a:r>
              <a:rPr sz="1800" dirty="0">
                <a:solidFill>
                  <a:srgbClr val="3B3B3B"/>
                </a:solidFill>
              </a:rPr>
              <a:t>cal</a:t>
            </a:r>
            <a:r>
              <a:rPr sz="1800" spc="53" dirty="0">
                <a:solidFill>
                  <a:srgbClr val="3B3B3B"/>
                </a:solidFill>
              </a:rPr>
              <a:t> </a:t>
            </a:r>
            <a:r>
              <a:rPr sz="1800" dirty="0">
                <a:solidFill>
                  <a:srgbClr val="3B3B3B"/>
                </a:solidFill>
              </a:rPr>
              <a:t>exa</a:t>
            </a:r>
            <a:r>
              <a:rPr sz="1800" dirty="0">
                <a:solidFill>
                  <a:srgbClr val="111111"/>
                </a:solidFill>
              </a:rPr>
              <a:t>m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800" dirty="0">
                <a:solidFill>
                  <a:srgbClr val="111111"/>
                </a:solidFill>
              </a:rPr>
              <a:t>l</a:t>
            </a:r>
            <a:r>
              <a:rPr sz="1800" dirty="0">
                <a:solidFill>
                  <a:srgbClr val="3B3B3B"/>
                </a:solidFill>
              </a:rPr>
              <a:t>e</a:t>
            </a:r>
            <a:r>
              <a:rPr sz="1800" spc="158" dirty="0">
                <a:solidFill>
                  <a:srgbClr val="3B3B3B"/>
                </a:solidFill>
              </a:rPr>
              <a:t> </a:t>
            </a:r>
            <a:r>
              <a:rPr sz="1800" dirty="0">
                <a:latin typeface="PMingLiU"/>
                <a:cs typeface="PMingLiU"/>
              </a:rPr>
              <a:t>fo</a:t>
            </a:r>
            <a:r>
              <a:rPr sz="1800" dirty="0"/>
              <a:t>r</a:t>
            </a:r>
            <a:r>
              <a:rPr sz="1800" spc="146" dirty="0"/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he</a:t>
            </a:r>
            <a:r>
              <a:rPr sz="1800" spc="184" dirty="0"/>
              <a:t> </a:t>
            </a:r>
            <a:r>
              <a:rPr sz="1800" dirty="0"/>
              <a:t>use</a:t>
            </a:r>
            <a:r>
              <a:rPr sz="1800" dirty="0">
                <a:latin typeface="PMingLiU"/>
                <a:cs typeface="PMingLiU"/>
              </a:rPr>
              <a:t>fu</a:t>
            </a:r>
            <a:r>
              <a:rPr sz="1800" dirty="0"/>
              <a:t>lness</a:t>
            </a:r>
            <a:r>
              <a:rPr sz="1800" spc="83" dirty="0"/>
              <a:t> </a:t>
            </a:r>
            <a:r>
              <a:rPr sz="1800" dirty="0"/>
              <a:t>o</a:t>
            </a:r>
            <a:r>
              <a:rPr sz="1800" dirty="0">
                <a:latin typeface="PMingLiU"/>
                <a:cs typeface="PMingLiU"/>
              </a:rPr>
              <a:t>f</a:t>
            </a:r>
            <a:r>
              <a:rPr sz="1800" spc="101" dirty="0">
                <a:latin typeface="PMingLiU"/>
                <a:cs typeface="PMingLiU"/>
              </a:rPr>
              <a:t> </a:t>
            </a:r>
            <a:r>
              <a:rPr sz="1800" dirty="0">
                <a:solidFill>
                  <a:srgbClr val="111111"/>
                </a:solidFill>
              </a:rPr>
              <a:t>P</a:t>
            </a:r>
            <a:r>
              <a:rPr sz="1800" dirty="0">
                <a:solidFill>
                  <a:srgbClr val="3B3B3B"/>
                </a:solidFill>
              </a:rPr>
              <a:t>2</a:t>
            </a:r>
            <a:r>
              <a:rPr sz="1800" dirty="0">
                <a:solidFill>
                  <a:srgbClr val="111111"/>
                </a:solidFill>
              </a:rPr>
              <a:t>P</a:t>
            </a:r>
            <a:r>
              <a:rPr sz="1800" spc="127" dirty="0">
                <a:solidFill>
                  <a:srgbClr val="111111"/>
                </a:solidFill>
              </a:rPr>
              <a:t> </a:t>
            </a:r>
            <a:r>
              <a:rPr sz="1800" spc="-8" dirty="0">
                <a:latin typeface="PMingLiU"/>
                <a:cs typeface="PMingLiU"/>
              </a:rPr>
              <a:t>t</a:t>
            </a:r>
            <a:r>
              <a:rPr sz="1800" spc="-8" dirty="0"/>
              <a:t>echnolo</a:t>
            </a:r>
            <a:r>
              <a:rPr sz="1800" spc="-8" dirty="0">
                <a:latin typeface="PMingLiU"/>
                <a:cs typeface="PMingLiU"/>
              </a:rPr>
              <a:t>gy</a:t>
            </a:r>
            <a:endParaRPr sz="1800" dirty="0">
              <a:latin typeface="PMingLiU"/>
              <a:cs typeface="PMingLiU"/>
            </a:endParaRPr>
          </a:p>
          <a:p>
            <a:pPr marL="262890" indent="-253365">
              <a:lnSpc>
                <a:spcPts val="1459"/>
              </a:lnSpc>
              <a:buChar char="•"/>
              <a:tabLst>
                <a:tab pos="262890" algn="l"/>
              </a:tabLst>
            </a:pPr>
            <a:r>
              <a:rPr sz="1800" dirty="0">
                <a:solidFill>
                  <a:srgbClr val="111111"/>
                </a:solidFill>
              </a:rPr>
              <a:t>I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800" spc="127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3B3B3B"/>
                </a:solidFill>
              </a:rPr>
              <a:t>s</a:t>
            </a:r>
            <a:r>
              <a:rPr sz="1800" spc="83" dirty="0">
                <a:solidFill>
                  <a:srgbClr val="3B3B3B"/>
                </a:solidFill>
              </a:rPr>
              <a:t> </a:t>
            </a:r>
            <a:r>
              <a:rPr sz="1800" dirty="0"/>
              <a:t>abou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spc="139" dirty="0">
                <a:latin typeface="PMingLiU"/>
                <a:cs typeface="PMingLiU"/>
              </a:rPr>
              <a:t> </a:t>
            </a:r>
            <a:r>
              <a:rPr sz="1800" dirty="0">
                <a:solidFill>
                  <a:srgbClr val="111111"/>
                </a:solidFill>
              </a:rPr>
              <a:t>hav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111111"/>
                </a:solidFill>
              </a:rPr>
              <a:t>n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g</a:t>
            </a:r>
            <a:r>
              <a:rPr sz="1800" spc="135" dirty="0">
                <a:solidFill>
                  <a:srgbClr val="3B3B3B"/>
                </a:solidFill>
                <a:latin typeface="PMingLiU"/>
                <a:cs typeface="PMingLiU"/>
              </a:rPr>
              <a:t> </a:t>
            </a:r>
            <a:r>
              <a:rPr sz="1800" dirty="0">
                <a:latin typeface="PMingLiU"/>
                <a:cs typeface="PMingLiU"/>
              </a:rPr>
              <a:t>p</a:t>
            </a:r>
            <a:r>
              <a:rPr sz="1800" dirty="0"/>
              <a:t>eo</a:t>
            </a:r>
            <a:r>
              <a:rPr sz="1800" dirty="0">
                <a:latin typeface="PMingLiU"/>
                <a:cs typeface="PMingLiU"/>
              </a:rPr>
              <a:t>p</a:t>
            </a:r>
            <a:r>
              <a:rPr sz="1800" dirty="0"/>
              <a:t>le</a:t>
            </a:r>
            <a:r>
              <a:rPr sz="1800" spc="172" dirty="0"/>
              <a:t> </a:t>
            </a:r>
            <a:r>
              <a:rPr sz="1800" dirty="0">
                <a:solidFill>
                  <a:srgbClr val="111111"/>
                </a:solidFill>
              </a:rPr>
              <a:t>ha</a:t>
            </a:r>
            <a:r>
              <a:rPr sz="1800" dirty="0">
                <a:solidFill>
                  <a:srgbClr val="3B3B3B"/>
                </a:solidFill>
              </a:rPr>
              <a:t>v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111111"/>
                </a:solidFill>
              </a:rPr>
              <a:t>n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g</a:t>
            </a:r>
            <a:r>
              <a:rPr sz="1800" spc="124" dirty="0">
                <a:solidFill>
                  <a:srgbClr val="3B3B3B"/>
                </a:solidFill>
                <a:latin typeface="PMingLiU"/>
                <a:cs typeface="PMingLiU"/>
              </a:rPr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he</a:t>
            </a:r>
            <a:r>
              <a:rPr sz="1800" spc="105" dirty="0"/>
              <a:t> </a:t>
            </a:r>
            <a:r>
              <a:rPr sz="1800" spc="53" dirty="0">
                <a:solidFill>
                  <a:srgbClr val="3B3B3B"/>
                </a:solidFill>
              </a:rPr>
              <a:t>same</a:t>
            </a:r>
            <a:r>
              <a:rPr sz="1800" spc="90" dirty="0">
                <a:solidFill>
                  <a:srgbClr val="3B3B3B"/>
                </a:solidFill>
              </a:rPr>
              <a:t> </a:t>
            </a:r>
            <a:r>
              <a:rPr sz="1800" dirty="0"/>
              <a:t>v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ew</a:t>
            </a:r>
            <a:r>
              <a:rPr sz="1800" spc="161" dirty="0"/>
              <a:t> </a:t>
            </a:r>
            <a:r>
              <a:rPr sz="1800" dirty="0"/>
              <a:t>or</a:t>
            </a:r>
            <a:r>
              <a:rPr sz="1800" spc="176" dirty="0"/>
              <a:t> </a:t>
            </a:r>
            <a:r>
              <a:rPr sz="1800" dirty="0"/>
              <a:t>d</a:t>
            </a:r>
            <a:r>
              <a:rPr sz="1800" dirty="0">
                <a:latin typeface="PMingLiU"/>
                <a:cs typeface="PMingLiU"/>
              </a:rPr>
              <a:t>iff</a:t>
            </a:r>
            <a:r>
              <a:rPr sz="1800" dirty="0"/>
              <a:t>eren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spc="68" dirty="0">
                <a:latin typeface="PMingLiU"/>
                <a:cs typeface="PMingLiU"/>
              </a:rPr>
              <a:t> </a:t>
            </a:r>
            <a:r>
              <a:rPr sz="1800" dirty="0"/>
              <a:t>v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ews</a:t>
            </a:r>
            <a:r>
              <a:rPr sz="1800" spc="86" dirty="0"/>
              <a:t> </a:t>
            </a:r>
            <a:r>
              <a:rPr sz="1800" dirty="0"/>
              <a:t>on</a:t>
            </a:r>
            <a:r>
              <a:rPr sz="1800" spc="90" dirty="0"/>
              <a:t> </a:t>
            </a:r>
            <a:r>
              <a:rPr sz="1800" spc="-8" dirty="0">
                <a:solidFill>
                  <a:srgbClr val="3B3B3B"/>
                </a:solidFill>
              </a:rPr>
              <a:t>s</a:t>
            </a:r>
            <a:r>
              <a:rPr sz="1800" spc="-8" dirty="0">
                <a:solidFill>
                  <a:srgbClr val="111111"/>
                </a:solidFill>
              </a:rPr>
              <a:t>har</a:t>
            </a:r>
            <a:r>
              <a:rPr sz="1800" spc="-8" dirty="0">
                <a:solidFill>
                  <a:srgbClr val="3B3B3B"/>
                </a:solidFill>
              </a:rPr>
              <a:t>e</a:t>
            </a:r>
            <a:r>
              <a:rPr sz="1800" spc="-8" dirty="0">
                <a:solidFill>
                  <a:srgbClr val="111111"/>
                </a:solidFill>
              </a:rPr>
              <a:t>d</a:t>
            </a:r>
            <a:endParaRPr sz="1800" dirty="0">
              <a:latin typeface="PMingLiU"/>
              <a:cs typeface="PMingLiU"/>
            </a:endParaRPr>
          </a:p>
          <a:p>
            <a:pPr marL="271463">
              <a:lnSpc>
                <a:spcPts val="1473"/>
              </a:lnSpc>
            </a:pPr>
            <a:r>
              <a:rPr sz="1800" spc="-8" dirty="0">
                <a:latin typeface="PMingLiU"/>
                <a:cs typeface="PMingLiU"/>
              </a:rPr>
              <a:t>i</a:t>
            </a:r>
            <a:r>
              <a:rPr sz="1800" spc="-8" dirty="0"/>
              <a:t>n</a:t>
            </a:r>
            <a:r>
              <a:rPr sz="1800" spc="-8" dirty="0">
                <a:latin typeface="PMingLiU"/>
                <a:cs typeface="PMingLiU"/>
              </a:rPr>
              <a:t>fo</a:t>
            </a:r>
            <a:r>
              <a:rPr sz="1800" spc="-8" dirty="0"/>
              <a:t>rma</a:t>
            </a:r>
            <a:r>
              <a:rPr sz="1800" spc="-8" dirty="0">
                <a:latin typeface="PMingLiU"/>
                <a:cs typeface="PMingLiU"/>
              </a:rPr>
              <a:t>ti</a:t>
            </a:r>
            <a:r>
              <a:rPr sz="1800" spc="-8" dirty="0"/>
              <a:t>on</a:t>
            </a:r>
            <a:endParaRPr sz="1800" dirty="0">
              <a:latin typeface="PMingLiU"/>
              <a:cs typeface="PMingLiU"/>
            </a:endParaRPr>
          </a:p>
          <a:p>
            <a:pPr marL="261461" indent="-251936" algn="just">
              <a:lnSpc>
                <a:spcPts val="1605"/>
              </a:lnSpc>
              <a:spcBef>
                <a:spcPts val="23"/>
              </a:spcBef>
              <a:buClr>
                <a:srgbClr val="111111"/>
              </a:buClr>
              <a:buChar char="•"/>
              <a:tabLst>
                <a:tab pos="261461" algn="l"/>
              </a:tabLst>
            </a:pPr>
            <a:r>
              <a:rPr sz="1800" spc="38" dirty="0"/>
              <a:t>Th</a:t>
            </a:r>
            <a:r>
              <a:rPr sz="1800" spc="38" dirty="0">
                <a:latin typeface="PMingLiU"/>
                <a:cs typeface="PMingLiU"/>
              </a:rPr>
              <a:t>i</a:t>
            </a:r>
            <a:r>
              <a:rPr sz="1800" spc="38" dirty="0"/>
              <a:t>s</a:t>
            </a:r>
            <a:r>
              <a:rPr sz="1800" spc="131" dirty="0"/>
              <a:t> </a:t>
            </a:r>
            <a:r>
              <a:rPr sz="1800" dirty="0"/>
              <a:t>would</a:t>
            </a:r>
            <a:r>
              <a:rPr sz="1800" spc="158" dirty="0"/>
              <a:t> 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typi</a:t>
            </a:r>
            <a:r>
              <a:rPr sz="1800" dirty="0">
                <a:solidFill>
                  <a:srgbClr val="3B3B3B"/>
                </a:solidFill>
              </a:rPr>
              <a:t>call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y</a:t>
            </a:r>
            <a:r>
              <a:rPr sz="1800" spc="86" dirty="0">
                <a:solidFill>
                  <a:srgbClr val="3B3B3B"/>
                </a:solidFill>
                <a:latin typeface="PMingLiU"/>
                <a:cs typeface="PMingLiU"/>
              </a:rPr>
              <a:t> </a:t>
            </a:r>
            <a:r>
              <a:rPr sz="1800" spc="38" dirty="0"/>
              <a:t>call</a:t>
            </a:r>
            <a:r>
              <a:rPr sz="1800" spc="60" dirty="0"/>
              <a:t> </a:t>
            </a:r>
            <a:r>
              <a:rPr sz="1800" dirty="0">
                <a:latin typeface="PMingLiU"/>
                <a:cs typeface="PMingLiU"/>
              </a:rPr>
              <a:t>fo</a:t>
            </a:r>
            <a:r>
              <a:rPr sz="1800" dirty="0"/>
              <a:t>r</a:t>
            </a:r>
            <a:r>
              <a:rPr sz="1800" spc="176" dirty="0"/>
              <a:t> </a:t>
            </a:r>
            <a:r>
              <a:rPr sz="1800" dirty="0"/>
              <a:t>a</a:t>
            </a:r>
            <a:r>
              <a:rPr sz="1800" spc="56" dirty="0"/>
              <a:t> </a:t>
            </a:r>
            <a:r>
              <a:rPr sz="1800" dirty="0">
                <a:solidFill>
                  <a:srgbClr val="3B3B3B"/>
                </a:solidFill>
              </a:rPr>
              <a:t>server</a:t>
            </a:r>
            <a:r>
              <a:rPr sz="1800" spc="90" dirty="0">
                <a:solidFill>
                  <a:srgbClr val="3B3B3B"/>
                </a:solidFill>
              </a:rPr>
              <a:t> </a:t>
            </a:r>
            <a:r>
              <a:rPr sz="1800" dirty="0">
                <a:solidFill>
                  <a:srgbClr val="3B3B3B"/>
                </a:solidFill>
              </a:rPr>
              <a:t>s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t</a:t>
            </a:r>
            <a:r>
              <a:rPr sz="1800" dirty="0">
                <a:solidFill>
                  <a:srgbClr val="3B3B3B"/>
                </a:solidFill>
              </a:rPr>
              <a:t>or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111111"/>
                </a:solidFill>
              </a:rPr>
              <a:t>n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g</a:t>
            </a:r>
            <a:r>
              <a:rPr sz="1800" spc="195" dirty="0">
                <a:solidFill>
                  <a:srgbClr val="3B3B3B"/>
                </a:solidFill>
                <a:latin typeface="PMingLiU"/>
                <a:cs typeface="PMingLiU"/>
              </a:rPr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s</a:t>
            </a:r>
            <a:r>
              <a:rPr sz="1800" spc="120" dirty="0"/>
              <a:t> </a:t>
            </a:r>
            <a:r>
              <a:rPr sz="1800" spc="-8" dirty="0">
                <a:solidFill>
                  <a:srgbClr val="3B3B3B"/>
                </a:solidFill>
                <a:latin typeface="PMingLiU"/>
                <a:cs typeface="PMingLiU"/>
              </a:rPr>
              <a:t>i</a:t>
            </a:r>
            <a:r>
              <a:rPr sz="1800" spc="-8" dirty="0">
                <a:solidFill>
                  <a:srgbClr val="3B3B3B"/>
                </a:solidFill>
              </a:rPr>
              <a:t>n</a:t>
            </a:r>
            <a:r>
              <a:rPr sz="1800" spc="-8" dirty="0">
                <a:solidFill>
                  <a:srgbClr val="3B3B3B"/>
                </a:solidFill>
                <a:latin typeface="PMingLiU"/>
                <a:cs typeface="PMingLiU"/>
              </a:rPr>
              <a:t>fo</a:t>
            </a:r>
            <a:r>
              <a:rPr sz="1800" spc="-8" dirty="0">
                <a:solidFill>
                  <a:srgbClr val="3B3B3B"/>
                </a:solidFill>
              </a:rPr>
              <a:t>rma</a:t>
            </a:r>
            <a:r>
              <a:rPr sz="1800" spc="-8" dirty="0">
                <a:solidFill>
                  <a:srgbClr val="3B3B3B"/>
                </a:solidFill>
                <a:latin typeface="PMingLiU"/>
                <a:cs typeface="PMingLiU"/>
              </a:rPr>
              <a:t>t</a:t>
            </a:r>
            <a:r>
              <a:rPr sz="1800" spc="-8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spc="-8" dirty="0">
                <a:solidFill>
                  <a:srgbClr val="111111"/>
                </a:solidFill>
              </a:rPr>
              <a:t>on</a:t>
            </a:r>
            <a:endParaRPr sz="1800" dirty="0">
              <a:latin typeface="PMingLiU"/>
              <a:cs typeface="PMingLiU"/>
            </a:endParaRPr>
          </a:p>
          <a:p>
            <a:pPr marL="260985" marR="3810" indent="-251936" algn="just">
              <a:lnSpc>
                <a:spcPct val="80200"/>
              </a:lnSpc>
              <a:spcBef>
                <a:spcPts val="307"/>
              </a:spcBef>
              <a:buClr>
                <a:srgbClr val="111111"/>
              </a:buClr>
              <a:buChar char="•"/>
              <a:tabLst>
                <a:tab pos="265748" algn="l"/>
              </a:tabLst>
            </a:pPr>
            <a:r>
              <a:rPr sz="1800" dirty="0"/>
              <a:t>Th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s</a:t>
            </a:r>
            <a:r>
              <a:rPr sz="1800" spc="214" dirty="0"/>
              <a:t> </a:t>
            </a:r>
            <a:r>
              <a:rPr sz="1800" dirty="0"/>
              <a:t>wa</a:t>
            </a:r>
            <a:r>
              <a:rPr sz="1800" dirty="0">
                <a:latin typeface="PMingLiU"/>
                <a:cs typeface="PMingLiU"/>
              </a:rPr>
              <a:t>y</a:t>
            </a:r>
            <a:r>
              <a:rPr sz="1800" dirty="0">
                <a:solidFill>
                  <a:srgbClr val="524F69"/>
                </a:solidFill>
                <a:latin typeface="PMingLiU"/>
                <a:cs typeface="PMingLiU"/>
              </a:rPr>
              <a:t>,</a:t>
            </a:r>
            <a:r>
              <a:rPr sz="1800" spc="-15" dirty="0">
                <a:solidFill>
                  <a:srgbClr val="524F69"/>
                </a:solidFill>
                <a:latin typeface="PMingLiU"/>
                <a:cs typeface="PMingLiU"/>
              </a:rPr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he</a:t>
            </a:r>
            <a:r>
              <a:rPr sz="1800" spc="184" dirty="0"/>
              <a:t> 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111111"/>
                </a:solidFill>
              </a:rPr>
              <a:t>n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fo</a:t>
            </a:r>
            <a:r>
              <a:rPr sz="1800" dirty="0">
                <a:solidFill>
                  <a:srgbClr val="3B3B3B"/>
                </a:solidFill>
              </a:rPr>
              <a:t>rma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ti</a:t>
            </a:r>
            <a:r>
              <a:rPr sz="1800" dirty="0">
                <a:solidFill>
                  <a:srgbClr val="3B3B3B"/>
                </a:solidFill>
              </a:rPr>
              <a:t>o</a:t>
            </a:r>
            <a:r>
              <a:rPr sz="1800" dirty="0">
                <a:solidFill>
                  <a:srgbClr val="111111"/>
                </a:solidFill>
              </a:rPr>
              <a:t>n</a:t>
            </a:r>
            <a:r>
              <a:rPr sz="1800" spc="236" dirty="0">
                <a:solidFill>
                  <a:srgbClr val="111111"/>
                </a:solidFill>
              </a:rPr>
              <a:t> 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3B3B3B"/>
                </a:solidFill>
              </a:rPr>
              <a:t>s</a:t>
            </a:r>
            <a:r>
              <a:rPr sz="1800" spc="169" dirty="0">
                <a:solidFill>
                  <a:srgbClr val="3B3B3B"/>
                </a:solidFill>
              </a:rPr>
              <a:t> </a:t>
            </a:r>
            <a:r>
              <a:rPr sz="1800" dirty="0"/>
              <a:t>ava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lable</a:t>
            </a:r>
            <a:r>
              <a:rPr sz="1800" spc="191" dirty="0"/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o</a:t>
            </a:r>
            <a:r>
              <a:rPr sz="1800" spc="120" dirty="0"/>
              <a:t> </a:t>
            </a:r>
            <a:r>
              <a:rPr sz="1800" dirty="0"/>
              <a:t>all</a:t>
            </a:r>
            <a:r>
              <a:rPr sz="1800" spc="210" dirty="0"/>
              <a:t> </a:t>
            </a:r>
            <a:r>
              <a:rPr sz="1800" dirty="0"/>
              <a:t>members</a:t>
            </a:r>
            <a:r>
              <a:rPr sz="1800" spc="191" dirty="0"/>
              <a:t> </a:t>
            </a:r>
            <a:r>
              <a:rPr sz="1800" dirty="0"/>
              <a:t>w</a:t>
            </a:r>
            <a:r>
              <a:rPr sz="1800" dirty="0">
                <a:latin typeface="PMingLiU"/>
                <a:cs typeface="PMingLiU"/>
              </a:rPr>
              <a:t>it</a:t>
            </a:r>
            <a:r>
              <a:rPr sz="1800" dirty="0"/>
              <a:t>hou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spc="158" dirty="0">
                <a:latin typeface="PMingLiU"/>
                <a:cs typeface="PMingLiU"/>
              </a:rPr>
              <a:t> 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t</a:t>
            </a:r>
            <a:r>
              <a:rPr sz="1800" dirty="0">
                <a:solidFill>
                  <a:srgbClr val="3B3B3B"/>
                </a:solidFill>
              </a:rPr>
              <a:t>he</a:t>
            </a:r>
            <a:r>
              <a:rPr sz="1800" spc="191" dirty="0">
                <a:solidFill>
                  <a:srgbClr val="3B3B3B"/>
                </a:solidFill>
              </a:rPr>
              <a:t> </a:t>
            </a:r>
            <a:r>
              <a:rPr sz="1800" dirty="0">
                <a:solidFill>
                  <a:srgbClr val="111111"/>
                </a:solidFill>
              </a:rPr>
              <a:t>n</a:t>
            </a:r>
            <a:r>
              <a:rPr sz="1800" dirty="0">
                <a:solidFill>
                  <a:srgbClr val="3B3B3B"/>
                </a:solidFill>
              </a:rPr>
              <a:t>ecess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it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y</a:t>
            </a:r>
            <a:r>
              <a:rPr sz="1800" spc="101" dirty="0">
                <a:solidFill>
                  <a:srgbClr val="3B3B3B"/>
                </a:solidFill>
                <a:latin typeface="PMingLiU"/>
                <a:cs typeface="PMingLiU"/>
              </a:rPr>
              <a:t> </a:t>
            </a:r>
            <a:r>
              <a:rPr sz="1800" spc="-19" dirty="0"/>
              <a:t>o</a:t>
            </a:r>
            <a:r>
              <a:rPr sz="1800" spc="-19" dirty="0">
                <a:latin typeface="PMingLiU"/>
                <a:cs typeface="PMingLiU"/>
              </a:rPr>
              <a:t>f 	</a:t>
            </a:r>
            <a:r>
              <a:rPr sz="1800" spc="8" dirty="0"/>
              <a:t>hav</a:t>
            </a:r>
            <a:r>
              <a:rPr sz="1800" spc="8" dirty="0">
                <a:latin typeface="PMingLiU"/>
                <a:cs typeface="PMingLiU"/>
              </a:rPr>
              <a:t>i</a:t>
            </a:r>
            <a:r>
              <a:rPr sz="1800" spc="8" dirty="0"/>
              <a:t>n</a:t>
            </a:r>
            <a:r>
              <a:rPr sz="1800" spc="8" dirty="0">
                <a:latin typeface="PMingLiU"/>
                <a:cs typeface="PMingLiU"/>
              </a:rPr>
              <a:t>g</a:t>
            </a:r>
            <a:r>
              <a:rPr sz="1800" spc="150" dirty="0">
                <a:latin typeface="PMingLiU"/>
                <a:cs typeface="PMingLiU"/>
              </a:rPr>
              <a:t> 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he</a:t>
            </a:r>
            <a:r>
              <a:rPr sz="1800" spc="124" dirty="0"/>
              <a:t> </a:t>
            </a:r>
            <a:r>
              <a:rPr sz="1800" spc="8" dirty="0">
                <a:latin typeface="PMingLiU"/>
                <a:cs typeface="PMingLiU"/>
              </a:rPr>
              <a:t>i</a:t>
            </a:r>
            <a:r>
              <a:rPr sz="1800" spc="8" dirty="0"/>
              <a:t>n</a:t>
            </a:r>
            <a:r>
              <a:rPr sz="1800" spc="8" dirty="0">
                <a:latin typeface="PMingLiU"/>
                <a:cs typeface="PMingLiU"/>
              </a:rPr>
              <a:t>fo</a:t>
            </a:r>
            <a:r>
              <a:rPr sz="1800" spc="8" dirty="0"/>
              <a:t>rma</a:t>
            </a:r>
            <a:r>
              <a:rPr sz="1800" spc="8" dirty="0">
                <a:latin typeface="PMingLiU"/>
                <a:cs typeface="PMingLiU"/>
              </a:rPr>
              <a:t>ti</a:t>
            </a:r>
            <a:r>
              <a:rPr sz="1800" spc="8" dirty="0"/>
              <a:t>on</a:t>
            </a:r>
            <a:r>
              <a:rPr sz="1800" spc="124" dirty="0"/>
              <a:t> </a:t>
            </a:r>
            <a:r>
              <a:rPr sz="1800" spc="8" dirty="0">
                <a:latin typeface="PMingLiU"/>
                <a:cs typeface="PMingLiU"/>
              </a:rPr>
              <a:t>p</a:t>
            </a:r>
            <a:r>
              <a:rPr sz="1800" spc="8" dirty="0"/>
              <a:t>rov</a:t>
            </a:r>
            <a:r>
              <a:rPr sz="1800" spc="8" dirty="0">
                <a:latin typeface="PMingLiU"/>
                <a:cs typeface="PMingLiU"/>
              </a:rPr>
              <a:t>i</a:t>
            </a:r>
            <a:r>
              <a:rPr sz="1800" spc="8" dirty="0"/>
              <a:t>der</a:t>
            </a:r>
            <a:r>
              <a:rPr sz="1800" spc="131" dirty="0"/>
              <a:t> </a:t>
            </a:r>
            <a:r>
              <a:rPr sz="1800" spc="8" dirty="0"/>
              <a:t>or</a:t>
            </a:r>
            <a:r>
              <a:rPr sz="1800" spc="86" dirty="0"/>
              <a:t> </a:t>
            </a:r>
            <a:r>
              <a:rPr sz="1800" spc="8" dirty="0"/>
              <a:t>con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r</a:t>
            </a:r>
            <a:r>
              <a:rPr sz="1800" spc="8" dirty="0">
                <a:latin typeface="PMingLiU"/>
                <a:cs typeface="PMingLiU"/>
              </a:rPr>
              <a:t>i</a:t>
            </a:r>
            <a:r>
              <a:rPr sz="1800" spc="8" dirty="0"/>
              <a:t>bu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or</a:t>
            </a:r>
            <a:r>
              <a:rPr sz="1800" spc="131" dirty="0"/>
              <a:t> </a:t>
            </a:r>
            <a:r>
              <a:rPr sz="1800" spc="8" dirty="0"/>
              <a:t>on</a:t>
            </a:r>
            <a:r>
              <a:rPr sz="1800" spc="8" dirty="0">
                <a:latin typeface="PMingLiU"/>
                <a:cs typeface="PMingLiU"/>
              </a:rPr>
              <a:t>li</a:t>
            </a:r>
            <a:r>
              <a:rPr sz="1800" spc="8" dirty="0"/>
              <a:t>ne</a:t>
            </a:r>
            <a:r>
              <a:rPr sz="1800" spc="153" dirty="0"/>
              <a:t> </a:t>
            </a:r>
            <a:r>
              <a:rPr sz="1800" spc="8" dirty="0"/>
              <a:t>or</a:t>
            </a:r>
            <a:r>
              <a:rPr sz="1800" spc="217" dirty="0"/>
              <a:t> 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he</a:t>
            </a:r>
            <a:r>
              <a:rPr sz="1800" spc="161" dirty="0"/>
              <a:t> </a:t>
            </a:r>
            <a:r>
              <a:rPr sz="1800" spc="8" dirty="0"/>
              <a:t>da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a</a:t>
            </a:r>
            <a:r>
              <a:rPr sz="1800" spc="94" dirty="0"/>
              <a:t> </a:t>
            </a:r>
            <a:r>
              <a:rPr sz="1800" spc="8" dirty="0"/>
              <a:t>d</a:t>
            </a:r>
            <a:r>
              <a:rPr sz="1800" spc="8" dirty="0">
                <a:latin typeface="PMingLiU"/>
                <a:cs typeface="PMingLiU"/>
              </a:rPr>
              <a:t>i</a:t>
            </a:r>
            <a:r>
              <a:rPr sz="1800" spc="8" dirty="0"/>
              <a:t>s</a:t>
            </a:r>
            <a:r>
              <a:rPr sz="1800" spc="8" dirty="0">
                <a:latin typeface="PMingLiU"/>
                <a:cs typeface="PMingLiU"/>
              </a:rPr>
              <a:t>tri</a:t>
            </a:r>
            <a:r>
              <a:rPr sz="1800" spc="8" dirty="0"/>
              <a:t>bu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ed</a:t>
            </a:r>
            <a:r>
              <a:rPr sz="1800" spc="180" dirty="0"/>
              <a:t> </a:t>
            </a:r>
            <a:r>
              <a:rPr sz="1800" spc="-19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800" spc="-19" dirty="0">
                <a:solidFill>
                  <a:srgbClr val="111111"/>
                </a:solidFill>
              </a:rPr>
              <a:t>o 	</a:t>
            </a:r>
            <a:r>
              <a:rPr sz="1800" dirty="0"/>
              <a:t>all</a:t>
            </a:r>
            <a:r>
              <a:rPr sz="1800" spc="94" dirty="0"/>
              <a:t> </a:t>
            </a:r>
            <a:r>
              <a:rPr sz="1800" dirty="0"/>
              <a:t>o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her</a:t>
            </a:r>
            <a:r>
              <a:rPr sz="1800" spc="131" dirty="0"/>
              <a:t> </a:t>
            </a:r>
            <a:r>
              <a:rPr sz="1800" spc="-8" dirty="0">
                <a:latin typeface="PMingLiU"/>
                <a:cs typeface="PMingLiU"/>
              </a:rPr>
              <a:t>p</a:t>
            </a:r>
            <a:r>
              <a:rPr sz="1800" spc="-8" dirty="0"/>
              <a:t>ar</a:t>
            </a:r>
            <a:r>
              <a:rPr sz="1800" spc="-8" dirty="0">
                <a:latin typeface="PMingLiU"/>
                <a:cs typeface="PMingLiU"/>
              </a:rPr>
              <a:t>ti</a:t>
            </a:r>
            <a:r>
              <a:rPr sz="1800" spc="-8" dirty="0"/>
              <a:t>c</a:t>
            </a:r>
            <a:r>
              <a:rPr sz="1800" spc="-8" dirty="0">
                <a:latin typeface="PMingLiU"/>
                <a:cs typeface="PMingLiU"/>
              </a:rPr>
              <a:t>ip</a:t>
            </a:r>
            <a:r>
              <a:rPr sz="1800" spc="-8" dirty="0"/>
              <a:t>an</a:t>
            </a:r>
            <a:r>
              <a:rPr sz="1800" spc="-8" dirty="0">
                <a:latin typeface="PMingLiU"/>
                <a:cs typeface="PMingLiU"/>
              </a:rPr>
              <a:t>t</a:t>
            </a:r>
            <a:r>
              <a:rPr sz="1800" spc="-8" dirty="0"/>
              <a:t>s</a:t>
            </a:r>
            <a:endParaRPr sz="1800" dirty="0">
              <a:latin typeface="PMingLiU"/>
              <a:cs typeface="PMingLiU"/>
            </a:endParaRPr>
          </a:p>
          <a:p>
            <a:pPr marL="270986" indent="-261461" algn="just">
              <a:spcBef>
                <a:spcPts val="23"/>
              </a:spcBef>
              <a:buChar char="•"/>
              <a:tabLst>
                <a:tab pos="270986" algn="l"/>
              </a:tabLst>
            </a:pPr>
            <a:r>
              <a:rPr sz="1800" dirty="0">
                <a:solidFill>
                  <a:srgbClr val="111111"/>
                </a:solidFill>
              </a:rPr>
              <a:t>Bu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t</a:t>
            </a:r>
            <a:r>
              <a:rPr sz="1800" spc="113" dirty="0">
                <a:solidFill>
                  <a:srgbClr val="111111"/>
                </a:solidFill>
                <a:latin typeface="PMingLiU"/>
                <a:cs typeface="PMingLiU"/>
              </a:rPr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here</a:t>
            </a:r>
            <a:r>
              <a:rPr sz="1800" spc="113" dirty="0"/>
              <a:t> </a:t>
            </a:r>
            <a:r>
              <a:rPr sz="1800" spc="41" dirty="0">
                <a:solidFill>
                  <a:srgbClr val="3B3B3B"/>
                </a:solidFill>
              </a:rPr>
              <a:t>are</a:t>
            </a:r>
            <a:r>
              <a:rPr sz="1800" spc="56" dirty="0">
                <a:solidFill>
                  <a:srgbClr val="3B3B3B"/>
                </a:solidFill>
              </a:rPr>
              <a:t> </a:t>
            </a:r>
            <a:r>
              <a:rPr sz="1800" dirty="0"/>
              <a:t>use</a:t>
            </a:r>
            <a:r>
              <a:rPr sz="1800" spc="75" dirty="0"/>
              <a:t> </a:t>
            </a:r>
            <a:r>
              <a:rPr sz="1800" dirty="0">
                <a:solidFill>
                  <a:srgbClr val="3B3B3B"/>
                </a:solidFill>
              </a:rPr>
              <a:t>cases</a:t>
            </a:r>
            <a:r>
              <a:rPr sz="1800" spc="120" dirty="0">
                <a:solidFill>
                  <a:srgbClr val="3B3B3B"/>
                </a:solidFill>
              </a:rPr>
              <a:t> </a:t>
            </a:r>
            <a:r>
              <a:rPr sz="1800" spc="38" dirty="0"/>
              <a:t>where</a:t>
            </a:r>
            <a:r>
              <a:rPr sz="1800" spc="56" dirty="0"/>
              <a:t> </a:t>
            </a:r>
            <a:r>
              <a:rPr sz="1800" spc="56" dirty="0">
                <a:solidFill>
                  <a:srgbClr val="111111"/>
                </a:solidFill>
              </a:rPr>
              <a:t>P2P</a:t>
            </a:r>
            <a:r>
              <a:rPr sz="1800" spc="-38" dirty="0">
                <a:solidFill>
                  <a:srgbClr val="111111"/>
                </a:solidFill>
              </a:rPr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echnolo</a:t>
            </a:r>
            <a:r>
              <a:rPr sz="1800" dirty="0">
                <a:latin typeface="PMingLiU"/>
                <a:cs typeface="PMingLiU"/>
              </a:rPr>
              <a:t>gy</a:t>
            </a:r>
            <a:r>
              <a:rPr sz="1800" spc="68" dirty="0">
                <a:latin typeface="PMingLiU"/>
                <a:cs typeface="PMingLiU"/>
              </a:rPr>
              <a:t> </a:t>
            </a:r>
            <a:r>
              <a:rPr sz="1800" spc="41" dirty="0">
                <a:solidFill>
                  <a:srgbClr val="3B3B3B"/>
                </a:solidFill>
              </a:rPr>
              <a:t>comes</a:t>
            </a:r>
            <a:r>
              <a:rPr sz="1800" spc="109" dirty="0">
                <a:solidFill>
                  <a:srgbClr val="3B3B3B"/>
                </a:solidFill>
              </a:rPr>
              <a:t> 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n</a:t>
            </a:r>
            <a:r>
              <a:rPr sz="1800" spc="131" dirty="0"/>
              <a:t> </a:t>
            </a:r>
            <a:r>
              <a:rPr sz="1800" dirty="0">
                <a:solidFill>
                  <a:srgbClr val="111111"/>
                </a:solidFill>
              </a:rPr>
              <a:t>mob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111111"/>
                </a:solidFill>
              </a:rPr>
              <a:t>l</a:t>
            </a:r>
            <a:r>
              <a:rPr sz="1800" dirty="0">
                <a:solidFill>
                  <a:srgbClr val="3B3B3B"/>
                </a:solidFill>
              </a:rPr>
              <a:t>e</a:t>
            </a:r>
            <a:r>
              <a:rPr sz="1800" spc="158" dirty="0">
                <a:solidFill>
                  <a:srgbClr val="3B3B3B"/>
                </a:solidFill>
              </a:rPr>
              <a:t> </a:t>
            </a:r>
            <a:r>
              <a:rPr sz="1800" spc="-8" dirty="0">
                <a:latin typeface="PMingLiU"/>
                <a:cs typeface="PMingLiU"/>
              </a:rPr>
              <a:t>p</a:t>
            </a:r>
            <a:r>
              <a:rPr sz="1800" spc="-8" dirty="0"/>
              <a:t>hones</a:t>
            </a:r>
            <a:endParaRPr sz="1800" dirty="0">
              <a:latin typeface="PMingLiU"/>
              <a:cs typeface="PMingLiU"/>
            </a:endParaRPr>
          </a:p>
          <a:p>
            <a:pPr marL="267653" marR="361950" indent="-258604" algn="just">
              <a:lnSpc>
                <a:spcPct val="78500"/>
              </a:lnSpc>
              <a:spcBef>
                <a:spcPts val="371"/>
              </a:spcBef>
              <a:buClr>
                <a:srgbClr val="111111"/>
              </a:buClr>
              <a:buChar char="•"/>
              <a:tabLst>
                <a:tab pos="272891" algn="l"/>
              </a:tabLst>
            </a:pPr>
            <a:r>
              <a:rPr sz="1800" spc="45" dirty="0"/>
              <a:t>One</a:t>
            </a:r>
            <a:r>
              <a:rPr sz="1800" spc="4" dirty="0"/>
              <a:t> </a:t>
            </a:r>
            <a:r>
              <a:rPr sz="1800" spc="38" dirty="0"/>
              <a:t>exam</a:t>
            </a:r>
            <a:r>
              <a:rPr sz="1800" spc="38" dirty="0">
                <a:latin typeface="PMingLiU"/>
                <a:cs typeface="PMingLiU"/>
              </a:rPr>
              <a:t>p</a:t>
            </a:r>
            <a:r>
              <a:rPr sz="1800" spc="38" dirty="0"/>
              <a:t>le</a:t>
            </a:r>
            <a:r>
              <a:rPr sz="1800" spc="109" dirty="0"/>
              <a:t> </a:t>
            </a:r>
            <a:r>
              <a:rPr sz="1800" dirty="0"/>
              <a:t>could</a:t>
            </a:r>
            <a:r>
              <a:rPr sz="1800" spc="143" dirty="0"/>
              <a:t> </a:t>
            </a:r>
            <a:r>
              <a:rPr sz="1800" spc="38" dirty="0"/>
              <a:t>be</a:t>
            </a:r>
            <a:r>
              <a:rPr sz="1800" spc="53" dirty="0"/>
              <a:t> </a:t>
            </a:r>
            <a:r>
              <a:rPr sz="1800" spc="41" dirty="0"/>
              <a:t>ad</a:t>
            </a:r>
            <a:r>
              <a:rPr sz="1800" spc="86" dirty="0"/>
              <a:t> </a:t>
            </a:r>
            <a:r>
              <a:rPr sz="1800" spc="38" dirty="0">
                <a:solidFill>
                  <a:srgbClr val="111111"/>
                </a:solidFill>
              </a:rPr>
              <a:t>hoc</a:t>
            </a:r>
            <a:r>
              <a:rPr sz="1800" spc="79" dirty="0">
                <a:solidFill>
                  <a:srgbClr val="111111"/>
                </a:solidFill>
              </a:rPr>
              <a:t> </a:t>
            </a:r>
            <a:r>
              <a:rPr sz="1800" dirty="0"/>
              <a:t>collabora</a:t>
            </a:r>
            <a:r>
              <a:rPr sz="1800" dirty="0">
                <a:latin typeface="PMingLiU"/>
                <a:cs typeface="PMingLiU"/>
              </a:rPr>
              <a:t>ti</a:t>
            </a:r>
            <a:r>
              <a:rPr sz="1800" dirty="0"/>
              <a:t>on</a:t>
            </a:r>
            <a:r>
              <a:rPr sz="1800" spc="94" dirty="0"/>
              <a:t> </a:t>
            </a:r>
            <a:r>
              <a:rPr sz="1800" spc="38" dirty="0"/>
              <a:t>o</a:t>
            </a:r>
            <a:r>
              <a:rPr sz="1800" spc="38" dirty="0">
                <a:latin typeface="PMingLiU"/>
                <a:cs typeface="PMingLiU"/>
              </a:rPr>
              <a:t>f</a:t>
            </a:r>
            <a:r>
              <a:rPr sz="1800" spc="56" dirty="0">
                <a:latin typeface="PMingLiU"/>
                <a:cs typeface="PMingLiU"/>
              </a:rPr>
              <a:t> </a:t>
            </a:r>
            <a:r>
              <a:rPr sz="1800" dirty="0"/>
              <a:t>dev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ces</a:t>
            </a:r>
            <a:r>
              <a:rPr sz="1800" spc="101" dirty="0"/>
              <a:t> 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n</a:t>
            </a:r>
            <a:r>
              <a:rPr sz="1800" spc="158" dirty="0"/>
              <a:t> </a:t>
            </a:r>
            <a:r>
              <a:rPr sz="1800" dirty="0"/>
              <a:t>an</a:t>
            </a:r>
            <a:r>
              <a:rPr sz="1800" spc="86" dirty="0"/>
              <a:t> </a:t>
            </a:r>
            <a:r>
              <a:rPr sz="1800" spc="-8" dirty="0">
                <a:solidFill>
                  <a:srgbClr val="3B3B3B"/>
                </a:solidFill>
              </a:rPr>
              <a:t>env</a:t>
            </a:r>
            <a:r>
              <a:rPr sz="1800" spc="-8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spc="-8" dirty="0">
                <a:solidFill>
                  <a:srgbClr val="111111"/>
                </a:solidFill>
              </a:rPr>
              <a:t>ronmen</a:t>
            </a:r>
            <a:r>
              <a:rPr sz="1800" spc="-8" dirty="0">
                <a:solidFill>
                  <a:srgbClr val="111111"/>
                </a:solidFill>
                <a:latin typeface="PMingLiU"/>
                <a:cs typeface="PMingLiU"/>
              </a:rPr>
              <a:t>t 	</a:t>
            </a:r>
            <a:r>
              <a:rPr sz="1800" spc="38" dirty="0"/>
              <a:t>where</a:t>
            </a:r>
            <a:r>
              <a:rPr sz="1800" spc="4" dirty="0"/>
              <a:t> </a:t>
            </a:r>
            <a:r>
              <a:rPr sz="1800" spc="56" dirty="0">
                <a:solidFill>
                  <a:srgbClr val="111111"/>
                </a:solidFill>
              </a:rPr>
              <a:t>no</a:t>
            </a:r>
            <a:r>
              <a:rPr sz="1800" spc="-15" dirty="0">
                <a:solidFill>
                  <a:srgbClr val="111111"/>
                </a:solidFill>
              </a:rPr>
              <a:t> </a:t>
            </a:r>
            <a:r>
              <a:rPr sz="1800" spc="8" dirty="0">
                <a:solidFill>
                  <a:srgbClr val="3B3B3B"/>
                </a:solidFill>
              </a:rPr>
              <a:t>con</a:t>
            </a:r>
            <a:r>
              <a:rPr sz="1800" spc="8" dirty="0">
                <a:solidFill>
                  <a:srgbClr val="111111"/>
                </a:solidFill>
              </a:rPr>
              <a:t>n</a:t>
            </a:r>
            <a:r>
              <a:rPr sz="1800" spc="8" dirty="0">
                <a:solidFill>
                  <a:srgbClr val="3B3B3B"/>
                </a:solidFill>
              </a:rPr>
              <a:t>ec</a:t>
            </a:r>
            <a:r>
              <a:rPr sz="1800" spc="8" dirty="0">
                <a:solidFill>
                  <a:srgbClr val="3B3B3B"/>
                </a:solidFill>
                <a:latin typeface="PMingLiU"/>
                <a:cs typeface="PMingLiU"/>
              </a:rPr>
              <a:t>ti</a:t>
            </a:r>
            <a:r>
              <a:rPr sz="1800" spc="8" dirty="0">
                <a:solidFill>
                  <a:srgbClr val="3B3B3B"/>
                </a:solidFill>
              </a:rPr>
              <a:t>on</a:t>
            </a:r>
            <a:r>
              <a:rPr sz="1800" spc="68" dirty="0">
                <a:solidFill>
                  <a:srgbClr val="3B3B3B"/>
                </a:solidFill>
              </a:rPr>
              <a:t> </a:t>
            </a:r>
            <a:r>
              <a:rPr sz="1800" spc="8" dirty="0">
                <a:latin typeface="PMingLiU"/>
                <a:cs typeface="PMingLiU"/>
              </a:rPr>
              <a:t>t</a:t>
            </a:r>
            <a:r>
              <a:rPr sz="1800" spc="8" dirty="0"/>
              <a:t>o</a:t>
            </a:r>
            <a:r>
              <a:rPr sz="1800" spc="86" dirty="0"/>
              <a:t> </a:t>
            </a:r>
            <a:r>
              <a:rPr sz="1800" spc="38" dirty="0"/>
              <a:t>a</a:t>
            </a:r>
            <a:r>
              <a:rPr sz="1800" spc="11" dirty="0"/>
              <a:t> </a:t>
            </a:r>
            <a:r>
              <a:rPr sz="1800" spc="45" dirty="0">
                <a:solidFill>
                  <a:srgbClr val="3B3B3B"/>
                </a:solidFill>
              </a:rPr>
              <a:t>server</a:t>
            </a:r>
            <a:r>
              <a:rPr sz="1800" spc="8" dirty="0">
                <a:solidFill>
                  <a:srgbClr val="3B3B3B"/>
                </a:solidFill>
              </a:rPr>
              <a:t> </a:t>
            </a:r>
            <a:r>
              <a:rPr sz="1800" spc="-8" dirty="0">
                <a:solidFill>
                  <a:srgbClr val="3B3B3B"/>
                </a:solidFill>
              </a:rPr>
              <a:t>ex</a:t>
            </a:r>
            <a:r>
              <a:rPr sz="1800" spc="-8" dirty="0">
                <a:solidFill>
                  <a:srgbClr val="3B3B3B"/>
                </a:solidFill>
                <a:latin typeface="PMingLiU"/>
                <a:cs typeface="PMingLiU"/>
              </a:rPr>
              <a:t>i</a:t>
            </a:r>
            <a:r>
              <a:rPr sz="1800" spc="-8" dirty="0">
                <a:solidFill>
                  <a:srgbClr val="3B3B3B"/>
                </a:solidFill>
              </a:rPr>
              <a:t>s</a:t>
            </a:r>
            <a:r>
              <a:rPr sz="1800" spc="-8" dirty="0">
                <a:solidFill>
                  <a:srgbClr val="3B3B3B"/>
                </a:solidFill>
                <a:latin typeface="PMingLiU"/>
                <a:cs typeface="PMingLiU"/>
              </a:rPr>
              <a:t>t</a:t>
            </a:r>
            <a:endParaRPr sz="1800" dirty="0">
              <a:latin typeface="PMingLiU"/>
              <a:cs typeface="PMingLiU"/>
            </a:endParaRPr>
          </a:p>
          <a:p>
            <a:pPr marL="565785" lvl="1" indent="-224790" algn="just">
              <a:lnSpc>
                <a:spcPts val="1470"/>
              </a:lnSpc>
              <a:buClr>
                <a:srgbClr val="A1A0A3"/>
              </a:buClr>
              <a:buChar char="-"/>
              <a:tabLst>
                <a:tab pos="565785" algn="l"/>
              </a:tabLst>
            </a:pPr>
            <a:r>
              <a:rPr sz="1800" spc="-15" dirty="0">
                <a:solidFill>
                  <a:srgbClr val="413D62"/>
                </a:solidFill>
                <a:latin typeface="Times New Roman"/>
                <a:cs typeface="Times New Roman"/>
              </a:rPr>
              <a:t>E</a:t>
            </a:r>
            <a:r>
              <a:rPr sz="1800" spc="-15" dirty="0">
                <a:solidFill>
                  <a:srgbClr val="3B3B3B"/>
                </a:solidFill>
                <a:latin typeface="Times New Roman"/>
                <a:cs typeface="Times New Roman"/>
              </a:rPr>
              <a:t>.</a:t>
            </a:r>
            <a:r>
              <a:rPr sz="1800" spc="-15" dirty="0">
                <a:solidFill>
                  <a:srgbClr val="413D62"/>
                </a:solidFill>
                <a:latin typeface="PMingLiU"/>
                <a:cs typeface="PMingLiU"/>
              </a:rPr>
              <a:t>g</a:t>
            </a:r>
            <a:r>
              <a:rPr sz="1800" spc="-15" dirty="0">
                <a:solidFill>
                  <a:srgbClr val="3B3B3B"/>
                </a:solidFill>
                <a:latin typeface="PMingLiU"/>
                <a:cs typeface="PMingLiU"/>
              </a:rPr>
              <a:t>.</a:t>
            </a:r>
            <a:r>
              <a:rPr sz="1800" spc="-15" dirty="0">
                <a:solidFill>
                  <a:srgbClr val="413D62"/>
                </a:solidFill>
                <a:latin typeface="PMingLiU"/>
                <a:cs typeface="PMingLiU"/>
              </a:rPr>
              <a:t>,</a:t>
            </a:r>
            <a:r>
              <a:rPr sz="1800" spc="-139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800" spc="-30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800" spc="-30" dirty="0">
                <a:solidFill>
                  <a:srgbClr val="413D62"/>
                </a:solidFill>
                <a:latin typeface="Times New Roman"/>
                <a:cs typeface="Times New Roman"/>
              </a:rPr>
              <a:t>eo</a:t>
            </a:r>
            <a:r>
              <a:rPr sz="1800" spc="-30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800" spc="-30" dirty="0">
                <a:solidFill>
                  <a:srgbClr val="413D62"/>
                </a:solidFill>
                <a:latin typeface="Times New Roman"/>
                <a:cs typeface="Times New Roman"/>
              </a:rPr>
              <a:t>le</a:t>
            </a:r>
            <a:r>
              <a:rPr sz="1800" spc="-71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413D62"/>
                </a:solidFill>
                <a:latin typeface="Times New Roman"/>
                <a:cs typeface="Times New Roman"/>
              </a:rPr>
              <a:t>are</a:t>
            </a:r>
            <a:r>
              <a:rPr sz="1800" spc="-7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38" dirty="0">
                <a:solidFill>
                  <a:srgbClr val="413D62"/>
                </a:solidFill>
                <a:latin typeface="Times New Roman"/>
                <a:cs typeface="Times New Roman"/>
              </a:rPr>
              <a:t>mee</a:t>
            </a:r>
            <a:r>
              <a:rPr sz="1800" spc="-38" dirty="0">
                <a:solidFill>
                  <a:srgbClr val="413D62"/>
                </a:solidFill>
                <a:latin typeface="PMingLiU"/>
                <a:cs typeface="PMingLiU"/>
              </a:rPr>
              <a:t>ting</a:t>
            </a:r>
            <a:r>
              <a:rPr sz="1800" spc="-86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800" dirty="0">
                <a:solidFill>
                  <a:srgbClr val="2F2D4F"/>
                </a:solidFill>
                <a:latin typeface="PMingLiU"/>
                <a:cs typeface="PMingLiU"/>
              </a:rPr>
              <a:t>i</a:t>
            </a:r>
            <a:r>
              <a:rPr sz="1800" dirty="0">
                <a:solidFill>
                  <a:srgbClr val="2F2D4F"/>
                </a:solidFill>
                <a:latin typeface="Times New Roman"/>
                <a:cs typeface="Times New Roman"/>
              </a:rPr>
              <a:t>n</a:t>
            </a:r>
            <a:r>
              <a:rPr sz="1800" spc="-86" dirty="0">
                <a:solidFill>
                  <a:srgbClr val="2F2D4F"/>
                </a:solidFill>
                <a:latin typeface="Times New Roman"/>
                <a:cs typeface="Times New Roman"/>
              </a:rPr>
              <a:t> </a:t>
            </a:r>
            <a:r>
              <a:rPr sz="1800" spc="56" dirty="0">
                <a:solidFill>
                  <a:srgbClr val="413D62"/>
                </a:solidFill>
                <a:latin typeface="Times New Roman"/>
                <a:cs typeface="Times New Roman"/>
              </a:rPr>
              <a:t>a</a:t>
            </a:r>
            <a:r>
              <a:rPr sz="1800" spc="-10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800" spc="-15" dirty="0">
                <a:solidFill>
                  <a:srgbClr val="413D62"/>
                </a:solidFill>
                <a:latin typeface="Times New Roman"/>
                <a:cs typeface="Times New Roman"/>
              </a:rPr>
              <a:t>lace</a:t>
            </a:r>
            <a:r>
              <a:rPr sz="1800" spc="23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41" dirty="0">
                <a:solidFill>
                  <a:srgbClr val="413D62"/>
                </a:solidFill>
                <a:latin typeface="Times New Roman"/>
                <a:cs typeface="Times New Roman"/>
              </a:rPr>
              <a:t>where</a:t>
            </a:r>
            <a:r>
              <a:rPr sz="1800" spc="15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413D62"/>
                </a:solidFill>
                <a:latin typeface="Times New Roman"/>
                <a:cs typeface="Times New Roman"/>
              </a:rPr>
              <a:t>no</a:t>
            </a:r>
            <a:r>
              <a:rPr sz="1800" spc="-113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413D62"/>
                </a:solidFill>
                <a:latin typeface="Times New Roman"/>
                <a:cs typeface="Times New Roman"/>
              </a:rPr>
              <a:t>connec</a:t>
            </a:r>
            <a:r>
              <a:rPr sz="1800" spc="-30" dirty="0">
                <a:solidFill>
                  <a:srgbClr val="413D62"/>
                </a:solidFill>
                <a:latin typeface="PMingLiU"/>
                <a:cs typeface="PMingLiU"/>
              </a:rPr>
              <a:t>ti</a:t>
            </a:r>
            <a:r>
              <a:rPr sz="1800" spc="-30" dirty="0">
                <a:solidFill>
                  <a:srgbClr val="413D62"/>
                </a:solidFill>
                <a:latin typeface="Times New Roman"/>
                <a:cs typeface="Times New Roman"/>
              </a:rPr>
              <a:t>on</a:t>
            </a:r>
            <a:r>
              <a:rPr sz="1800" spc="-4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6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26" dirty="0">
                <a:solidFill>
                  <a:srgbClr val="413D62"/>
                </a:solidFill>
                <a:latin typeface="Times New Roman"/>
                <a:cs typeface="Times New Roman"/>
              </a:rPr>
              <a:t>o</a:t>
            </a:r>
            <a:r>
              <a:rPr sz="1800" spc="-53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3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23" dirty="0">
                <a:solidFill>
                  <a:srgbClr val="413D62"/>
                </a:solidFill>
                <a:latin typeface="Times New Roman"/>
                <a:cs typeface="Times New Roman"/>
              </a:rPr>
              <a:t>he</a:t>
            </a:r>
            <a:r>
              <a:rPr sz="1800" spc="-53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6" dirty="0">
                <a:solidFill>
                  <a:srgbClr val="2F2D4F"/>
                </a:solidFill>
                <a:latin typeface="Times New Roman"/>
                <a:cs typeface="Times New Roman"/>
              </a:rPr>
              <a:t>In</a:t>
            </a:r>
            <a:r>
              <a:rPr sz="1800" spc="-26" dirty="0">
                <a:solidFill>
                  <a:srgbClr val="2F2D4F"/>
                </a:solidFill>
                <a:latin typeface="PMingLiU"/>
                <a:cs typeface="PMingLiU"/>
              </a:rPr>
              <a:t>t</a:t>
            </a:r>
            <a:r>
              <a:rPr sz="1800" spc="-26" dirty="0">
                <a:solidFill>
                  <a:srgbClr val="2F2D4F"/>
                </a:solidFill>
                <a:latin typeface="Times New Roman"/>
                <a:cs typeface="Times New Roman"/>
              </a:rPr>
              <a:t>erne</a:t>
            </a:r>
            <a:r>
              <a:rPr sz="1800" spc="-26" dirty="0">
                <a:solidFill>
                  <a:srgbClr val="2F2D4F"/>
                </a:solidFill>
                <a:latin typeface="PMingLiU"/>
                <a:cs typeface="PMingLiU"/>
              </a:rPr>
              <a:t>t </a:t>
            </a:r>
            <a:r>
              <a:rPr sz="1800" spc="-23" dirty="0">
                <a:solidFill>
                  <a:srgbClr val="413D62"/>
                </a:solidFill>
                <a:latin typeface="PMingLiU"/>
                <a:cs typeface="PMingLiU"/>
              </a:rPr>
              <a:t>i</a:t>
            </a:r>
            <a:r>
              <a:rPr sz="1800" spc="-23" dirty="0">
                <a:solidFill>
                  <a:srgbClr val="413D62"/>
                </a:solidFill>
                <a:latin typeface="Times New Roman"/>
                <a:cs typeface="Times New Roman"/>
              </a:rPr>
              <a:t>s</a:t>
            </a:r>
            <a:r>
              <a:rPr sz="1800" spc="-53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8" dirty="0">
                <a:solidFill>
                  <a:srgbClr val="413D62"/>
                </a:solidFill>
                <a:latin typeface="Times New Roman"/>
                <a:cs typeface="Times New Roman"/>
              </a:rPr>
              <a:t>ava</a:t>
            </a:r>
            <a:r>
              <a:rPr sz="1800" spc="-8" dirty="0">
                <a:solidFill>
                  <a:srgbClr val="413D62"/>
                </a:solidFill>
                <a:latin typeface="PMingLiU"/>
                <a:cs typeface="PMingLiU"/>
              </a:rPr>
              <a:t>i</a:t>
            </a:r>
            <a:r>
              <a:rPr sz="1800" spc="-8" dirty="0">
                <a:solidFill>
                  <a:srgbClr val="413D62"/>
                </a:solidFill>
                <a:latin typeface="Times New Roman"/>
                <a:cs typeface="Times New Roman"/>
              </a:rPr>
              <a:t>lable</a:t>
            </a:r>
            <a:endParaRPr sz="1800" dirty="0">
              <a:latin typeface="Times New Roman"/>
              <a:cs typeface="Times New Roman"/>
            </a:endParaRPr>
          </a:p>
          <a:p>
            <a:pPr marL="261938" marR="68580" indent="-252889" algn="just">
              <a:lnSpc>
                <a:spcPts val="1328"/>
              </a:lnSpc>
              <a:spcBef>
                <a:spcPts val="274"/>
              </a:spcBef>
              <a:buChar char="•"/>
              <a:tabLst>
                <a:tab pos="264319" algn="l"/>
              </a:tabLst>
            </a:pPr>
            <a:r>
              <a:rPr sz="1800" dirty="0">
                <a:solidFill>
                  <a:srgbClr val="111111"/>
                </a:solidFill>
              </a:rPr>
              <a:t>In</a:t>
            </a:r>
            <a:r>
              <a:rPr sz="1800" spc="371" dirty="0">
                <a:solidFill>
                  <a:srgbClr val="111111"/>
                </a:solidFill>
              </a:rPr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s</a:t>
            </a:r>
            <a:r>
              <a:rPr sz="1800" spc="161" dirty="0"/>
              <a:t> </a:t>
            </a:r>
            <a:r>
              <a:rPr sz="1800" spc="34" dirty="0">
                <a:solidFill>
                  <a:srgbClr val="3B3B3B"/>
                </a:solidFill>
              </a:rPr>
              <a:t>scena</a:t>
            </a:r>
            <a:r>
              <a:rPr sz="1800" spc="34" dirty="0">
                <a:solidFill>
                  <a:srgbClr val="111111"/>
                </a:solidFill>
              </a:rPr>
              <a:t>r</a:t>
            </a:r>
            <a:r>
              <a:rPr sz="1800" spc="34" dirty="0">
                <a:solidFill>
                  <a:srgbClr val="111111"/>
                </a:solidFill>
                <a:latin typeface="PMingLiU"/>
                <a:cs typeface="PMingLiU"/>
              </a:rPr>
              <a:t>i</a:t>
            </a:r>
            <a:r>
              <a:rPr sz="1800" spc="34" dirty="0">
                <a:solidFill>
                  <a:srgbClr val="111111"/>
                </a:solidFill>
              </a:rPr>
              <a:t>o,</a:t>
            </a:r>
            <a:r>
              <a:rPr sz="1800" spc="120" dirty="0">
                <a:solidFill>
                  <a:srgbClr val="111111"/>
                </a:solidFill>
              </a:rPr>
              <a:t> 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800" dirty="0">
                <a:solidFill>
                  <a:srgbClr val="3B3B3B"/>
                </a:solidFill>
              </a:rPr>
              <a:t>eo</a:t>
            </a:r>
            <a:r>
              <a:rPr sz="1800" dirty="0">
                <a:solidFill>
                  <a:srgbClr val="111111"/>
                </a:solidFill>
                <a:latin typeface="PMingLiU"/>
                <a:cs typeface="PMingLiU"/>
              </a:rPr>
              <a:t>p</a:t>
            </a:r>
            <a:r>
              <a:rPr sz="1800" dirty="0">
                <a:solidFill>
                  <a:srgbClr val="111111"/>
                </a:solidFill>
              </a:rPr>
              <a:t>l</a:t>
            </a:r>
            <a:r>
              <a:rPr sz="1800" dirty="0">
                <a:solidFill>
                  <a:srgbClr val="3B3B3B"/>
                </a:solidFill>
              </a:rPr>
              <a:t>e</a:t>
            </a:r>
            <a:r>
              <a:rPr sz="1800" spc="146" dirty="0">
                <a:solidFill>
                  <a:srgbClr val="3B3B3B"/>
                </a:solidFill>
              </a:rPr>
              <a:t> </a:t>
            </a:r>
            <a:r>
              <a:rPr sz="1800" dirty="0"/>
              <a:t>would</a:t>
            </a:r>
            <a:r>
              <a:rPr sz="1800" spc="153" dirty="0"/>
              <a:t> </a:t>
            </a:r>
            <a:r>
              <a:rPr sz="1800" dirty="0"/>
              <a:t>commu</a:t>
            </a:r>
            <a:r>
              <a:rPr sz="1800" dirty="0">
                <a:latin typeface="PMingLiU"/>
                <a:cs typeface="PMingLiU"/>
              </a:rPr>
              <a:t>ni</a:t>
            </a:r>
            <a:r>
              <a:rPr sz="1800" dirty="0"/>
              <a:t>ca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e</a:t>
            </a:r>
            <a:r>
              <a:rPr sz="1800" spc="229" dirty="0"/>
              <a:t> </a:t>
            </a:r>
            <a:r>
              <a:rPr sz="1800" dirty="0">
                <a:solidFill>
                  <a:srgbClr val="3B3B3B"/>
                </a:solidFill>
              </a:rPr>
              <a:t>(and</a:t>
            </a:r>
            <a:r>
              <a:rPr sz="1800" spc="98" dirty="0">
                <a:solidFill>
                  <a:srgbClr val="3B3B3B"/>
                </a:solidFill>
              </a:rPr>
              <a:t> </a:t>
            </a:r>
            <a:r>
              <a:rPr sz="1800" dirty="0">
                <a:solidFill>
                  <a:srgbClr val="3B3B3B"/>
                </a:solidFill>
              </a:rPr>
              <a:t>collabora</a:t>
            </a:r>
            <a:r>
              <a:rPr sz="1800" dirty="0">
                <a:solidFill>
                  <a:srgbClr val="3B3B3B"/>
                </a:solidFill>
                <a:latin typeface="PMingLiU"/>
                <a:cs typeface="PMingLiU"/>
              </a:rPr>
              <a:t>t</a:t>
            </a:r>
            <a:r>
              <a:rPr sz="1800" dirty="0">
                <a:solidFill>
                  <a:srgbClr val="3B3B3B"/>
                </a:solidFill>
              </a:rPr>
              <a:t>e)</a:t>
            </a:r>
            <a:r>
              <a:rPr sz="1800" spc="184" dirty="0">
                <a:solidFill>
                  <a:srgbClr val="3B3B3B"/>
                </a:solidFill>
              </a:rPr>
              <a:t> 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n</a:t>
            </a:r>
            <a:r>
              <a:rPr sz="1800" spc="146" dirty="0"/>
              <a:t> </a:t>
            </a:r>
            <a:r>
              <a:rPr sz="1800" dirty="0"/>
              <a:t>a</a:t>
            </a:r>
            <a:r>
              <a:rPr sz="1800" spc="172" dirty="0"/>
              <a:t> </a:t>
            </a:r>
            <a:r>
              <a:rPr sz="1800" dirty="0">
                <a:solidFill>
                  <a:srgbClr val="3B3B3B"/>
                </a:solidFill>
              </a:rPr>
              <a:t>serve</a:t>
            </a:r>
            <a:r>
              <a:rPr sz="1800" dirty="0">
                <a:solidFill>
                  <a:srgbClr val="111111"/>
                </a:solidFill>
              </a:rPr>
              <a:t>r-</a:t>
            </a:r>
            <a:r>
              <a:rPr sz="1800" spc="-15" dirty="0">
                <a:solidFill>
                  <a:srgbClr val="111111"/>
                </a:solidFill>
              </a:rPr>
              <a:t>l</a:t>
            </a:r>
            <a:r>
              <a:rPr sz="1800" spc="-15" dirty="0">
                <a:solidFill>
                  <a:srgbClr val="3B3B3B"/>
                </a:solidFill>
              </a:rPr>
              <a:t>ess 	</a:t>
            </a:r>
            <a:r>
              <a:rPr sz="1800" spc="56" dirty="0">
                <a:solidFill>
                  <a:srgbClr val="111111"/>
                </a:solidFill>
              </a:rPr>
              <a:t>P2Pm</a:t>
            </a:r>
            <a:r>
              <a:rPr sz="1800" spc="56" dirty="0">
                <a:solidFill>
                  <a:srgbClr val="3B3B3B"/>
                </a:solidFill>
              </a:rPr>
              <a:t>anner</a:t>
            </a:r>
            <a:endParaRPr sz="1800" dirty="0">
              <a:latin typeface="PMingLiU"/>
              <a:cs typeface="PMingLiU"/>
            </a:endParaRPr>
          </a:p>
          <a:p>
            <a:pPr marL="268129" indent="-258604" algn="just">
              <a:lnSpc>
                <a:spcPts val="1579"/>
              </a:lnSpc>
              <a:buClr>
                <a:srgbClr val="111111"/>
              </a:buClr>
              <a:buChar char="•"/>
              <a:tabLst>
                <a:tab pos="268129" algn="l"/>
              </a:tabLst>
            </a:pPr>
            <a:r>
              <a:rPr sz="1800" spc="45" dirty="0"/>
              <a:t>One </a:t>
            </a:r>
            <a:r>
              <a:rPr sz="1800" dirty="0">
                <a:latin typeface="PMingLiU"/>
                <a:cs typeface="PMingLiU"/>
              </a:rPr>
              <a:t>p</a:t>
            </a:r>
            <a:r>
              <a:rPr sz="1800" dirty="0"/>
              <a:t>er</a:t>
            </a:r>
            <a:r>
              <a:rPr sz="1800" dirty="0">
                <a:latin typeface="PMingLiU"/>
                <a:cs typeface="PMingLiU"/>
              </a:rPr>
              <a:t>fe</a:t>
            </a:r>
            <a:r>
              <a:rPr sz="1800" dirty="0"/>
              <a:t>c</a:t>
            </a:r>
            <a:r>
              <a:rPr sz="1800" dirty="0">
                <a:latin typeface="PMingLiU"/>
                <a:cs typeface="PMingLiU"/>
              </a:rPr>
              <a:t>t </a:t>
            </a:r>
            <a:r>
              <a:rPr sz="1800" dirty="0"/>
              <a:t>exam</a:t>
            </a:r>
            <a:r>
              <a:rPr sz="1800" dirty="0">
                <a:latin typeface="PMingLiU"/>
                <a:cs typeface="PMingLiU"/>
              </a:rPr>
              <a:t>p</a:t>
            </a:r>
            <a:r>
              <a:rPr sz="1800" dirty="0"/>
              <a:t>le</a:t>
            </a:r>
            <a:r>
              <a:rPr sz="1800" spc="124" dirty="0"/>
              <a:t> </a:t>
            </a:r>
            <a:r>
              <a:rPr sz="1800" dirty="0">
                <a:latin typeface="PMingLiU"/>
                <a:cs typeface="PMingLiU"/>
              </a:rPr>
              <a:t>fo</a:t>
            </a:r>
            <a:r>
              <a:rPr sz="1800" dirty="0"/>
              <a:t>r</a:t>
            </a:r>
            <a:r>
              <a:rPr sz="1800" spc="116" dirty="0"/>
              <a:t> </a:t>
            </a:r>
            <a:r>
              <a:rPr sz="1800" dirty="0">
                <a:latin typeface="PMingLiU"/>
                <a:cs typeface="PMingLiU"/>
              </a:rPr>
              <a:t>t</a:t>
            </a:r>
            <a:r>
              <a:rPr sz="1800" dirty="0"/>
              <a:t>h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s</a:t>
            </a:r>
            <a:r>
              <a:rPr sz="1800" spc="113" dirty="0"/>
              <a:t> </a:t>
            </a:r>
            <a:r>
              <a:rPr sz="1800" dirty="0"/>
              <a:t>use</a:t>
            </a:r>
            <a:r>
              <a:rPr sz="1800" spc="4" dirty="0"/>
              <a:t> </a:t>
            </a:r>
            <a:r>
              <a:rPr sz="1800" spc="56" dirty="0"/>
              <a:t>case</a:t>
            </a:r>
            <a:r>
              <a:rPr sz="1800" spc="30" dirty="0"/>
              <a:t> </a:t>
            </a:r>
            <a:r>
              <a:rPr sz="1800" dirty="0">
                <a:latin typeface="PMingLiU"/>
                <a:cs typeface="PMingLiU"/>
              </a:rPr>
              <a:t>i</a:t>
            </a:r>
            <a:r>
              <a:rPr sz="1800" dirty="0"/>
              <a:t>s</a:t>
            </a:r>
            <a:r>
              <a:rPr sz="1800" spc="53" dirty="0"/>
              <a:t> </a:t>
            </a:r>
            <a:r>
              <a:rPr sz="1800" spc="30" dirty="0"/>
              <a:t>Groove</a:t>
            </a:r>
            <a:endParaRPr sz="1800" dirty="0">
              <a:latin typeface="PMingLiU"/>
              <a:cs typeface="PMingLiU"/>
            </a:endParaRPr>
          </a:p>
          <a:p>
            <a:pPr marL="561499" marR="10953" lvl="1" indent="-220504" algn="just">
              <a:lnSpc>
                <a:spcPct val="72000"/>
              </a:lnSpc>
              <a:spcBef>
                <a:spcPts val="334"/>
              </a:spcBef>
              <a:buChar char="-"/>
              <a:tabLst>
                <a:tab pos="561499" algn="l"/>
                <a:tab pos="564833" algn="l"/>
              </a:tabLst>
            </a:pPr>
            <a:r>
              <a:rPr sz="1800" dirty="0">
                <a:solidFill>
                  <a:srgbClr val="3B3B3B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1A1A46"/>
                </a:solidFill>
                <a:latin typeface="Times New Roman"/>
                <a:cs typeface="Times New Roman"/>
              </a:rPr>
              <a:t>I</a:t>
            </a:r>
            <a:r>
              <a:rPr sz="1800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90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800" spc="-19" dirty="0">
                <a:solidFill>
                  <a:srgbClr val="413D62"/>
                </a:solidFill>
                <a:latin typeface="Times New Roman"/>
                <a:cs typeface="Times New Roman"/>
              </a:rPr>
              <a:t>uses</a:t>
            </a:r>
            <a:r>
              <a:rPr sz="1800" spc="-60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19" dirty="0">
                <a:solidFill>
                  <a:srgbClr val="413D62"/>
                </a:solidFill>
                <a:latin typeface="Times New Roman"/>
                <a:cs typeface="Times New Roman"/>
              </a:rPr>
              <a:t>a</a:t>
            </a:r>
            <a:r>
              <a:rPr sz="1800" spc="-7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19" dirty="0">
                <a:solidFill>
                  <a:srgbClr val="413D62"/>
                </a:solidFill>
                <a:latin typeface="Times New Roman"/>
                <a:cs typeface="Times New Roman"/>
              </a:rPr>
              <a:t>server</a:t>
            </a:r>
            <a:r>
              <a:rPr sz="1800" spc="-60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3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23" dirty="0">
                <a:solidFill>
                  <a:srgbClr val="413D62"/>
                </a:solidFill>
                <a:latin typeface="Times New Roman"/>
                <a:cs typeface="Times New Roman"/>
              </a:rPr>
              <a:t>o</a:t>
            </a:r>
            <a:r>
              <a:rPr sz="1800" spc="-4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6" dirty="0">
                <a:solidFill>
                  <a:srgbClr val="524F69"/>
                </a:solidFill>
                <a:latin typeface="Times New Roman"/>
                <a:cs typeface="Times New Roman"/>
              </a:rPr>
              <a:t>s</a:t>
            </a:r>
            <a:r>
              <a:rPr sz="1800" spc="-26" dirty="0">
                <a:solidFill>
                  <a:srgbClr val="2F2D4F"/>
                </a:solidFill>
                <a:latin typeface="PMingLiU"/>
                <a:cs typeface="PMingLiU"/>
              </a:rPr>
              <a:t>t</a:t>
            </a:r>
            <a:r>
              <a:rPr sz="1800" spc="-26" dirty="0">
                <a:solidFill>
                  <a:srgbClr val="2F2D4F"/>
                </a:solidFill>
                <a:latin typeface="Times New Roman"/>
                <a:cs typeface="Times New Roman"/>
              </a:rPr>
              <a:t>or</a:t>
            </a:r>
            <a:r>
              <a:rPr sz="1800" spc="-26" dirty="0">
                <a:solidFill>
                  <a:srgbClr val="524F69"/>
                </a:solidFill>
                <a:latin typeface="Times New Roman"/>
                <a:cs typeface="Times New Roman"/>
              </a:rPr>
              <a:t>e</a:t>
            </a:r>
            <a:r>
              <a:rPr sz="1800" spc="-56" dirty="0">
                <a:solidFill>
                  <a:srgbClr val="524F69"/>
                </a:solidFill>
                <a:latin typeface="Times New Roman"/>
                <a:cs typeface="Times New Roman"/>
              </a:rPr>
              <a:t> </a:t>
            </a:r>
            <a:r>
              <a:rPr sz="1800" spc="-23" dirty="0">
                <a:solidFill>
                  <a:srgbClr val="524F69"/>
                </a:solidFill>
                <a:latin typeface="Times New Roman"/>
                <a:cs typeface="Times New Roman"/>
              </a:rPr>
              <a:t>sha</a:t>
            </a:r>
            <a:r>
              <a:rPr sz="1800" spc="-23" dirty="0">
                <a:solidFill>
                  <a:srgbClr val="2F2D4F"/>
                </a:solidFill>
                <a:latin typeface="Times New Roman"/>
                <a:cs typeface="Times New Roman"/>
              </a:rPr>
              <a:t>r</a:t>
            </a:r>
            <a:r>
              <a:rPr sz="1800" spc="-23" dirty="0">
                <a:solidFill>
                  <a:srgbClr val="524F69"/>
                </a:solidFill>
                <a:latin typeface="Times New Roman"/>
                <a:cs typeface="Times New Roman"/>
              </a:rPr>
              <a:t>ed</a:t>
            </a:r>
            <a:r>
              <a:rPr sz="1800" spc="-38" dirty="0">
                <a:solidFill>
                  <a:srgbClr val="524F69"/>
                </a:solidFill>
                <a:latin typeface="Times New Roman"/>
                <a:cs typeface="Times New Roman"/>
              </a:rPr>
              <a:t> </a:t>
            </a:r>
            <a:r>
              <a:rPr sz="1800" spc="-34" dirty="0">
                <a:solidFill>
                  <a:srgbClr val="2F2D4F"/>
                </a:solidFill>
                <a:latin typeface="PMingLiU"/>
                <a:cs typeface="PMingLiU"/>
              </a:rPr>
              <a:t>i</a:t>
            </a:r>
            <a:r>
              <a:rPr sz="1800" spc="-34" dirty="0">
                <a:solidFill>
                  <a:srgbClr val="2F2D4F"/>
                </a:solidFill>
                <a:latin typeface="Times New Roman"/>
                <a:cs typeface="Times New Roman"/>
              </a:rPr>
              <a:t>n</a:t>
            </a:r>
            <a:r>
              <a:rPr sz="1800" spc="-34" dirty="0">
                <a:solidFill>
                  <a:srgbClr val="2F2D4F"/>
                </a:solidFill>
                <a:latin typeface="PMingLiU"/>
                <a:cs typeface="PMingLiU"/>
              </a:rPr>
              <a:t>fo</a:t>
            </a:r>
            <a:r>
              <a:rPr sz="1800" spc="-34" dirty="0">
                <a:solidFill>
                  <a:srgbClr val="2F2D4F"/>
                </a:solidFill>
                <a:latin typeface="Times New Roman"/>
                <a:cs typeface="Times New Roman"/>
              </a:rPr>
              <a:t>rma</a:t>
            </a:r>
            <a:r>
              <a:rPr sz="1800" spc="-34" dirty="0">
                <a:solidFill>
                  <a:srgbClr val="2F2D4F"/>
                </a:solidFill>
                <a:latin typeface="PMingLiU"/>
                <a:cs typeface="PMingLiU"/>
              </a:rPr>
              <a:t>ti</a:t>
            </a:r>
            <a:r>
              <a:rPr sz="1800" spc="-34" dirty="0">
                <a:solidFill>
                  <a:srgbClr val="2F2D4F"/>
                </a:solidFill>
                <a:latin typeface="Times New Roman"/>
                <a:cs typeface="Times New Roman"/>
              </a:rPr>
              <a:t>on</a:t>
            </a:r>
            <a:r>
              <a:rPr sz="1800" spc="-8" dirty="0">
                <a:solidFill>
                  <a:srgbClr val="2F2D4F"/>
                </a:solidFill>
                <a:latin typeface="Times New Roman"/>
                <a:cs typeface="Times New Roman"/>
              </a:rPr>
              <a:t> </a:t>
            </a:r>
            <a:r>
              <a:rPr sz="1800" spc="-41" dirty="0">
                <a:solidFill>
                  <a:srgbClr val="413D62"/>
                </a:solidFill>
                <a:latin typeface="Times New Roman"/>
                <a:cs typeface="Times New Roman"/>
              </a:rPr>
              <a:t>bu</a:t>
            </a:r>
            <a:r>
              <a:rPr sz="1800" spc="-41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49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800" spc="-23" dirty="0">
                <a:solidFill>
                  <a:srgbClr val="413D62"/>
                </a:solidFill>
                <a:latin typeface="PMingLiU"/>
                <a:cs typeface="PMingLiU"/>
              </a:rPr>
              <a:t>i</a:t>
            </a:r>
            <a:r>
              <a:rPr sz="1800" spc="-23" dirty="0">
                <a:solidFill>
                  <a:srgbClr val="413D62"/>
                </a:solidFill>
                <a:latin typeface="Times New Roman"/>
                <a:cs typeface="Times New Roman"/>
              </a:rPr>
              <a:t>s</a:t>
            </a:r>
            <a:r>
              <a:rPr sz="1800" spc="-56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8" dirty="0">
                <a:solidFill>
                  <a:srgbClr val="413D62"/>
                </a:solidFill>
                <a:latin typeface="Times New Roman"/>
                <a:cs typeface="Times New Roman"/>
              </a:rPr>
              <a:t>also</a:t>
            </a:r>
            <a:r>
              <a:rPr sz="1800" spc="-30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3" dirty="0">
                <a:solidFill>
                  <a:srgbClr val="413D62"/>
                </a:solidFill>
                <a:latin typeface="Times New Roman"/>
                <a:cs typeface="Times New Roman"/>
              </a:rPr>
              <a:t>able</a:t>
            </a:r>
            <a:r>
              <a:rPr sz="1800" spc="-45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3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23" dirty="0">
                <a:solidFill>
                  <a:srgbClr val="413D62"/>
                </a:solidFill>
                <a:latin typeface="Times New Roman"/>
                <a:cs typeface="Times New Roman"/>
              </a:rPr>
              <a:t>o</a:t>
            </a:r>
            <a:r>
              <a:rPr sz="1800" spc="-56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38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800" spc="-38" dirty="0">
                <a:solidFill>
                  <a:srgbClr val="413D62"/>
                </a:solidFill>
                <a:latin typeface="Times New Roman"/>
                <a:cs typeface="Times New Roman"/>
              </a:rPr>
              <a:t>rov</a:t>
            </a:r>
            <a:r>
              <a:rPr sz="1800" spc="-38" dirty="0">
                <a:solidFill>
                  <a:srgbClr val="413D62"/>
                </a:solidFill>
                <a:latin typeface="PMingLiU"/>
                <a:cs typeface="PMingLiU"/>
              </a:rPr>
              <a:t>i</a:t>
            </a:r>
            <a:r>
              <a:rPr sz="1800" spc="-38" dirty="0">
                <a:solidFill>
                  <a:srgbClr val="413D62"/>
                </a:solidFill>
                <a:latin typeface="Times New Roman"/>
                <a:cs typeface="Times New Roman"/>
              </a:rPr>
              <a:t>de</a:t>
            </a:r>
            <a:r>
              <a:rPr sz="1800" spc="-45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8" dirty="0">
                <a:solidFill>
                  <a:srgbClr val="413D62"/>
                </a:solidFill>
                <a:latin typeface="Times New Roman"/>
                <a:cs typeface="Times New Roman"/>
              </a:rPr>
              <a:t>collabora</a:t>
            </a:r>
            <a:r>
              <a:rPr sz="1800" spc="-8" dirty="0">
                <a:solidFill>
                  <a:srgbClr val="413D62"/>
                </a:solidFill>
                <a:latin typeface="PMingLiU"/>
                <a:cs typeface="PMingLiU"/>
              </a:rPr>
              <a:t>ti</a:t>
            </a:r>
            <a:r>
              <a:rPr sz="1800" spc="-8" dirty="0">
                <a:solidFill>
                  <a:srgbClr val="413D62"/>
                </a:solidFill>
                <a:latin typeface="Times New Roman"/>
                <a:cs typeface="Times New Roman"/>
              </a:rPr>
              <a:t>on </a:t>
            </a:r>
            <a:r>
              <a:rPr sz="1800" spc="-15" dirty="0">
                <a:solidFill>
                  <a:srgbClr val="524F69"/>
                </a:solidFill>
                <a:latin typeface="Times New Roman"/>
                <a:cs typeface="Times New Roman"/>
              </a:rPr>
              <a:t>serv</a:t>
            </a:r>
            <a:r>
              <a:rPr sz="1800" spc="-15" dirty="0">
                <a:solidFill>
                  <a:srgbClr val="524F69"/>
                </a:solidFill>
                <a:latin typeface="PMingLiU"/>
                <a:cs typeface="PMingLiU"/>
              </a:rPr>
              <a:t>i</a:t>
            </a:r>
            <a:r>
              <a:rPr sz="1800" spc="-15" dirty="0">
                <a:solidFill>
                  <a:srgbClr val="3B3B3B"/>
                </a:solidFill>
                <a:latin typeface="Times New Roman"/>
                <a:cs typeface="Times New Roman"/>
              </a:rPr>
              <a:t>c</a:t>
            </a:r>
            <a:r>
              <a:rPr sz="1800" spc="-15" dirty="0">
                <a:solidFill>
                  <a:srgbClr val="524F69"/>
                </a:solidFill>
                <a:latin typeface="Times New Roman"/>
                <a:cs typeface="Times New Roman"/>
              </a:rPr>
              <a:t>es</a:t>
            </a:r>
            <a:r>
              <a:rPr sz="1800" spc="-8" dirty="0">
                <a:solidFill>
                  <a:srgbClr val="524F69"/>
                </a:solidFill>
                <a:latin typeface="Times New Roman"/>
                <a:cs typeface="Times New Roman"/>
              </a:rPr>
              <a:t> </a:t>
            </a:r>
            <a:r>
              <a:rPr sz="1800" spc="-41" dirty="0">
                <a:solidFill>
                  <a:srgbClr val="413D62"/>
                </a:solidFill>
                <a:latin typeface="Times New Roman"/>
                <a:cs typeface="Times New Roman"/>
              </a:rPr>
              <a:t>w</a:t>
            </a:r>
            <a:r>
              <a:rPr sz="1800" spc="-41" dirty="0">
                <a:solidFill>
                  <a:srgbClr val="413D62"/>
                </a:solidFill>
                <a:latin typeface="PMingLiU"/>
                <a:cs typeface="PMingLiU"/>
              </a:rPr>
              <a:t>it</a:t>
            </a:r>
            <a:r>
              <a:rPr sz="1800" spc="-41" dirty="0">
                <a:solidFill>
                  <a:srgbClr val="413D62"/>
                </a:solidFill>
                <a:latin typeface="Times New Roman"/>
                <a:cs typeface="Times New Roman"/>
              </a:rPr>
              <a:t>hou</a:t>
            </a:r>
            <a:r>
              <a:rPr sz="1800" spc="-41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60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800" spc="-38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800" spc="-38" dirty="0">
                <a:solidFill>
                  <a:srgbClr val="413D62"/>
                </a:solidFill>
                <a:latin typeface="Times New Roman"/>
                <a:cs typeface="Times New Roman"/>
              </a:rPr>
              <a:t>he</a:t>
            </a:r>
            <a:r>
              <a:rPr sz="1800" spc="-64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26" dirty="0">
                <a:solidFill>
                  <a:srgbClr val="524F69"/>
                </a:solidFill>
                <a:latin typeface="Times New Roman"/>
                <a:cs typeface="Times New Roman"/>
              </a:rPr>
              <a:t>ex</a:t>
            </a:r>
            <a:r>
              <a:rPr sz="1800" spc="-26" dirty="0">
                <a:solidFill>
                  <a:srgbClr val="2F2D4F"/>
                </a:solidFill>
                <a:latin typeface="PMingLiU"/>
                <a:cs typeface="PMingLiU"/>
              </a:rPr>
              <a:t>i</a:t>
            </a:r>
            <a:r>
              <a:rPr sz="1800" spc="-26" dirty="0">
                <a:solidFill>
                  <a:srgbClr val="524F69"/>
                </a:solidFill>
                <a:latin typeface="Times New Roman"/>
                <a:cs typeface="Times New Roman"/>
              </a:rPr>
              <a:t>s</a:t>
            </a:r>
            <a:r>
              <a:rPr sz="1800" spc="-26" dirty="0">
                <a:solidFill>
                  <a:srgbClr val="524F69"/>
                </a:solidFill>
                <a:latin typeface="PMingLiU"/>
                <a:cs typeface="PMingLiU"/>
              </a:rPr>
              <a:t>t</a:t>
            </a:r>
            <a:r>
              <a:rPr sz="1800" spc="-26" dirty="0">
                <a:solidFill>
                  <a:srgbClr val="524F69"/>
                </a:solidFill>
                <a:latin typeface="Times New Roman"/>
                <a:cs typeface="Times New Roman"/>
              </a:rPr>
              <a:t>e</a:t>
            </a:r>
            <a:r>
              <a:rPr sz="1800" spc="-26" dirty="0">
                <a:solidFill>
                  <a:srgbClr val="2F2D4F"/>
                </a:solidFill>
                <a:latin typeface="Times New Roman"/>
                <a:cs typeface="Times New Roman"/>
              </a:rPr>
              <a:t>nc</a:t>
            </a:r>
            <a:r>
              <a:rPr sz="1800" spc="-26" dirty="0">
                <a:solidFill>
                  <a:srgbClr val="524F69"/>
                </a:solidFill>
                <a:latin typeface="Times New Roman"/>
                <a:cs typeface="Times New Roman"/>
              </a:rPr>
              <a:t>e</a:t>
            </a:r>
            <a:r>
              <a:rPr sz="1800" spc="-56" dirty="0">
                <a:solidFill>
                  <a:srgbClr val="524F69"/>
                </a:solidFill>
                <a:latin typeface="Times New Roman"/>
                <a:cs typeface="Times New Roman"/>
              </a:rPr>
              <a:t> </a:t>
            </a:r>
            <a:r>
              <a:rPr sz="1800" spc="-19" dirty="0">
                <a:solidFill>
                  <a:srgbClr val="413D62"/>
                </a:solidFill>
                <a:latin typeface="Times New Roman"/>
                <a:cs typeface="Times New Roman"/>
              </a:rPr>
              <a:t>o</a:t>
            </a:r>
            <a:r>
              <a:rPr sz="1800" spc="-19" dirty="0">
                <a:solidFill>
                  <a:srgbClr val="413D62"/>
                </a:solidFill>
                <a:latin typeface="PMingLiU"/>
                <a:cs typeface="PMingLiU"/>
              </a:rPr>
              <a:t>f</a:t>
            </a:r>
            <a:r>
              <a:rPr sz="1800" spc="-75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800" spc="-30" dirty="0">
                <a:solidFill>
                  <a:srgbClr val="524F69"/>
                </a:solidFill>
                <a:latin typeface="Times New Roman"/>
                <a:cs typeface="Times New Roman"/>
              </a:rPr>
              <a:t>such</a:t>
            </a:r>
            <a:r>
              <a:rPr sz="1800" spc="-49" dirty="0">
                <a:solidFill>
                  <a:srgbClr val="524F69"/>
                </a:solidFill>
                <a:latin typeface="Times New Roman"/>
                <a:cs typeface="Times New Roman"/>
              </a:rPr>
              <a:t> </a:t>
            </a:r>
            <a:r>
              <a:rPr sz="1800" spc="56" dirty="0">
                <a:solidFill>
                  <a:srgbClr val="413D62"/>
                </a:solidFill>
                <a:latin typeface="Times New Roman"/>
                <a:cs typeface="Times New Roman"/>
              </a:rPr>
              <a:t>a</a:t>
            </a:r>
            <a:r>
              <a:rPr sz="1800" spc="-101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800" spc="-8" dirty="0">
                <a:solidFill>
                  <a:srgbClr val="524F69"/>
                </a:solidFill>
                <a:latin typeface="Times New Roman"/>
                <a:cs typeface="Times New Roman"/>
              </a:rPr>
              <a:t>server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41268A-5C81-8B1D-E174-16CEA8C22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2748" y="495949"/>
            <a:ext cx="2527459" cy="598721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172051" algn="l"/>
              </a:tabLst>
            </a:pPr>
            <a:r>
              <a:rPr sz="2550" spc="101" dirty="0">
                <a:solidFill>
                  <a:srgbClr val="E23B0F"/>
                </a:solidFill>
                <a:latin typeface="PMingLiU"/>
                <a:cs typeface="PMingLiU"/>
              </a:rPr>
              <a:t>从</a:t>
            </a:r>
            <a:r>
              <a:rPr sz="3338" spc="41" dirty="0">
                <a:solidFill>
                  <a:srgbClr val="E23B0F"/>
                </a:solidFill>
                <a:latin typeface="Times New Roman"/>
                <a:cs typeface="Times New Roman"/>
              </a:rPr>
              <a:t>IPS</a:t>
            </a:r>
            <a:r>
              <a:rPr sz="3338" dirty="0">
                <a:solidFill>
                  <a:srgbClr val="E23B0F"/>
                </a:solidFill>
                <a:latin typeface="Times New Roman"/>
                <a:cs typeface="Times New Roman"/>
              </a:rPr>
              <a:t>	</a:t>
            </a:r>
            <a:r>
              <a:rPr sz="3075" spc="53" dirty="0">
                <a:solidFill>
                  <a:srgbClr val="E23B0F"/>
                </a:solidFill>
              </a:rPr>
              <a:t>shar</a:t>
            </a:r>
            <a:r>
              <a:rPr sz="3300" spc="53" dirty="0">
                <a:solidFill>
                  <a:srgbClr val="E23B0F"/>
                </a:solidFill>
                <a:latin typeface="PMingLiU"/>
                <a:cs typeface="PMingLiU"/>
              </a:rPr>
              <a:t>i</a:t>
            </a:r>
            <a:r>
              <a:rPr sz="3075" spc="53" dirty="0">
                <a:solidFill>
                  <a:srgbClr val="E23B0F"/>
                </a:solidFill>
              </a:rPr>
              <a:t>n</a:t>
            </a:r>
            <a:r>
              <a:rPr sz="3825" spc="53" dirty="0">
                <a:solidFill>
                  <a:srgbClr val="E23B0F"/>
                </a:solidFill>
                <a:latin typeface="PMingLiU"/>
                <a:cs typeface="PMingLiU"/>
              </a:rPr>
              <a:t>g</a:t>
            </a:r>
            <a:endParaRPr sz="382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7914" y="1248199"/>
            <a:ext cx="284321" cy="713625"/>
          </a:xfrm>
          <a:prstGeom prst="rect">
            <a:avLst/>
          </a:prstGeom>
        </p:spPr>
        <p:txBody>
          <a:bodyPr vert="horz" wrap="square" lIns="0" tIns="61436" rIns="0" bIns="0" rtlCol="0">
            <a:spAutoFit/>
          </a:bodyPr>
          <a:lstStyle/>
          <a:p>
            <a:pPr marL="9525">
              <a:spcBef>
                <a:spcPts val="484"/>
              </a:spcBef>
            </a:pPr>
            <a:r>
              <a:rPr sz="1988" spc="41" dirty="0">
                <a:solidFill>
                  <a:srgbClr val="212121"/>
                </a:solidFill>
                <a:latin typeface="PMingLiU"/>
                <a:cs typeface="PMingLiU"/>
              </a:rPr>
              <a:t>．</a:t>
            </a:r>
            <a:endParaRPr sz="1988">
              <a:latin typeface="PMingLiU"/>
              <a:cs typeface="PMingLiU"/>
            </a:endParaRPr>
          </a:p>
          <a:p>
            <a:pPr marL="13335">
              <a:spcBef>
                <a:spcPts val="394"/>
              </a:spcBef>
            </a:pPr>
            <a:r>
              <a:rPr sz="1913" spc="38" dirty="0">
                <a:solidFill>
                  <a:srgbClr val="0A0A0A"/>
                </a:solidFill>
                <a:latin typeface="PMingLiU"/>
                <a:cs typeface="PMingLiU"/>
              </a:rPr>
              <a:t>．</a:t>
            </a:r>
            <a:endParaRPr sz="1913">
              <a:latin typeface="PMingLiU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1030" y="2238973"/>
            <a:ext cx="234295" cy="295751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60000"/>
              </a:lnSpc>
            </a:pPr>
            <a:r>
              <a:rPr sz="2175" dirty="0">
                <a:solidFill>
                  <a:srgbClr val="0A0A0A"/>
                </a:solidFill>
                <a:latin typeface="PMingLiU"/>
                <a:cs typeface="PMingLiU"/>
              </a:rPr>
              <a:t>．</a:t>
            </a:r>
            <a:endParaRPr sz="2175">
              <a:latin typeface="PMingLiU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1030" y="2753766"/>
            <a:ext cx="234295" cy="467678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9525">
              <a:lnSpc>
                <a:spcPct val="60000"/>
              </a:lnSpc>
            </a:pPr>
            <a:r>
              <a:rPr sz="2981" spc="-956" baseline="-2096" dirty="0">
                <a:solidFill>
                  <a:srgbClr val="0A0A0A"/>
                </a:solidFill>
                <a:latin typeface="PMingLiU"/>
                <a:cs typeface="PMingLiU"/>
              </a:rPr>
              <a:t>．</a:t>
            </a:r>
            <a:r>
              <a:rPr sz="2175" dirty="0">
                <a:solidFill>
                  <a:srgbClr val="212121"/>
                </a:solidFill>
                <a:latin typeface="PMingLiU"/>
                <a:cs typeface="PMingLiU"/>
              </a:rPr>
              <a:t>．</a:t>
            </a:r>
            <a:endParaRPr sz="2175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7914" y="3447291"/>
            <a:ext cx="284321" cy="31553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988" spc="41" dirty="0">
                <a:solidFill>
                  <a:srgbClr val="212121"/>
                </a:solidFill>
                <a:latin typeface="PMingLiU"/>
                <a:cs typeface="PMingLiU"/>
              </a:rPr>
              <a:t>．</a:t>
            </a:r>
            <a:endParaRPr sz="1988">
              <a:latin typeface="PMingLiU"/>
              <a:cs typeface="PMingLiU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5627" y="1419232"/>
            <a:ext cx="4441031" cy="2116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53" dirty="0">
                <a:solidFill>
                  <a:srgbClr val="212121"/>
                </a:solidFill>
                <a:latin typeface="Times New Roman"/>
                <a:cs typeface="Times New Roman"/>
              </a:rPr>
              <a:t>One</a:t>
            </a:r>
            <a:r>
              <a:rPr sz="1125" spc="-8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180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he</a:t>
            </a:r>
            <a:r>
              <a:rPr sz="1125" spc="169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ma</a:t>
            </a:r>
            <a:r>
              <a:rPr sz="1275" dirty="0">
                <a:solidFill>
                  <a:srgbClr val="363636"/>
                </a:solidFill>
                <a:latin typeface="PMingLiU"/>
                <a:cs typeface="PMingLiU"/>
              </a:rPr>
              <a:t>j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or</a:t>
            </a:r>
            <a:r>
              <a:rPr sz="1125" spc="217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asse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125" spc="13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4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spc="4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109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25" spc="14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In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erne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63" spc="113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125" spc="172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it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125" spc="139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comb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in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ed</a:t>
            </a:r>
            <a:r>
              <a:rPr sz="1125" spc="23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rocess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n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313" spc="41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ower</a:t>
            </a:r>
            <a:endParaRPr sz="11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5450" y="1606610"/>
            <a:ext cx="2346960" cy="18857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29553" algn="l"/>
              </a:tabLst>
            </a:pPr>
            <a:r>
              <a:rPr sz="1125" spc="-38" dirty="0">
                <a:solidFill>
                  <a:srgbClr val="5B5B70"/>
                </a:solidFill>
                <a:latin typeface="Times New Roman"/>
                <a:cs typeface="Times New Roman"/>
              </a:rPr>
              <a:t>-</a:t>
            </a:r>
            <a:r>
              <a:rPr sz="1125" dirty="0">
                <a:solidFill>
                  <a:srgbClr val="5B5B70"/>
                </a:solidFill>
                <a:latin typeface="Times New Roman"/>
                <a:cs typeface="Times New Roman"/>
              </a:rPr>
              <a:t>	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wh</a:t>
            </a:r>
            <a:r>
              <a:rPr sz="1163" spc="-30" dirty="0">
                <a:solidFill>
                  <a:srgbClr val="464462"/>
                </a:solidFill>
                <a:latin typeface="PMingLiU"/>
                <a:cs typeface="PMingLiU"/>
              </a:rPr>
              <a:t>i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ch</a:t>
            </a:r>
            <a:r>
              <a:rPr sz="1125" spc="-15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464462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464462"/>
                </a:solidFill>
                <a:latin typeface="Times New Roman"/>
                <a:cs typeface="Times New Roman"/>
              </a:rPr>
              <a:t>s</a:t>
            </a:r>
            <a:r>
              <a:rPr sz="1125" spc="-90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curren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l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y</a:t>
            </a:r>
            <a:r>
              <a:rPr sz="1163" spc="-71" dirty="0">
                <a:solidFill>
                  <a:srgbClr val="464462"/>
                </a:solidFill>
                <a:latin typeface="PMingLiU"/>
                <a:cs typeface="PMingLiU"/>
              </a:rPr>
              <a:t> 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vas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l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y</a:t>
            </a:r>
            <a:r>
              <a:rPr sz="1163" spc="-8" dirty="0">
                <a:solidFill>
                  <a:srgbClr val="464462"/>
                </a:solidFill>
                <a:latin typeface="PMingLiU"/>
                <a:cs typeface="PMingLiU"/>
              </a:rPr>
              <a:t> </a:t>
            </a:r>
            <a:r>
              <a:rPr sz="1125" spc="-60" dirty="0">
                <a:solidFill>
                  <a:srgbClr val="332F56"/>
                </a:solidFill>
                <a:latin typeface="Times New Roman"/>
                <a:cs typeface="Times New Roman"/>
              </a:rPr>
              <a:t>under-</a:t>
            </a:r>
            <a:r>
              <a:rPr sz="1125" spc="-53" dirty="0">
                <a:solidFill>
                  <a:srgbClr val="332F56"/>
                </a:solidFill>
                <a:latin typeface="Times New Roman"/>
                <a:cs typeface="Times New Roman"/>
              </a:rPr>
              <a:t>u</a:t>
            </a:r>
            <a:r>
              <a:rPr sz="1163" spc="-53" dirty="0">
                <a:solidFill>
                  <a:srgbClr val="332F56"/>
                </a:solidFill>
                <a:latin typeface="PMingLiU"/>
                <a:cs typeface="PMingLiU"/>
              </a:rPr>
              <a:t>t</a:t>
            </a:r>
            <a:r>
              <a:rPr sz="1163" spc="-131" dirty="0">
                <a:solidFill>
                  <a:srgbClr val="332F56"/>
                </a:solidFill>
                <a:latin typeface="PMingLiU"/>
                <a:cs typeface="PMingLiU"/>
              </a:rPr>
              <a:t>山</a:t>
            </a:r>
            <a:r>
              <a:rPr sz="1125" spc="-19" dirty="0">
                <a:solidFill>
                  <a:srgbClr val="332F56"/>
                </a:solidFill>
                <a:latin typeface="Times New Roman"/>
                <a:cs typeface="Times New Roman"/>
              </a:rPr>
              <a:t>zed</a:t>
            </a:r>
            <a:endParaRPr sz="11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9617" y="1754998"/>
            <a:ext cx="5410200" cy="3815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1568"/>
              </a:lnSpc>
              <a:spcBef>
                <a:spcPts val="75"/>
              </a:spcBef>
            </a:pP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To</a:t>
            </a:r>
            <a:r>
              <a:rPr sz="1125" spc="10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u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tili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ze</a:t>
            </a:r>
            <a:r>
              <a:rPr sz="1125" spc="25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hese</a:t>
            </a:r>
            <a:r>
              <a:rPr sz="1125" spc="18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resources,</a:t>
            </a:r>
            <a:r>
              <a:rPr sz="1125" spc="24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user</a:t>
            </a:r>
            <a:r>
              <a:rPr sz="1125" spc="7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are</a:t>
            </a:r>
            <a:r>
              <a:rPr sz="1125" spc="68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asked</a:t>
            </a:r>
            <a:r>
              <a:rPr sz="1125" spc="19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25" spc="139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download</a:t>
            </a:r>
            <a:r>
              <a:rPr sz="1125" spc="217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41" dirty="0">
                <a:solidFill>
                  <a:srgbClr val="464646"/>
                </a:solidFill>
                <a:latin typeface="Times New Roman"/>
                <a:cs typeface="Times New Roman"/>
              </a:rPr>
              <a:t>and</a:t>
            </a:r>
            <a:r>
              <a:rPr sz="1125" spc="94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ns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all</a:t>
            </a:r>
            <a:r>
              <a:rPr sz="1125" spc="153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ro</a:t>
            </a:r>
            <a:r>
              <a:rPr sz="1425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rruns</a:t>
            </a:r>
            <a:r>
              <a:rPr sz="1125" spc="25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ha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63" spc="165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are</a:t>
            </a:r>
            <a:r>
              <a:rPr sz="1125" spc="143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spc="41" dirty="0">
                <a:solidFill>
                  <a:srgbClr val="363636"/>
                </a:solidFill>
                <a:latin typeface="Times New Roman"/>
                <a:cs typeface="Times New Roman"/>
              </a:rPr>
              <a:t>able</a:t>
            </a:r>
            <a:endParaRPr sz="1125">
              <a:latin typeface="Times New Roman"/>
              <a:cs typeface="Times New Roman"/>
            </a:endParaRPr>
          </a:p>
          <a:p>
            <a:pPr marL="19050">
              <a:lnSpc>
                <a:spcPts val="1253"/>
              </a:lnSpc>
            </a:pP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o</a:t>
            </a:r>
            <a:r>
              <a:rPr sz="1125" spc="109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do</a:t>
            </a:r>
            <a:r>
              <a:rPr sz="1125" spc="14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125" spc="124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small</a:t>
            </a:r>
            <a:r>
              <a:rPr sz="1125" spc="131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p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ar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63" spc="135" dirty="0">
                <a:solidFill>
                  <a:srgbClr val="212121"/>
                </a:solidFill>
                <a:latin typeface="PMingLiU"/>
                <a:cs typeface="PMingLiU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56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125" spc="12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com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lex</a:t>
            </a:r>
            <a:r>
              <a:rPr sz="1125" spc="16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com</a:t>
            </a:r>
            <a:r>
              <a:rPr sz="1163" spc="34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u</a:t>
            </a:r>
            <a:r>
              <a:rPr sz="1163" spc="34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a</a:t>
            </a:r>
            <a:r>
              <a:rPr sz="1163" spc="34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on</a:t>
            </a:r>
            <a:r>
              <a:rPr sz="1125" spc="214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wh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le</a:t>
            </a:r>
            <a:r>
              <a:rPr sz="1125" spc="14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25" spc="11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com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u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er</a:t>
            </a:r>
            <a:r>
              <a:rPr sz="1125" spc="16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125" spc="94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no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63" spc="116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-15" dirty="0">
                <a:solidFill>
                  <a:srgbClr val="212121"/>
                </a:solidFill>
                <a:latin typeface="Times New Roman"/>
                <a:cs typeface="Times New Roman"/>
              </a:rPr>
              <a:t>used</a:t>
            </a:r>
            <a:endParaRPr sz="11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8727" y="2098057"/>
            <a:ext cx="2291239" cy="18857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34315" algn="l"/>
              </a:tabLst>
            </a:pPr>
            <a:r>
              <a:rPr sz="1125" spc="-38" dirty="0">
                <a:solidFill>
                  <a:srgbClr val="464646"/>
                </a:solidFill>
                <a:latin typeface="Times New Roman"/>
                <a:cs typeface="Times New Roman"/>
              </a:rPr>
              <a:t>-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	</a:t>
            </a:r>
            <a:r>
              <a:rPr sz="1125" spc="-8" dirty="0">
                <a:solidFill>
                  <a:srgbClr val="332F56"/>
                </a:solidFill>
                <a:latin typeface="Times New Roman"/>
                <a:cs typeface="Times New Roman"/>
              </a:rPr>
              <a:t>E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.</a:t>
            </a:r>
            <a:r>
              <a:rPr sz="1163" spc="-8" dirty="0">
                <a:solidFill>
                  <a:srgbClr val="5B5B70"/>
                </a:solidFill>
                <a:latin typeface="PMingLiU"/>
                <a:cs typeface="PMingLiU"/>
              </a:rPr>
              <a:t>g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.,</a:t>
            </a:r>
            <a:r>
              <a:rPr sz="1163" spc="-94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-26" dirty="0">
                <a:solidFill>
                  <a:srgbClr val="464462"/>
                </a:solidFill>
                <a:latin typeface="Times New Roman"/>
                <a:cs typeface="Times New Roman"/>
              </a:rPr>
              <a:t>wh</a:t>
            </a:r>
            <a:r>
              <a:rPr sz="1163" spc="-26" dirty="0">
                <a:solidFill>
                  <a:srgbClr val="464462"/>
                </a:solidFill>
                <a:latin typeface="PMingLiU"/>
                <a:cs typeface="PMingLiU"/>
              </a:rPr>
              <a:t>i</a:t>
            </a:r>
            <a:r>
              <a:rPr sz="1125" spc="-26" dirty="0">
                <a:solidFill>
                  <a:srgbClr val="464462"/>
                </a:solidFill>
                <a:latin typeface="Times New Roman"/>
                <a:cs typeface="Times New Roman"/>
              </a:rPr>
              <a:t>le</a:t>
            </a:r>
            <a:r>
              <a:rPr sz="1125" spc="-86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spc="-15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15" dirty="0">
                <a:solidFill>
                  <a:srgbClr val="464462"/>
                </a:solidFill>
                <a:latin typeface="Times New Roman"/>
                <a:cs typeface="Times New Roman"/>
              </a:rPr>
              <a:t>he</a:t>
            </a:r>
            <a:r>
              <a:rPr sz="1125" spc="-131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26" dirty="0">
                <a:solidFill>
                  <a:srgbClr val="464462"/>
                </a:solidFill>
                <a:latin typeface="Times New Roman"/>
                <a:cs typeface="Times New Roman"/>
              </a:rPr>
              <a:t>screen</a:t>
            </a:r>
            <a:r>
              <a:rPr sz="1125" spc="-68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saver</a:t>
            </a:r>
            <a:r>
              <a:rPr sz="1125" spc="-15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spc="-8" dirty="0">
                <a:solidFill>
                  <a:srgbClr val="332F56"/>
                </a:solidFill>
                <a:latin typeface="PMingLiU"/>
                <a:cs typeface="PMingLiU"/>
              </a:rPr>
              <a:t>i</a:t>
            </a:r>
            <a:r>
              <a:rPr sz="1125" spc="-8" dirty="0">
                <a:solidFill>
                  <a:srgbClr val="5B5B70"/>
                </a:solidFill>
                <a:latin typeface="Times New Roman"/>
                <a:cs typeface="Times New Roman"/>
              </a:rPr>
              <a:t>s</a:t>
            </a:r>
            <a:r>
              <a:rPr sz="1125" spc="-23" dirty="0">
                <a:solidFill>
                  <a:srgbClr val="5B5B70"/>
                </a:solidFill>
                <a:latin typeface="Times New Roman"/>
                <a:cs typeface="Times New Roman"/>
              </a:rPr>
              <a:t> </a:t>
            </a:r>
            <a:r>
              <a:rPr sz="1125" spc="-15" dirty="0">
                <a:solidFill>
                  <a:srgbClr val="464462"/>
                </a:solidFill>
                <a:latin typeface="Times New Roman"/>
                <a:cs typeface="Times New Roman"/>
              </a:rPr>
              <a:t>runn</a:t>
            </a:r>
            <a:r>
              <a:rPr sz="1163" spc="-15" dirty="0">
                <a:solidFill>
                  <a:srgbClr val="464462"/>
                </a:solidFill>
                <a:latin typeface="PMingLiU"/>
                <a:cs typeface="PMingLiU"/>
              </a:rPr>
              <a:t>i</a:t>
            </a:r>
            <a:r>
              <a:rPr sz="1125" spc="-15" dirty="0">
                <a:solidFill>
                  <a:srgbClr val="464462"/>
                </a:solidFill>
                <a:latin typeface="Times New Roman"/>
                <a:cs typeface="Times New Roman"/>
              </a:rPr>
              <a:t>n</a:t>
            </a:r>
            <a:r>
              <a:rPr sz="1163" spc="-15" dirty="0">
                <a:solidFill>
                  <a:srgbClr val="464462"/>
                </a:solidFill>
                <a:latin typeface="PMingLiU"/>
                <a:cs typeface="PMingLiU"/>
              </a:rPr>
              <a:t>g</a:t>
            </a:r>
            <a:endParaRPr sz="1163" dirty="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8903" y="2246446"/>
            <a:ext cx="5422582" cy="168276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430">
              <a:lnSpc>
                <a:spcPts val="1624"/>
              </a:lnSpc>
              <a:spcBef>
                <a:spcPts val="75"/>
              </a:spcBef>
            </a:pP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Exam</a:t>
            </a:r>
            <a:r>
              <a:rPr sz="1388" spc="8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les</a:t>
            </a:r>
            <a:r>
              <a:rPr sz="1125" spc="184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8" dirty="0">
                <a:solidFill>
                  <a:srgbClr val="464646"/>
                </a:solidFill>
                <a:latin typeface="PMingLiU"/>
                <a:cs typeface="PMingLiU"/>
              </a:rPr>
              <a:t>fo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r</a:t>
            </a:r>
            <a:r>
              <a:rPr sz="1125" spc="124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spc="41" dirty="0">
                <a:solidFill>
                  <a:srgbClr val="212121"/>
                </a:solidFill>
                <a:latin typeface="Times New Roman"/>
                <a:cs typeface="Times New Roman"/>
              </a:rPr>
              <a:t>MIPS</a:t>
            </a:r>
            <a:r>
              <a:rPr sz="1125" spc="53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sha</a:t>
            </a:r>
            <a:r>
              <a:rPr sz="1125" spc="8" dirty="0">
                <a:solidFill>
                  <a:srgbClr val="212121"/>
                </a:solidFill>
                <a:latin typeface="Times New Roman"/>
                <a:cs typeface="Times New Roman"/>
              </a:rPr>
              <a:t>r</a:t>
            </a:r>
            <a:r>
              <a:rPr sz="1163" spc="8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212121"/>
                </a:solidFill>
                <a:latin typeface="Times New Roman"/>
                <a:cs typeface="Times New Roman"/>
              </a:rPr>
              <a:t>n</a:t>
            </a:r>
            <a:r>
              <a:rPr sz="1425" spc="8" dirty="0">
                <a:solidFill>
                  <a:srgbClr val="464646"/>
                </a:solidFill>
                <a:latin typeface="PMingLiU"/>
                <a:cs typeface="PMingLiU"/>
              </a:rPr>
              <a:t>g</a:t>
            </a:r>
            <a:r>
              <a:rPr sz="1425" spc="-113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388" spc="8" dirty="0">
                <a:solidFill>
                  <a:srgbClr val="464646"/>
                </a:solidFill>
                <a:latin typeface="PMingLiU"/>
                <a:cs typeface="PMingLiU"/>
              </a:rPr>
              <a:t>y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163" spc="8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ems</a:t>
            </a:r>
            <a:r>
              <a:rPr sz="1125" spc="153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spc="26" dirty="0">
                <a:solidFill>
                  <a:srgbClr val="363636"/>
                </a:solidFill>
                <a:latin typeface="Times New Roman"/>
                <a:cs typeface="Times New Roman"/>
              </a:rPr>
              <a:t>are:</a:t>
            </a:r>
            <a:endParaRPr sz="1125" dirty="0">
              <a:latin typeface="Times New Roman"/>
              <a:cs typeface="Times New Roman"/>
            </a:endParaRPr>
          </a:p>
          <a:p>
            <a:pPr marL="308134" indent="-219075">
              <a:lnSpc>
                <a:spcPts val="1238"/>
              </a:lnSpc>
              <a:buClr>
                <a:srgbClr val="464646"/>
              </a:buClr>
              <a:buChar char="-"/>
              <a:tabLst>
                <a:tab pos="308134" algn="l"/>
              </a:tabLst>
            </a:pP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Se</a:t>
            </a:r>
            <a:r>
              <a:rPr sz="1163" spc="-8" dirty="0">
                <a:solidFill>
                  <a:srgbClr val="464462"/>
                </a:solidFill>
                <a:latin typeface="PMingLiU"/>
                <a:cs typeface="PMingLiU"/>
              </a:rPr>
              <a:t>ti</a:t>
            </a: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@HOME</a:t>
            </a:r>
            <a:endParaRPr sz="1125" dirty="0">
              <a:latin typeface="Times New Roman"/>
              <a:cs typeface="Times New Roman"/>
            </a:endParaRPr>
          </a:p>
          <a:p>
            <a:pPr marL="311944" indent="-222885">
              <a:lnSpc>
                <a:spcPts val="1196"/>
              </a:lnSpc>
              <a:buClr>
                <a:srgbClr val="464646"/>
              </a:buClr>
              <a:buChar char="-"/>
              <a:tabLst>
                <a:tab pos="311944" algn="l"/>
              </a:tabLst>
            </a:pPr>
            <a:r>
              <a:rPr sz="1125" spc="-8" dirty="0">
                <a:solidFill>
                  <a:srgbClr val="332F56"/>
                </a:solidFill>
                <a:latin typeface="Times New Roman"/>
                <a:cs typeface="Times New Roman"/>
              </a:rPr>
              <a:t>Genome</a:t>
            </a:r>
            <a:r>
              <a:rPr sz="1125" spc="-8" dirty="0">
                <a:solidFill>
                  <a:srgbClr val="5B5B70"/>
                </a:solidFill>
                <a:latin typeface="Times New Roman"/>
                <a:cs typeface="Times New Roman"/>
              </a:rPr>
              <a:t>@</a:t>
            </a:r>
            <a:r>
              <a:rPr sz="1125" spc="-8" dirty="0">
                <a:solidFill>
                  <a:srgbClr val="1F1C49"/>
                </a:solidFill>
                <a:latin typeface="Times New Roman"/>
                <a:cs typeface="Times New Roman"/>
              </a:rPr>
              <a:t>H</a:t>
            </a: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OME</a:t>
            </a:r>
            <a:endParaRPr sz="1125" dirty="0">
              <a:latin typeface="Times New Roman"/>
              <a:cs typeface="Times New Roman"/>
            </a:endParaRPr>
          </a:p>
          <a:p>
            <a:pPr marL="10478">
              <a:lnSpc>
                <a:spcPts val="1620"/>
              </a:lnSpc>
            </a:pP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In</a:t>
            </a:r>
            <a:r>
              <a:rPr sz="1125" spc="27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h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125" spc="116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ca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e</a:t>
            </a:r>
            <a:r>
              <a:rPr sz="1425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or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163" spc="98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4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spc="4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83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49" dirty="0">
                <a:solidFill>
                  <a:srgbClr val="212121"/>
                </a:solidFill>
                <a:latin typeface="Times New Roman"/>
                <a:cs typeface="Times New Roman"/>
              </a:rPr>
              <a:t>P2P</a:t>
            </a:r>
            <a:r>
              <a:rPr sz="1125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spc="34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163" spc="34" dirty="0">
                <a:solidFill>
                  <a:srgbClr val="212121"/>
                </a:solidFill>
                <a:latin typeface="PMingLiU"/>
                <a:cs typeface="PMingLiU"/>
              </a:rPr>
              <a:t>pp</a:t>
            </a:r>
            <a:r>
              <a:rPr sz="1125" spc="34" dirty="0">
                <a:solidFill>
                  <a:srgbClr val="212121"/>
                </a:solidFill>
                <a:latin typeface="Times New Roman"/>
                <a:cs typeface="Times New Roman"/>
              </a:rPr>
              <a:t>l</a:t>
            </a:r>
            <a:r>
              <a:rPr sz="1163" spc="34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spc="34" dirty="0">
                <a:solidFill>
                  <a:srgbClr val="464646"/>
                </a:solidFill>
                <a:latin typeface="Times New Roman"/>
                <a:cs typeface="Times New Roman"/>
              </a:rPr>
              <a:t>ca</a:t>
            </a:r>
            <a:r>
              <a:rPr sz="1163" spc="34" dirty="0">
                <a:solidFill>
                  <a:srgbClr val="464646"/>
                </a:solidFill>
                <a:latin typeface="PMingLiU"/>
                <a:cs typeface="PMingLiU"/>
              </a:rPr>
              <a:t>t</a:t>
            </a:r>
            <a:r>
              <a:rPr sz="1163" spc="34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spc="34" dirty="0">
                <a:solidFill>
                  <a:srgbClr val="212121"/>
                </a:solidFill>
                <a:latin typeface="Times New Roman"/>
                <a:cs typeface="Times New Roman"/>
              </a:rPr>
              <a:t>on</a:t>
            </a:r>
            <a:r>
              <a:rPr sz="1125" spc="34" dirty="0">
                <a:solidFill>
                  <a:srgbClr val="464646"/>
                </a:solidFill>
                <a:latin typeface="Times New Roman"/>
                <a:cs typeface="Times New Roman"/>
              </a:rPr>
              <a:t>s,</a:t>
            </a:r>
            <a:r>
              <a:rPr sz="1125" spc="83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25" spc="9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soc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al</a:t>
            </a:r>
            <a:r>
              <a:rPr sz="1125" spc="139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as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dirty="0">
                <a:solidFill>
                  <a:srgbClr val="363636"/>
                </a:solidFill>
                <a:latin typeface="Times New Roman"/>
                <a:cs typeface="Times New Roman"/>
              </a:rPr>
              <a:t>ec</a:t>
            </a:r>
            <a:r>
              <a:rPr sz="116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63" spc="90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dirty="0">
                <a:solidFill>
                  <a:srgbClr val="212121"/>
                </a:solidFill>
                <a:latin typeface="PMingLiU"/>
                <a:cs typeface="PMingLiU"/>
              </a:rPr>
              <a:t>i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125" spc="86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646"/>
                </a:solidFill>
                <a:latin typeface="Times New Roman"/>
                <a:cs typeface="Times New Roman"/>
              </a:rPr>
              <a:t>ve</a:t>
            </a:r>
            <a:r>
              <a:rPr sz="1125" dirty="0">
                <a:solidFill>
                  <a:srgbClr val="212121"/>
                </a:solidFill>
                <a:latin typeface="Times New Roman"/>
                <a:cs typeface="Times New Roman"/>
              </a:rPr>
              <a:t>r</a:t>
            </a:r>
            <a:r>
              <a:rPr sz="1163" dirty="0">
                <a:solidFill>
                  <a:srgbClr val="464646"/>
                </a:solidFill>
                <a:latin typeface="PMingLiU"/>
                <a:cs typeface="PMingLiU"/>
              </a:rPr>
              <a:t>y</a:t>
            </a:r>
            <a:r>
              <a:rPr sz="1163" spc="131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m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or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an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endParaRPr sz="1163" dirty="0">
              <a:latin typeface="PMingLiU"/>
              <a:cs typeface="PMingLiU"/>
            </a:endParaRPr>
          </a:p>
          <a:p>
            <a:pPr marL="20003" marR="210503" indent="-8096">
              <a:lnSpc>
                <a:spcPct val="70400"/>
              </a:lnSpc>
              <a:spcBef>
                <a:spcPts val="405"/>
              </a:spcBef>
            </a:pPr>
            <a:r>
              <a:rPr sz="1125" spc="15" dirty="0">
                <a:solidFill>
                  <a:srgbClr val="212121"/>
                </a:solidFill>
                <a:latin typeface="Times New Roman"/>
                <a:cs typeface="Times New Roman"/>
              </a:rPr>
              <a:t>Were</a:t>
            </a:r>
            <a:r>
              <a:rPr sz="1125" spc="71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it</a:t>
            </a:r>
            <a:r>
              <a:rPr sz="1163" spc="135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15" dirty="0">
                <a:solidFill>
                  <a:srgbClr val="212121"/>
                </a:solidFill>
                <a:latin typeface="Times New Roman"/>
                <a:cs typeface="Times New Roman"/>
              </a:rPr>
              <a:t>no</a:t>
            </a:r>
            <a:r>
              <a:rPr sz="1163" spc="15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63" spc="71" dirty="0">
                <a:solidFill>
                  <a:srgbClr val="212121"/>
                </a:solidFill>
                <a:latin typeface="PMingLiU"/>
                <a:cs typeface="PMingLiU"/>
              </a:rPr>
              <a:t> 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fo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125" spc="79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25" spc="7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464646"/>
                </a:solidFill>
                <a:latin typeface="Times New Roman"/>
                <a:cs typeface="Times New Roman"/>
              </a:rPr>
              <a:t>search</a:t>
            </a:r>
            <a:r>
              <a:rPr sz="1125" spc="127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fo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125" spc="4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ex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ra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erres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al</a:t>
            </a:r>
            <a:r>
              <a:rPr sz="1125" spc="5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l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if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e</a:t>
            </a:r>
            <a:r>
              <a:rPr sz="1125" spc="1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38" dirty="0">
                <a:solidFill>
                  <a:srgbClr val="363636"/>
                </a:solidFill>
                <a:latin typeface="Times New Roman"/>
                <a:cs typeface="Times New Roman"/>
              </a:rPr>
              <a:t>or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38" dirty="0">
                <a:solidFill>
                  <a:srgbClr val="363636"/>
                </a:solidFill>
                <a:latin typeface="Times New Roman"/>
                <a:cs typeface="Times New Roman"/>
              </a:rPr>
              <a:t>cancer</a:t>
            </a:r>
            <a:r>
              <a:rPr sz="1125" spc="6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research,</a:t>
            </a:r>
            <a:r>
              <a:rPr sz="1125" spc="172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no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63" spc="79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man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163" spc="180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eo</a:t>
            </a:r>
            <a:r>
              <a:rPr sz="1163" spc="-8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-8" dirty="0">
                <a:solidFill>
                  <a:srgbClr val="363636"/>
                </a:solidFill>
                <a:latin typeface="Times New Roman"/>
                <a:cs typeface="Times New Roman"/>
              </a:rPr>
              <a:t>le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would</a:t>
            </a:r>
            <a:r>
              <a:rPr sz="1125" spc="14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212121"/>
                </a:solidFill>
                <a:latin typeface="Times New Roman"/>
                <a:cs typeface="Times New Roman"/>
              </a:rPr>
              <a:t>be</a:t>
            </a:r>
            <a:r>
              <a:rPr sz="1125" spc="15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w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ll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n</a:t>
            </a:r>
            <a:r>
              <a:rPr sz="1425" spc="8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425" spc="-38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25" spc="6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38" dirty="0">
                <a:solidFill>
                  <a:srgbClr val="464646"/>
                </a:solidFill>
                <a:latin typeface="Times New Roman"/>
                <a:cs typeface="Times New Roman"/>
              </a:rPr>
              <a:t>share</a:t>
            </a:r>
            <a:r>
              <a:rPr sz="1125" spc="9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125" spc="15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8" dirty="0">
                <a:solidFill>
                  <a:srgbClr val="212121"/>
                </a:solidFill>
                <a:latin typeface="PMingLiU"/>
                <a:cs typeface="PMingLiU"/>
              </a:rPr>
              <a:t>p</a:t>
            </a:r>
            <a:r>
              <a:rPr sz="1125" spc="8" dirty="0">
                <a:solidFill>
                  <a:srgbClr val="212121"/>
                </a:solidFill>
                <a:latin typeface="Times New Roman"/>
                <a:cs typeface="Times New Roman"/>
              </a:rPr>
              <a:t>ro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cess</a:t>
            </a:r>
            <a:r>
              <a:rPr sz="1163" spc="8" dirty="0">
                <a:solidFill>
                  <a:srgbClr val="464646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n</a:t>
            </a:r>
            <a:r>
              <a:rPr sz="1425" spc="8" dirty="0">
                <a:solidFill>
                  <a:srgbClr val="464646"/>
                </a:solidFill>
                <a:latin typeface="PMingLiU"/>
                <a:cs typeface="PMingLiU"/>
              </a:rPr>
              <a:t>g</a:t>
            </a:r>
            <a:r>
              <a:rPr sz="1425" spc="-86" dirty="0">
                <a:solidFill>
                  <a:srgbClr val="464646"/>
                </a:solidFill>
                <a:latin typeface="PMingLiU"/>
                <a:cs typeface="PMingLiU"/>
              </a:rPr>
              <a:t> </a:t>
            </a:r>
            <a:r>
              <a:rPr sz="1163" spc="30" dirty="0">
                <a:solidFill>
                  <a:srgbClr val="212121"/>
                </a:solidFill>
                <a:latin typeface="PMingLiU"/>
                <a:cs typeface="PMingLiU"/>
              </a:rPr>
              <a:t>p</a:t>
            </a:r>
            <a:r>
              <a:rPr sz="1125" spc="30" dirty="0">
                <a:solidFill>
                  <a:srgbClr val="212121"/>
                </a:solidFill>
                <a:latin typeface="Times New Roman"/>
                <a:cs typeface="Times New Roman"/>
              </a:rPr>
              <a:t>ow</a:t>
            </a:r>
            <a:r>
              <a:rPr sz="1125" spc="30" dirty="0">
                <a:solidFill>
                  <a:srgbClr val="464646"/>
                </a:solidFill>
                <a:latin typeface="Times New Roman"/>
                <a:cs typeface="Times New Roman"/>
              </a:rPr>
              <a:t>er</a:t>
            </a:r>
            <a:endParaRPr sz="1125" dirty="0">
              <a:latin typeface="Times New Roman"/>
              <a:cs typeface="Times New Roman"/>
            </a:endParaRPr>
          </a:p>
          <a:p>
            <a:pPr marL="314325" indent="-218599">
              <a:lnSpc>
                <a:spcPts val="1028"/>
              </a:lnSpc>
              <a:buClr>
                <a:srgbClr val="797979"/>
              </a:buClr>
              <a:buChar char="-"/>
              <a:tabLst>
                <a:tab pos="314325" algn="l"/>
              </a:tabLst>
            </a:pPr>
            <a:r>
              <a:rPr sz="1125" spc="-26" dirty="0">
                <a:solidFill>
                  <a:srgbClr val="464462"/>
                </a:solidFill>
                <a:latin typeface="Times New Roman"/>
                <a:cs typeface="Times New Roman"/>
              </a:rPr>
              <a:t>Hence,</a:t>
            </a: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here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38" dirty="0">
                <a:solidFill>
                  <a:srgbClr val="464462"/>
                </a:solidFill>
                <a:latin typeface="Times New Roman"/>
                <a:cs typeface="Times New Roman"/>
              </a:rPr>
              <a:t>mus</a:t>
            </a:r>
            <a:r>
              <a:rPr sz="1163" spc="-38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63" spc="-49" dirty="0">
                <a:solidFill>
                  <a:srgbClr val="464462"/>
                </a:solidFill>
                <a:latin typeface="PMingLiU"/>
                <a:cs typeface="PMingLiU"/>
              </a:rPr>
              <a:t> </a:t>
            </a:r>
            <a:r>
              <a:rPr sz="1125" dirty="0">
                <a:solidFill>
                  <a:srgbClr val="464462"/>
                </a:solidFill>
                <a:latin typeface="Times New Roman"/>
                <a:cs typeface="Times New Roman"/>
              </a:rPr>
              <a:t>an</a:t>
            </a:r>
            <a:r>
              <a:rPr sz="1125" spc="-11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spc="-30" dirty="0">
                <a:solidFill>
                  <a:srgbClr val="464462"/>
                </a:solidFill>
                <a:latin typeface="PMingLiU"/>
                <a:cs typeface="PMingLiU"/>
              </a:rPr>
              <a:t>i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ncen</a:t>
            </a:r>
            <a:r>
              <a:rPr sz="1163" spc="-30" dirty="0">
                <a:solidFill>
                  <a:srgbClr val="464462"/>
                </a:solidFill>
                <a:latin typeface="PMingLiU"/>
                <a:cs typeface="PMingLiU"/>
              </a:rPr>
              <a:t>ti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ve</a:t>
            </a:r>
            <a:r>
              <a:rPr sz="1125" spc="-45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spc="-8" dirty="0">
                <a:solidFill>
                  <a:srgbClr val="464462"/>
                </a:solidFill>
                <a:latin typeface="PMingLiU"/>
                <a:cs typeface="PMingLiU"/>
              </a:rPr>
              <a:t>fo</a:t>
            </a: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r </a:t>
            </a:r>
            <a:r>
              <a:rPr sz="1125" spc="-41" dirty="0">
                <a:solidFill>
                  <a:srgbClr val="464462"/>
                </a:solidFill>
                <a:latin typeface="Times New Roman"/>
                <a:cs typeface="Times New Roman"/>
              </a:rPr>
              <a:t>users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spc="-30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o</a:t>
            </a:r>
            <a:r>
              <a:rPr sz="1125" spc="-86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30" dirty="0">
                <a:solidFill>
                  <a:srgbClr val="5B5B70"/>
                </a:solidFill>
                <a:latin typeface="Times New Roman"/>
                <a:cs typeface="Times New Roman"/>
              </a:rPr>
              <a:t>share</a:t>
            </a:r>
            <a:r>
              <a:rPr sz="1125" spc="-23" dirty="0">
                <a:solidFill>
                  <a:srgbClr val="5B5B70"/>
                </a:solidFill>
                <a:latin typeface="Times New Roman"/>
                <a:cs typeface="Times New Roman"/>
              </a:rPr>
              <a:t> 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com</a:t>
            </a:r>
            <a:r>
              <a:rPr sz="1163" spc="-30" dirty="0">
                <a:solidFill>
                  <a:srgbClr val="464462"/>
                </a:solidFill>
                <a:latin typeface="PMingLiU"/>
                <a:cs typeface="PMingLiU"/>
              </a:rPr>
              <a:t>p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u</a:t>
            </a:r>
            <a:r>
              <a:rPr sz="1163" spc="-30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er</a:t>
            </a:r>
            <a:r>
              <a:rPr sz="1125" spc="-11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30" dirty="0">
                <a:solidFill>
                  <a:srgbClr val="464462"/>
                </a:solidFill>
                <a:latin typeface="Times New Roman"/>
                <a:cs typeface="Times New Roman"/>
              </a:rPr>
              <a:t>resources,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462"/>
                </a:solidFill>
                <a:latin typeface="Times New Roman"/>
                <a:cs typeface="Times New Roman"/>
              </a:rPr>
              <a:t>be</a:t>
            </a:r>
            <a:r>
              <a:rPr sz="1125" spc="-98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63" dirty="0">
                <a:solidFill>
                  <a:srgbClr val="464462"/>
                </a:solidFill>
                <a:latin typeface="PMingLiU"/>
                <a:cs typeface="PMingLiU"/>
              </a:rPr>
              <a:t>it</a:t>
            </a:r>
            <a:r>
              <a:rPr sz="1163" spc="-86" dirty="0">
                <a:solidFill>
                  <a:srgbClr val="464462"/>
                </a:solidFill>
                <a:latin typeface="PMingLiU"/>
                <a:cs typeface="PMingLiU"/>
              </a:rPr>
              <a:t> </a:t>
            </a:r>
            <a:r>
              <a:rPr sz="1125" spc="-49" dirty="0">
                <a:solidFill>
                  <a:srgbClr val="464462"/>
                </a:solidFill>
                <a:latin typeface="Times New Roman"/>
                <a:cs typeface="Times New Roman"/>
              </a:rPr>
              <a:t>mone</a:t>
            </a:r>
            <a:r>
              <a:rPr sz="1163" spc="-49" dirty="0">
                <a:solidFill>
                  <a:srgbClr val="464462"/>
                </a:solidFill>
                <a:latin typeface="PMingLiU"/>
                <a:cs typeface="PMingLiU"/>
              </a:rPr>
              <a:t>y,</a:t>
            </a:r>
            <a:r>
              <a:rPr sz="1163" spc="-41" dirty="0">
                <a:solidFill>
                  <a:srgbClr val="464462"/>
                </a:solidFill>
                <a:latin typeface="PMingLiU"/>
                <a:cs typeface="PMingLiU"/>
              </a:rPr>
              <a:t> 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p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ubl</a:t>
            </a: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i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c</a:t>
            </a:r>
            <a:r>
              <a:rPr sz="1125" spc="-26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8" dirty="0">
                <a:solidFill>
                  <a:srgbClr val="464462"/>
                </a:solidFill>
                <a:latin typeface="Times New Roman"/>
                <a:cs typeface="Times New Roman"/>
              </a:rPr>
              <a:t>well</a:t>
            </a:r>
            <a:r>
              <a:rPr sz="1125" spc="-8" dirty="0">
                <a:solidFill>
                  <a:srgbClr val="797979"/>
                </a:solidFill>
                <a:latin typeface="Times New Roman"/>
                <a:cs typeface="Times New Roman"/>
              </a:rPr>
              <a:t>­</a:t>
            </a:r>
            <a:endParaRPr sz="1125" dirty="0">
              <a:latin typeface="Times New Roman"/>
              <a:cs typeface="Times New Roman"/>
            </a:endParaRPr>
          </a:p>
          <a:p>
            <a:pPr marL="314325">
              <a:lnSpc>
                <a:spcPts val="1200"/>
              </a:lnSpc>
            </a:pPr>
            <a:r>
              <a:rPr sz="1163" spc="-23" dirty="0">
                <a:solidFill>
                  <a:srgbClr val="464462"/>
                </a:solidFill>
                <a:latin typeface="PMingLiU"/>
                <a:cs typeface="PMingLiU"/>
              </a:rPr>
              <a:t>fa</a:t>
            </a:r>
            <a:r>
              <a:rPr sz="1125" spc="-23" dirty="0">
                <a:solidFill>
                  <a:srgbClr val="464462"/>
                </a:solidFill>
                <a:latin typeface="Times New Roman"/>
                <a:cs typeface="Times New Roman"/>
              </a:rPr>
              <a:t>re</a:t>
            </a:r>
            <a:r>
              <a:rPr sz="1125" spc="-56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dirty="0">
                <a:solidFill>
                  <a:srgbClr val="464462"/>
                </a:solidFill>
                <a:latin typeface="Times New Roman"/>
                <a:cs typeface="Times New Roman"/>
              </a:rPr>
              <a:t>or</a:t>
            </a:r>
            <a:r>
              <a:rPr sz="1125" spc="-34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013" spc="-19" dirty="0">
                <a:solidFill>
                  <a:srgbClr val="464462"/>
                </a:solidFill>
                <a:latin typeface="PMingLiU"/>
                <a:cs typeface="PMingLiU"/>
              </a:rPr>
              <a:t>t</a:t>
            </a:r>
            <a:r>
              <a:rPr sz="1125" spc="-19" dirty="0">
                <a:solidFill>
                  <a:srgbClr val="464462"/>
                </a:solidFill>
                <a:latin typeface="Times New Roman"/>
                <a:cs typeface="Times New Roman"/>
              </a:rPr>
              <a:t>he</a:t>
            </a:r>
            <a:r>
              <a:rPr sz="1125" spc="-49" dirty="0">
                <a:solidFill>
                  <a:srgbClr val="464462"/>
                </a:solidFill>
                <a:latin typeface="Times New Roman"/>
                <a:cs typeface="Times New Roman"/>
              </a:rPr>
              <a:t> </a:t>
            </a:r>
            <a:r>
              <a:rPr sz="1125" spc="-15" dirty="0">
                <a:solidFill>
                  <a:srgbClr val="332F56"/>
                </a:solidFill>
                <a:latin typeface="Times New Roman"/>
                <a:cs typeface="Times New Roman"/>
              </a:rPr>
              <a:t>l</a:t>
            </a:r>
            <a:r>
              <a:rPr sz="1050" spc="-15" dirty="0">
                <a:solidFill>
                  <a:srgbClr val="332F56"/>
                </a:solidFill>
                <a:latin typeface="PMingLiU"/>
                <a:cs typeface="PMingLiU"/>
              </a:rPr>
              <a:t>i</a:t>
            </a:r>
            <a:r>
              <a:rPr sz="1125" spc="-15" dirty="0">
                <a:solidFill>
                  <a:srgbClr val="332F56"/>
                </a:solidFill>
                <a:latin typeface="Times New Roman"/>
                <a:cs typeface="Times New Roman"/>
              </a:rPr>
              <a:t>k</a:t>
            </a:r>
            <a:r>
              <a:rPr sz="1125" spc="-15" dirty="0">
                <a:solidFill>
                  <a:srgbClr val="5B5B70"/>
                </a:solidFill>
                <a:latin typeface="Times New Roman"/>
                <a:cs typeface="Times New Roman"/>
              </a:rPr>
              <a:t>e</a:t>
            </a:r>
            <a:endParaRPr sz="1125" dirty="0">
              <a:latin typeface="Times New Roman"/>
              <a:cs typeface="Times New Roman"/>
            </a:endParaRPr>
          </a:p>
          <a:p>
            <a:pPr marL="9525" marR="70009" indent="2381">
              <a:lnSpc>
                <a:spcPct val="75500"/>
              </a:lnSpc>
              <a:spcBef>
                <a:spcPts val="379"/>
              </a:spcBef>
            </a:pP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Fur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hermore,</a:t>
            </a:r>
            <a:r>
              <a:rPr sz="1125" spc="18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h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125" spc="19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8" dirty="0">
                <a:solidFill>
                  <a:srgbClr val="212121"/>
                </a:solidFill>
                <a:latin typeface="PMingLiU"/>
                <a:cs typeface="PMingLiU"/>
              </a:rPr>
              <a:t>typ</a:t>
            </a:r>
            <a:r>
              <a:rPr sz="1125" spc="8" dirty="0">
                <a:solidFill>
                  <a:srgbClr val="212121"/>
                </a:solidFill>
                <a:latin typeface="Times New Roman"/>
                <a:cs typeface="Times New Roman"/>
              </a:rPr>
              <a:t>e</a:t>
            </a:r>
            <a:r>
              <a:rPr sz="1125" spc="217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113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8" dirty="0">
                <a:solidFill>
                  <a:srgbClr val="212121"/>
                </a:solidFill>
                <a:latin typeface="Times New Roman"/>
                <a:cs typeface="Times New Roman"/>
              </a:rPr>
              <a:t>P2P</a:t>
            </a:r>
            <a:r>
              <a:rPr sz="1125" spc="113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a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pp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l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ca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on</a:t>
            </a:r>
            <a:r>
              <a:rPr sz="1125" spc="20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49" dirty="0">
                <a:solidFill>
                  <a:srgbClr val="363636"/>
                </a:solidFill>
                <a:latin typeface="Times New Roman"/>
                <a:cs typeface="Times New Roman"/>
              </a:rPr>
              <a:t>can</a:t>
            </a:r>
            <a:r>
              <a:rPr sz="1125" spc="4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onl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163" spc="158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fu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nc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on</a:t>
            </a:r>
            <a:r>
              <a:rPr sz="1125" spc="172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w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it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h</a:t>
            </a:r>
            <a:r>
              <a:rPr sz="1125" spc="13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sz="1125" spc="15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cen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ral</a:t>
            </a:r>
            <a:r>
              <a:rPr sz="1125" spc="15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8" dirty="0">
                <a:solidFill>
                  <a:srgbClr val="464646"/>
                </a:solidFill>
                <a:latin typeface="Times New Roman"/>
                <a:cs typeface="Times New Roman"/>
              </a:rPr>
              <a:t>server</a:t>
            </a:r>
            <a:r>
              <a:rPr sz="1125" spc="12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8" dirty="0">
                <a:solidFill>
                  <a:srgbClr val="363636"/>
                </a:solidFill>
                <a:latin typeface="Times New Roman"/>
                <a:cs typeface="Times New Roman"/>
              </a:rPr>
              <a:t>ha</a:t>
            </a:r>
            <a:r>
              <a:rPr sz="1163" spc="8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63" spc="131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-19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-19" dirty="0">
                <a:solidFill>
                  <a:srgbClr val="363636"/>
                </a:solidFill>
                <a:latin typeface="Times New Roman"/>
                <a:cs typeface="Times New Roman"/>
              </a:rPr>
              <a:t>s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coord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na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n</a:t>
            </a:r>
            <a:r>
              <a:rPr sz="1313" spc="15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313" spc="-4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25" spc="9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d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bu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on</a:t>
            </a:r>
            <a:r>
              <a:rPr sz="1125" spc="8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101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com</a:t>
            </a:r>
            <a:r>
              <a:rPr sz="1163" spc="34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u</a:t>
            </a:r>
            <a:r>
              <a:rPr sz="1163" spc="34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a</a:t>
            </a:r>
            <a:r>
              <a:rPr sz="1163" spc="34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34" dirty="0">
                <a:solidFill>
                  <a:srgbClr val="363636"/>
                </a:solidFill>
                <a:latin typeface="Times New Roman"/>
                <a:cs typeface="Times New Roman"/>
              </a:rPr>
              <a:t>on</a:t>
            </a:r>
            <a:r>
              <a:rPr sz="1125" spc="17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15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212121"/>
                </a:solidFill>
                <a:latin typeface="Times New Roman"/>
                <a:cs typeface="Times New Roman"/>
              </a:rPr>
              <a:t>a</a:t>
            </a:r>
            <a:r>
              <a:rPr sz="1125" spc="15" dirty="0">
                <a:solidFill>
                  <a:srgbClr val="464646"/>
                </a:solidFill>
                <a:latin typeface="Times New Roman"/>
                <a:cs typeface="Times New Roman"/>
              </a:rPr>
              <a:t>sks</a:t>
            </a:r>
            <a:r>
              <a:rPr sz="1125" spc="101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125" spc="41" dirty="0">
                <a:solidFill>
                  <a:srgbClr val="363636"/>
                </a:solidFill>
                <a:latin typeface="Times New Roman"/>
                <a:cs typeface="Times New Roman"/>
              </a:rPr>
              <a:t>and</a:t>
            </a:r>
            <a:r>
              <a:rPr sz="1125" spc="5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he</a:t>
            </a:r>
            <a:r>
              <a:rPr sz="1125" spc="127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val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da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ti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on</a:t>
            </a:r>
            <a:r>
              <a:rPr sz="1125" spc="86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125" spc="1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163" spc="1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163" spc="135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163" spc="15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25" spc="15" dirty="0">
                <a:solidFill>
                  <a:srgbClr val="212121"/>
                </a:solidFill>
                <a:latin typeface="Times New Roman"/>
                <a:cs typeface="Times New Roman"/>
              </a:rPr>
              <a:t>he</a:t>
            </a:r>
            <a:r>
              <a:rPr sz="1125" spc="1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125" spc="-8" dirty="0">
                <a:solidFill>
                  <a:srgbClr val="212121"/>
                </a:solidFill>
                <a:latin typeface="Times New Roman"/>
                <a:cs typeface="Times New Roman"/>
              </a:rPr>
              <a:t>re</a:t>
            </a:r>
            <a:r>
              <a:rPr sz="1125" spc="-8" dirty="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sz="1125" spc="-8" dirty="0">
                <a:solidFill>
                  <a:srgbClr val="212121"/>
                </a:solidFill>
                <a:latin typeface="Times New Roman"/>
                <a:cs typeface="Times New Roman"/>
              </a:rPr>
              <a:t>ul</a:t>
            </a:r>
            <a:r>
              <a:rPr sz="1163" spc="-8" dirty="0">
                <a:solidFill>
                  <a:srgbClr val="212121"/>
                </a:solidFill>
                <a:latin typeface="PMingLiU"/>
                <a:cs typeface="PMingLiU"/>
              </a:rPr>
              <a:t>t</a:t>
            </a:r>
            <a:r>
              <a:rPr sz="1125" spc="-8" dirty="0">
                <a:solidFill>
                  <a:srgbClr val="212121"/>
                </a:solidFill>
                <a:latin typeface="Times New Roman"/>
                <a:cs typeface="Times New Roman"/>
              </a:rPr>
              <a:t>s</a:t>
            </a:r>
            <a:endParaRPr sz="1125" dirty="0">
              <a:latin typeface="Times New Roman"/>
              <a:cs typeface="Times New Roman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B9F416EC-8588-D4F5-1F97-B1D9A19D1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3003" y="356253"/>
            <a:ext cx="382429" cy="483305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</a:pPr>
            <a:r>
              <a:rPr sz="3075" spc="-285" dirty="0">
                <a:solidFill>
                  <a:srgbClr val="D6461F"/>
                </a:solidFill>
                <a:latin typeface="PMingLiU"/>
                <a:cs typeface="PMingLiU"/>
              </a:rPr>
              <a:t>．</a:t>
            </a:r>
            <a:endParaRPr sz="307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6231" y="476731"/>
            <a:ext cx="5646896" cy="361506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71914" algn="ctr">
              <a:spcBef>
                <a:spcPts val="79"/>
              </a:spcBef>
            </a:pPr>
            <a:r>
              <a:rPr sz="3375" spc="-146" dirty="0">
                <a:solidFill>
                  <a:srgbClr val="E23A0F"/>
                </a:solidFill>
                <a:latin typeface="Times New Roman"/>
                <a:cs typeface="Times New Roman"/>
              </a:rPr>
              <a:t>Looku</a:t>
            </a:r>
            <a:r>
              <a:rPr sz="4013" spc="-146" dirty="0">
                <a:solidFill>
                  <a:srgbClr val="E23A0F"/>
                </a:solidFill>
                <a:latin typeface="PMingLiU"/>
                <a:cs typeface="PMingLiU"/>
              </a:rPr>
              <a:t>p</a:t>
            </a:r>
            <a:r>
              <a:rPr sz="4013" spc="-105" dirty="0">
                <a:solidFill>
                  <a:srgbClr val="E23A0F"/>
                </a:solidFill>
                <a:latin typeface="PMingLiU"/>
                <a:cs typeface="PMingLiU"/>
              </a:rPr>
              <a:t> </a:t>
            </a:r>
            <a:r>
              <a:rPr sz="3413" spc="90" dirty="0">
                <a:solidFill>
                  <a:srgbClr val="E23A0F"/>
                </a:solidFill>
                <a:latin typeface="Times New Roman"/>
                <a:cs typeface="Times New Roman"/>
              </a:rPr>
              <a:t>serv</a:t>
            </a:r>
            <a:r>
              <a:rPr sz="2325" spc="90" dirty="0">
                <a:solidFill>
                  <a:srgbClr val="E23A0F"/>
                </a:solidFill>
                <a:latin typeface="PMingLiU"/>
                <a:cs typeface="PMingLiU"/>
              </a:rPr>
              <a:t>i</a:t>
            </a:r>
            <a:r>
              <a:rPr sz="3413" spc="90" dirty="0">
                <a:solidFill>
                  <a:srgbClr val="E23A0F"/>
                </a:solidFill>
                <a:latin typeface="Times New Roman"/>
                <a:cs typeface="Times New Roman"/>
              </a:rPr>
              <a:t>ces</a:t>
            </a:r>
            <a:endParaRPr sz="3413">
              <a:latin typeface="Times New Roman"/>
              <a:cs typeface="Times New Roman"/>
            </a:endParaRPr>
          </a:p>
          <a:p>
            <a:pPr marL="264319" indent="-254794">
              <a:lnSpc>
                <a:spcPts val="1601"/>
              </a:lnSpc>
              <a:spcBef>
                <a:spcPts val="2595"/>
              </a:spcBef>
              <a:buChar char="•"/>
              <a:tabLst>
                <a:tab pos="264319" algn="l"/>
              </a:tabLst>
            </a:pP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Mos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313" spc="116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42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425" spc="64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he</a:t>
            </a:r>
            <a:r>
              <a:rPr sz="1275" spc="10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sc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en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tifi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c</a:t>
            </a:r>
            <a:r>
              <a:rPr sz="1275" spc="16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spc="56" dirty="0">
                <a:solidFill>
                  <a:srgbClr val="1D1D1D"/>
                </a:solidFill>
                <a:latin typeface="Times New Roman"/>
                <a:cs typeface="Times New Roman"/>
              </a:rPr>
              <a:t>P2P</a:t>
            </a:r>
            <a:r>
              <a:rPr sz="1275" spc="-86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research</a:t>
            </a:r>
            <a:r>
              <a:rPr sz="1275" spc="86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s</a:t>
            </a:r>
            <a:r>
              <a:rPr sz="1275" spc="83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spc="45" dirty="0">
                <a:solidFill>
                  <a:srgbClr val="1D1D1D"/>
                </a:solidFill>
                <a:latin typeface="Times New Roman"/>
                <a:cs typeface="Times New Roman"/>
              </a:rPr>
              <a:t>done</a:t>
            </a:r>
            <a:r>
              <a:rPr sz="1275" spc="83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n</a:t>
            </a:r>
            <a:r>
              <a:rPr sz="1275" spc="221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he</a:t>
            </a:r>
            <a:r>
              <a:rPr sz="1275" spc="127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spc="49" dirty="0">
                <a:solidFill>
                  <a:srgbClr val="363636"/>
                </a:solidFill>
                <a:latin typeface="Times New Roman"/>
                <a:cs typeface="Times New Roman"/>
              </a:rPr>
              <a:t>area</a:t>
            </a:r>
            <a:r>
              <a:rPr sz="1275" spc="1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o</a:t>
            </a:r>
            <a:r>
              <a:rPr sz="1425" dirty="0">
                <a:solidFill>
                  <a:srgbClr val="1D1D1D"/>
                </a:solidFill>
                <a:latin typeface="PMingLiU"/>
                <a:cs typeface="PMingLiU"/>
              </a:rPr>
              <a:t>f</a:t>
            </a:r>
            <a:r>
              <a:rPr sz="1425" spc="30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looku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p</a:t>
            </a:r>
            <a:r>
              <a:rPr sz="1313" spc="90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spc="-8" dirty="0">
                <a:solidFill>
                  <a:srgbClr val="363636"/>
                </a:solidFill>
                <a:latin typeface="Times New Roman"/>
                <a:cs typeface="Times New Roman"/>
              </a:rPr>
              <a:t>serv</a:t>
            </a:r>
            <a:r>
              <a:rPr sz="1313" spc="-8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275" spc="-8" dirty="0">
                <a:solidFill>
                  <a:srgbClr val="363636"/>
                </a:solidFill>
                <a:latin typeface="Times New Roman"/>
                <a:cs typeface="Times New Roman"/>
              </a:rPr>
              <a:t>ces</a:t>
            </a:r>
            <a:endParaRPr sz="1275">
              <a:latin typeface="Times New Roman"/>
              <a:cs typeface="Times New Roman"/>
            </a:endParaRPr>
          </a:p>
          <a:p>
            <a:pPr marL="261938" marR="3810" indent="-252889">
              <a:lnSpc>
                <a:spcPct val="78200"/>
              </a:lnSpc>
              <a:spcBef>
                <a:spcPts val="304"/>
              </a:spcBef>
              <a:buChar char="•"/>
              <a:tabLst>
                <a:tab pos="264319" algn="l"/>
              </a:tabLst>
            </a:pP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Th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s</a:t>
            </a:r>
            <a:r>
              <a:rPr sz="1275" spc="217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4B4950"/>
                </a:solidFill>
                <a:latin typeface="Times New Roman"/>
                <a:cs typeface="Times New Roman"/>
              </a:rPr>
              <a:t>s</a:t>
            </a:r>
            <a:r>
              <a:rPr sz="1275" spc="153" dirty="0">
                <a:solidFill>
                  <a:srgbClr val="4B4950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no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313" spc="116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ver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575" spc="-113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sur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080808"/>
                </a:solidFill>
                <a:latin typeface="Times New Roman"/>
                <a:cs typeface="Times New Roman"/>
              </a:rPr>
              <a:t>n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575" spc="49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because</a:t>
            </a:r>
            <a:r>
              <a:rPr sz="1275" spc="94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search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080808"/>
                </a:solidFill>
                <a:latin typeface="Times New Roman"/>
                <a:cs typeface="Times New Roman"/>
              </a:rPr>
              <a:t>n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575" spc="19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s</a:t>
            </a:r>
            <a:r>
              <a:rPr sz="1275" spc="10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spc="53" dirty="0">
                <a:solidFill>
                  <a:srgbClr val="363636"/>
                </a:solidFill>
                <a:latin typeface="Times New Roman"/>
                <a:cs typeface="Times New Roman"/>
              </a:rPr>
              <a:t>one</a:t>
            </a:r>
            <a:r>
              <a:rPr sz="1275" spc="41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42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425" spc="98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he</a:t>
            </a:r>
            <a:r>
              <a:rPr sz="1275" spc="199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ma</a:t>
            </a:r>
            <a:r>
              <a:rPr sz="1500" dirty="0">
                <a:solidFill>
                  <a:srgbClr val="1D1D1D"/>
                </a:solidFill>
                <a:latin typeface="PMingLiU"/>
                <a:cs typeface="PMingLiU"/>
              </a:rPr>
              <a:t>j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or</a:t>
            </a:r>
            <a:r>
              <a:rPr sz="1275" spc="131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challen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g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es</a:t>
            </a:r>
            <a:r>
              <a:rPr sz="1275" spc="214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313" spc="-19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275" spc="-19" dirty="0">
                <a:solidFill>
                  <a:srgbClr val="080808"/>
                </a:solidFill>
                <a:latin typeface="Times New Roman"/>
                <a:cs typeface="Times New Roman"/>
              </a:rPr>
              <a:t>n 	</a:t>
            </a:r>
            <a:r>
              <a:rPr sz="1275" spc="56" dirty="0">
                <a:solidFill>
                  <a:srgbClr val="1D1D1D"/>
                </a:solidFill>
                <a:latin typeface="Times New Roman"/>
                <a:cs typeface="Times New Roman"/>
              </a:rPr>
              <a:t>P2P</a:t>
            </a:r>
            <a:r>
              <a:rPr sz="1275" spc="-71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1D1D1D"/>
                </a:solidFill>
                <a:latin typeface="Times New Roman"/>
                <a:cs typeface="Times New Roman"/>
              </a:rPr>
              <a:t>ne</a:t>
            </a:r>
            <a:r>
              <a:rPr sz="1313" spc="-8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spc="-8" dirty="0">
                <a:solidFill>
                  <a:srgbClr val="1D1D1D"/>
                </a:solidFill>
                <a:latin typeface="Times New Roman"/>
                <a:cs typeface="Times New Roman"/>
              </a:rPr>
              <a:t>works</a:t>
            </a:r>
            <a:endParaRPr sz="1275">
              <a:latin typeface="Times New Roman"/>
              <a:cs typeface="Times New Roman"/>
            </a:endParaRPr>
          </a:p>
          <a:p>
            <a:pPr marL="264319" marR="362426" indent="-255270">
              <a:lnSpc>
                <a:spcPct val="81400"/>
              </a:lnSpc>
              <a:spcBef>
                <a:spcPts val="158"/>
              </a:spcBef>
              <a:buChar char="•"/>
              <a:tabLst>
                <a:tab pos="268129" algn="l"/>
              </a:tabLst>
            </a:pP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Mos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313" spc="131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425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425" spc="75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he</a:t>
            </a:r>
            <a:r>
              <a:rPr sz="1275" spc="109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P2P</a:t>
            </a:r>
            <a:r>
              <a:rPr sz="1275" spc="12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ems</a:t>
            </a:r>
            <a:r>
              <a:rPr sz="1275" spc="139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ha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313" spc="127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275" spc="41" dirty="0">
                <a:solidFill>
                  <a:srgbClr val="1D1D1D"/>
                </a:solidFill>
                <a:latin typeface="Times New Roman"/>
                <a:cs typeface="Times New Roman"/>
              </a:rPr>
              <a:t>are</a:t>
            </a:r>
            <a:r>
              <a:rPr sz="1275" spc="9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ptimi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zed</a:t>
            </a:r>
            <a:r>
              <a:rPr sz="1275" spc="153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425" dirty="0">
                <a:solidFill>
                  <a:srgbClr val="1D1D1D"/>
                </a:solidFill>
                <a:latin typeface="PMingLiU"/>
                <a:cs typeface="PMingLiU"/>
              </a:rPr>
              <a:t>fo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r</a:t>
            </a:r>
            <a:r>
              <a:rPr sz="1275" spc="19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looku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p</a:t>
            </a:r>
            <a:r>
              <a:rPr sz="1313" spc="101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serv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ces</a:t>
            </a:r>
            <a:r>
              <a:rPr sz="1275" spc="9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spc="41" dirty="0">
                <a:solidFill>
                  <a:srgbClr val="363636"/>
                </a:solidFill>
                <a:latin typeface="Times New Roman"/>
                <a:cs typeface="Times New Roman"/>
              </a:rPr>
              <a:t>are</a:t>
            </a:r>
            <a:r>
              <a:rPr sz="1275" spc="8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1D1D1D"/>
                </a:solidFill>
                <a:latin typeface="Times New Roman"/>
                <a:cs typeface="Times New Roman"/>
              </a:rPr>
              <a:t>us</a:t>
            </a:r>
            <a:r>
              <a:rPr sz="1313" spc="-8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spc="-8" dirty="0">
                <a:solidFill>
                  <a:srgbClr val="1D1D1D"/>
                </a:solidFill>
                <a:latin typeface="Times New Roman"/>
                <a:cs typeface="Times New Roman"/>
              </a:rPr>
              <a:t>n</a:t>
            </a:r>
            <a:r>
              <a:rPr sz="1425" spc="-8" dirty="0">
                <a:solidFill>
                  <a:srgbClr val="1D1D1D"/>
                </a:solidFill>
                <a:latin typeface="PMingLiU"/>
                <a:cs typeface="PMingLiU"/>
              </a:rPr>
              <a:t>g 	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d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r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bu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ed</a:t>
            </a:r>
            <a:r>
              <a:rPr sz="1275" spc="26" dirty="0">
                <a:solidFill>
                  <a:srgbClr val="1D1D1D"/>
                </a:solidFill>
                <a:latin typeface="Times New Roman"/>
                <a:cs typeface="Times New Roman"/>
              </a:rPr>
              <a:t> 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hash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ables</a:t>
            </a:r>
            <a:r>
              <a:rPr sz="1275" spc="27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spc="38" dirty="0">
                <a:solidFill>
                  <a:srgbClr val="363636"/>
                </a:solidFill>
                <a:latin typeface="Times New Roman"/>
                <a:cs typeface="Times New Roman"/>
              </a:rPr>
              <a:t>(DHT)</a:t>
            </a:r>
            <a:endParaRPr sz="1275">
              <a:latin typeface="Times New Roman"/>
              <a:cs typeface="Times New Roman"/>
            </a:endParaRPr>
          </a:p>
          <a:p>
            <a:pPr marL="568643" lvl="1" indent="-220980">
              <a:lnSpc>
                <a:spcPts val="1361"/>
              </a:lnSpc>
              <a:buClr>
                <a:srgbClr val="64646B"/>
              </a:buClr>
              <a:buChar char="-"/>
              <a:tabLst>
                <a:tab pos="568643" algn="l"/>
              </a:tabLst>
            </a:pPr>
            <a:r>
              <a:rPr sz="1275" spc="-30" dirty="0">
                <a:solidFill>
                  <a:srgbClr val="413D62"/>
                </a:solidFill>
                <a:latin typeface="Times New Roman"/>
                <a:cs typeface="Times New Roman"/>
              </a:rPr>
              <a:t>wh</a:t>
            </a:r>
            <a:r>
              <a:rPr sz="1313" spc="-30" dirty="0">
                <a:solidFill>
                  <a:srgbClr val="1F1C49"/>
                </a:solidFill>
                <a:latin typeface="PMingLiU"/>
                <a:cs typeface="PMingLiU"/>
              </a:rPr>
              <a:t>i</a:t>
            </a:r>
            <a:r>
              <a:rPr sz="1275" spc="-30" dirty="0">
                <a:solidFill>
                  <a:srgbClr val="413D62"/>
                </a:solidFill>
                <a:latin typeface="Times New Roman"/>
                <a:cs typeface="Times New Roman"/>
              </a:rPr>
              <a:t>c</a:t>
            </a:r>
            <a:r>
              <a:rPr sz="1275" spc="-30" dirty="0">
                <a:solidFill>
                  <a:srgbClr val="1F1C49"/>
                </a:solidFill>
                <a:latin typeface="Times New Roman"/>
                <a:cs typeface="Times New Roman"/>
              </a:rPr>
              <a:t>h</a:t>
            </a:r>
            <a:r>
              <a:rPr sz="1275" spc="-68" dirty="0">
                <a:solidFill>
                  <a:srgbClr val="1F1C49"/>
                </a:solidFill>
                <a:latin typeface="Times New Roman"/>
                <a:cs typeface="Times New Roman"/>
              </a:rPr>
              <a:t> </a:t>
            </a:r>
            <a:r>
              <a:rPr sz="1275" spc="-30" dirty="0">
                <a:solidFill>
                  <a:srgbClr val="413D62"/>
                </a:solidFill>
                <a:latin typeface="Times New Roman"/>
                <a:cs typeface="Times New Roman"/>
              </a:rPr>
              <a:t>are</a:t>
            </a:r>
            <a:r>
              <a:rPr sz="1275" spc="-1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30" dirty="0">
                <a:solidFill>
                  <a:srgbClr val="413D62"/>
                </a:solidFill>
                <a:latin typeface="Times New Roman"/>
                <a:cs typeface="Times New Roman"/>
              </a:rPr>
              <a:t>ca</a:t>
            </a:r>
            <a:r>
              <a:rPr sz="1313" spc="-30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275" spc="-30" dirty="0">
                <a:solidFill>
                  <a:srgbClr val="413D62"/>
                </a:solidFill>
                <a:latin typeface="Times New Roman"/>
                <a:cs typeface="Times New Roman"/>
              </a:rPr>
              <a:t>able</a:t>
            </a:r>
            <a:r>
              <a:rPr sz="1275" spc="-45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13D62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413D62"/>
                </a:solidFill>
                <a:latin typeface="PMingLiU"/>
                <a:cs typeface="PMingLiU"/>
              </a:rPr>
              <a:t>f</a:t>
            </a:r>
            <a:r>
              <a:rPr sz="1313" spc="-98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275" spc="-26" dirty="0">
                <a:solidFill>
                  <a:srgbClr val="54526E"/>
                </a:solidFill>
                <a:latin typeface="Times New Roman"/>
                <a:cs typeface="Times New Roman"/>
              </a:rPr>
              <a:t>sea</a:t>
            </a:r>
            <a:r>
              <a:rPr sz="1275" spc="-26" dirty="0">
                <a:solidFill>
                  <a:srgbClr val="2F2B54"/>
                </a:solidFill>
                <a:latin typeface="Times New Roman"/>
                <a:cs typeface="Times New Roman"/>
              </a:rPr>
              <a:t>rch</a:t>
            </a:r>
            <a:r>
              <a:rPr sz="1313" spc="-26" dirty="0">
                <a:solidFill>
                  <a:srgbClr val="2F2B54"/>
                </a:solidFill>
                <a:latin typeface="PMingLiU"/>
                <a:cs typeface="PMingLiU"/>
              </a:rPr>
              <a:t>i</a:t>
            </a:r>
            <a:r>
              <a:rPr sz="1275" spc="-26" dirty="0">
                <a:solidFill>
                  <a:srgbClr val="2F2B54"/>
                </a:solidFill>
                <a:latin typeface="Times New Roman"/>
                <a:cs typeface="Times New Roman"/>
              </a:rPr>
              <a:t>n</a:t>
            </a:r>
            <a:r>
              <a:rPr sz="1313" spc="-26" dirty="0">
                <a:solidFill>
                  <a:srgbClr val="2F2B54"/>
                </a:solidFill>
                <a:latin typeface="PMingLiU"/>
                <a:cs typeface="PMingLiU"/>
              </a:rPr>
              <a:t>g</a:t>
            </a:r>
            <a:r>
              <a:rPr sz="1313" spc="-19" dirty="0">
                <a:solidFill>
                  <a:srgbClr val="2F2B54"/>
                </a:solidFill>
                <a:latin typeface="PMingLiU"/>
                <a:cs typeface="PMingLiU"/>
              </a:rPr>
              <a:t> </a:t>
            </a:r>
            <a:r>
              <a:rPr sz="1275" spc="-19" dirty="0">
                <a:solidFill>
                  <a:srgbClr val="413D62"/>
                </a:solidFill>
                <a:latin typeface="Times New Roman"/>
                <a:cs typeface="Times New Roman"/>
              </a:rPr>
              <a:t>w</a:t>
            </a:r>
            <a:r>
              <a:rPr sz="1313" spc="-19" dirty="0">
                <a:solidFill>
                  <a:srgbClr val="413D62"/>
                </a:solidFill>
                <a:latin typeface="PMingLiU"/>
                <a:cs typeface="PMingLiU"/>
              </a:rPr>
              <a:t>it</a:t>
            </a:r>
            <a:r>
              <a:rPr sz="1275" spc="-19" dirty="0">
                <a:solidFill>
                  <a:srgbClr val="1F1C49"/>
                </a:solidFill>
                <a:latin typeface="Times New Roman"/>
                <a:cs typeface="Times New Roman"/>
              </a:rPr>
              <a:t>h</a:t>
            </a:r>
            <a:r>
              <a:rPr sz="1275" spc="-56" dirty="0">
                <a:solidFill>
                  <a:srgbClr val="1F1C49"/>
                </a:solidFill>
                <a:latin typeface="Times New Roman"/>
                <a:cs typeface="Times New Roman"/>
              </a:rPr>
              <a:t> </a:t>
            </a:r>
            <a:r>
              <a:rPr sz="1275" spc="-34" dirty="0">
                <a:solidFill>
                  <a:srgbClr val="2F2B54"/>
                </a:solidFill>
                <a:latin typeface="Times New Roman"/>
                <a:cs typeface="Times New Roman"/>
              </a:rPr>
              <a:t>lo</a:t>
            </a:r>
            <a:r>
              <a:rPr sz="1313" spc="-34" dirty="0">
                <a:solidFill>
                  <a:srgbClr val="54526E"/>
                </a:solidFill>
                <a:latin typeface="PMingLiU"/>
                <a:cs typeface="PMingLiU"/>
              </a:rPr>
              <a:t>g</a:t>
            </a:r>
            <a:r>
              <a:rPr sz="1275" spc="-34" dirty="0">
                <a:solidFill>
                  <a:srgbClr val="54526E"/>
                </a:solidFill>
                <a:latin typeface="Times New Roman"/>
                <a:cs typeface="Times New Roman"/>
              </a:rPr>
              <a:t>ar</a:t>
            </a:r>
            <a:r>
              <a:rPr sz="1313" spc="-34" dirty="0">
                <a:solidFill>
                  <a:srgbClr val="2F2B54"/>
                </a:solidFill>
                <a:latin typeface="PMingLiU"/>
                <a:cs typeface="PMingLiU"/>
              </a:rPr>
              <a:t>it</a:t>
            </a:r>
            <a:r>
              <a:rPr sz="1275" spc="-34" dirty="0">
                <a:solidFill>
                  <a:srgbClr val="2F2B54"/>
                </a:solidFill>
                <a:latin typeface="Times New Roman"/>
                <a:cs typeface="Times New Roman"/>
              </a:rPr>
              <a:t>hm</a:t>
            </a:r>
            <a:r>
              <a:rPr sz="1313" spc="-34" dirty="0">
                <a:solidFill>
                  <a:srgbClr val="2F2B54"/>
                </a:solidFill>
                <a:latin typeface="PMingLiU"/>
                <a:cs typeface="PMingLiU"/>
              </a:rPr>
              <a:t>i</a:t>
            </a:r>
            <a:r>
              <a:rPr sz="1275" spc="-34" dirty="0">
                <a:solidFill>
                  <a:srgbClr val="2F2B54"/>
                </a:solidFill>
                <a:latin typeface="Times New Roman"/>
                <a:cs typeface="Times New Roman"/>
              </a:rPr>
              <a:t>c</a:t>
            </a:r>
            <a:r>
              <a:rPr sz="1275" spc="-41" dirty="0">
                <a:solidFill>
                  <a:srgbClr val="2F2B54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413D62"/>
                </a:solidFill>
                <a:latin typeface="Times New Roman"/>
                <a:cs typeface="Times New Roman"/>
              </a:rPr>
              <a:t>co</a:t>
            </a:r>
            <a:r>
              <a:rPr sz="1275" spc="-8" dirty="0">
                <a:solidFill>
                  <a:srgbClr val="1F1C49"/>
                </a:solidFill>
                <a:latin typeface="Times New Roman"/>
                <a:cs typeface="Times New Roman"/>
              </a:rPr>
              <a:t>m</a:t>
            </a:r>
            <a:r>
              <a:rPr sz="1313" spc="-8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275" spc="-8" dirty="0">
                <a:solidFill>
                  <a:srgbClr val="413D62"/>
                </a:solidFill>
                <a:latin typeface="Times New Roman"/>
                <a:cs typeface="Times New Roman"/>
              </a:rPr>
              <a:t>lex</a:t>
            </a:r>
            <a:r>
              <a:rPr sz="1313" spc="-8" dirty="0">
                <a:solidFill>
                  <a:srgbClr val="413D62"/>
                </a:solidFill>
                <a:latin typeface="PMingLiU"/>
                <a:cs typeface="PMingLiU"/>
              </a:rPr>
              <a:t>ity</a:t>
            </a:r>
            <a:endParaRPr sz="1313">
              <a:latin typeface="PMingLiU"/>
              <a:cs typeface="PMingLiU"/>
            </a:endParaRPr>
          </a:p>
          <a:p>
            <a:pPr marL="261938" marR="197644" indent="-252889">
              <a:lnSpc>
                <a:spcPct val="73100"/>
              </a:lnSpc>
              <a:spcBef>
                <a:spcPts val="386"/>
              </a:spcBef>
              <a:buChar char="•"/>
              <a:tabLst>
                <a:tab pos="265748" algn="l"/>
              </a:tabLst>
            </a:pP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The</a:t>
            </a:r>
            <a:r>
              <a:rPr sz="1275" spc="368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drawback</a:t>
            </a:r>
            <a:r>
              <a:rPr sz="1275" spc="10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388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388" spc="60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mos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313" spc="86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sz="1388" dirty="0">
                <a:solidFill>
                  <a:srgbClr val="363636"/>
                </a:solidFill>
                <a:latin typeface="PMingLiU"/>
                <a:cs typeface="PMingLiU"/>
              </a:rPr>
              <a:t>f</a:t>
            </a:r>
            <a:r>
              <a:rPr sz="1388" spc="120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hese</a:t>
            </a:r>
            <a:r>
              <a:rPr sz="1275" spc="1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ems</a:t>
            </a:r>
            <a:r>
              <a:rPr sz="1275" spc="9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080808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275" spc="94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D1D1D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he</a:t>
            </a:r>
            <a:r>
              <a:rPr sz="1275" spc="127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13" spc="41" dirty="0">
                <a:solidFill>
                  <a:srgbClr val="363636"/>
                </a:solidFill>
                <a:latin typeface="PMingLiU"/>
                <a:cs typeface="PMingLiU"/>
              </a:rPr>
              <a:t>fa</a:t>
            </a:r>
            <a:r>
              <a:rPr sz="1275" spc="41" dirty="0">
                <a:solidFill>
                  <a:srgbClr val="363636"/>
                </a:solidFill>
                <a:latin typeface="Times New Roman"/>
                <a:cs typeface="Times New Roman"/>
              </a:rPr>
              <a:t>c</a:t>
            </a:r>
            <a:r>
              <a:rPr sz="1313" spc="41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313" spc="56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080808"/>
                </a:solidFill>
                <a:latin typeface="Times New Roman"/>
                <a:cs typeface="Times New Roman"/>
              </a:rPr>
              <a:t>h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a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313" spc="127" dirty="0">
                <a:solidFill>
                  <a:srgbClr val="363636"/>
                </a:solidFill>
                <a:latin typeface="PMingLiU"/>
                <a:cs typeface="PMingLiU"/>
              </a:rPr>
              <a:t> </a:t>
            </a:r>
            <a:r>
              <a:rPr sz="1313" spc="-8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spc="-83" dirty="0">
                <a:solidFill>
                  <a:srgbClr val="080808"/>
                </a:solidFill>
                <a:latin typeface="Times New Roman"/>
                <a:cs typeface="Times New Roman"/>
              </a:rPr>
              <a:t>h</a:t>
            </a:r>
            <a:r>
              <a:rPr sz="1275" spc="-83" dirty="0">
                <a:solidFill>
                  <a:srgbClr val="363636"/>
                </a:solidFill>
                <a:latin typeface="Times New Roman"/>
                <a:cs typeface="Times New Roman"/>
              </a:rPr>
              <a:t>e</a:t>
            </a:r>
            <a:r>
              <a:rPr sz="1575" spc="-83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575" spc="-206" dirty="0">
                <a:solidFill>
                  <a:srgbClr val="363636"/>
                </a:solidFill>
                <a:latin typeface="PMingLiU"/>
                <a:cs typeface="PMingLiU"/>
              </a:rPr>
              <a:t>扣</a:t>
            </a:r>
            <a:r>
              <a:rPr sz="1275" spc="-8" dirty="0">
                <a:solidFill>
                  <a:srgbClr val="363636"/>
                </a:solidFill>
                <a:latin typeface="Times New Roman"/>
                <a:cs typeface="Times New Roman"/>
              </a:rPr>
              <a:t>·e</a:t>
            </a:r>
            <a:r>
              <a:rPr sz="1275" spc="98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onl</a:t>
            </a:r>
            <a:r>
              <a:rPr sz="1575" dirty="0">
                <a:solidFill>
                  <a:srgbClr val="1D1D1D"/>
                </a:solidFill>
                <a:latin typeface="PMingLiU"/>
                <a:cs typeface="PMingLiU"/>
              </a:rPr>
              <a:t>y</a:t>
            </a:r>
            <a:r>
              <a:rPr sz="1575" spc="-68" dirty="0">
                <a:solidFill>
                  <a:srgbClr val="1D1D1D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able</a:t>
            </a:r>
            <a:r>
              <a:rPr sz="1275" spc="105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313" spc="-19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spc="-19" dirty="0">
                <a:solidFill>
                  <a:srgbClr val="363636"/>
                </a:solidFill>
                <a:latin typeface="Times New Roman"/>
                <a:cs typeface="Times New Roman"/>
              </a:rPr>
              <a:t>o 	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search</a:t>
            </a:r>
            <a:r>
              <a:rPr sz="1275" spc="11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425" dirty="0">
                <a:solidFill>
                  <a:srgbClr val="1D1D1D"/>
                </a:solidFill>
                <a:latin typeface="PMingLiU"/>
                <a:cs typeface="PMingLiU"/>
              </a:rPr>
              <a:t>fo</a:t>
            </a:r>
            <a:r>
              <a:rPr sz="1275" dirty="0">
                <a:solidFill>
                  <a:srgbClr val="1D1D1D"/>
                </a:solidFill>
                <a:latin typeface="Times New Roman"/>
                <a:cs typeface="Times New Roman"/>
              </a:rPr>
              <a:t>r</a:t>
            </a:r>
            <a:r>
              <a:rPr sz="1275" spc="214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1D1D1D"/>
                </a:solidFill>
                <a:latin typeface="Times New Roman"/>
                <a:cs typeface="Times New Roman"/>
              </a:rPr>
              <a:t>numbers</a:t>
            </a:r>
            <a:endParaRPr sz="1275">
              <a:latin typeface="Times New Roman"/>
              <a:cs typeface="Times New Roman"/>
            </a:endParaRPr>
          </a:p>
          <a:p>
            <a:pPr marL="565309" marR="764381" lvl="1" indent="-224790">
              <a:lnSpc>
                <a:spcPct val="68500"/>
              </a:lnSpc>
              <a:spcBef>
                <a:spcPts val="274"/>
              </a:spcBef>
              <a:buClr>
                <a:srgbClr val="4B4950"/>
              </a:buClr>
              <a:buChar char="-"/>
              <a:tabLst>
                <a:tab pos="568166" algn="l"/>
              </a:tabLst>
            </a:pPr>
            <a:r>
              <a:rPr sz="1275" spc="-8" dirty="0">
                <a:solidFill>
                  <a:srgbClr val="1F1C49"/>
                </a:solidFill>
                <a:latin typeface="Times New Roman"/>
                <a:cs typeface="Times New Roman"/>
              </a:rPr>
              <a:t>I</a:t>
            </a:r>
            <a:r>
              <a:rPr sz="1275" spc="-8" dirty="0">
                <a:solidFill>
                  <a:srgbClr val="413D62"/>
                </a:solidFill>
                <a:latin typeface="Times New Roman"/>
                <a:cs typeface="Times New Roman"/>
              </a:rPr>
              <a:t>n</a:t>
            </a:r>
            <a:r>
              <a:rPr sz="1275" spc="-1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15" dirty="0">
                <a:solidFill>
                  <a:srgbClr val="413D62"/>
                </a:solidFill>
                <a:latin typeface="Times New Roman"/>
                <a:cs typeface="Times New Roman"/>
              </a:rPr>
              <a:t>case</a:t>
            </a:r>
            <a:r>
              <a:rPr sz="1275" spc="-38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313" spc="-38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275" spc="-38" dirty="0">
                <a:solidFill>
                  <a:srgbClr val="413D62"/>
                </a:solidFill>
                <a:latin typeface="Times New Roman"/>
                <a:cs typeface="Times New Roman"/>
              </a:rPr>
              <a:t>he</a:t>
            </a:r>
            <a:r>
              <a:rPr sz="1313" spc="-38" dirty="0">
                <a:solidFill>
                  <a:srgbClr val="413D62"/>
                </a:solidFill>
                <a:latin typeface="PMingLiU"/>
                <a:cs typeface="PMingLiU"/>
              </a:rPr>
              <a:t>y</a:t>
            </a:r>
            <a:r>
              <a:rPr sz="1313" spc="-15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275" spc="-15" dirty="0">
                <a:solidFill>
                  <a:srgbClr val="413D62"/>
                </a:solidFill>
                <a:latin typeface="Times New Roman"/>
                <a:cs typeface="Times New Roman"/>
              </a:rPr>
              <a:t>are</a:t>
            </a:r>
            <a:r>
              <a:rPr sz="1275" spc="-120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30" dirty="0">
                <a:solidFill>
                  <a:srgbClr val="54526E"/>
                </a:solidFill>
                <a:latin typeface="Times New Roman"/>
                <a:cs typeface="Times New Roman"/>
              </a:rPr>
              <a:t>sea</a:t>
            </a:r>
            <a:r>
              <a:rPr sz="1275" spc="-30" dirty="0">
                <a:solidFill>
                  <a:srgbClr val="2F2B54"/>
                </a:solidFill>
                <a:latin typeface="Times New Roman"/>
                <a:cs typeface="Times New Roman"/>
              </a:rPr>
              <a:t>rch</a:t>
            </a:r>
            <a:r>
              <a:rPr sz="1313" spc="-30" dirty="0">
                <a:solidFill>
                  <a:srgbClr val="2F2B54"/>
                </a:solidFill>
                <a:latin typeface="PMingLiU"/>
                <a:cs typeface="PMingLiU"/>
              </a:rPr>
              <a:t>i</a:t>
            </a:r>
            <a:r>
              <a:rPr sz="1275" spc="-30" dirty="0">
                <a:solidFill>
                  <a:srgbClr val="2F2B54"/>
                </a:solidFill>
                <a:latin typeface="Times New Roman"/>
                <a:cs typeface="Times New Roman"/>
              </a:rPr>
              <a:t>n</a:t>
            </a:r>
            <a:r>
              <a:rPr sz="1575" spc="-30" dirty="0">
                <a:solidFill>
                  <a:srgbClr val="2F2B54"/>
                </a:solidFill>
                <a:latin typeface="PMingLiU"/>
                <a:cs typeface="PMingLiU"/>
              </a:rPr>
              <a:t>g</a:t>
            </a:r>
            <a:r>
              <a:rPr sz="1575" spc="-244" dirty="0">
                <a:solidFill>
                  <a:srgbClr val="2F2B54"/>
                </a:solidFill>
                <a:latin typeface="PMingLiU"/>
                <a:cs typeface="PMingLiU"/>
              </a:rPr>
              <a:t> </a:t>
            </a:r>
            <a:r>
              <a:rPr sz="1313" spc="-8" dirty="0">
                <a:solidFill>
                  <a:srgbClr val="413D62"/>
                </a:solidFill>
                <a:latin typeface="PMingLiU"/>
                <a:cs typeface="PMingLiU"/>
              </a:rPr>
              <a:t>fo</a:t>
            </a:r>
            <a:r>
              <a:rPr sz="1275" spc="-8" dirty="0">
                <a:solidFill>
                  <a:srgbClr val="413D62"/>
                </a:solidFill>
                <a:latin typeface="Times New Roman"/>
                <a:cs typeface="Times New Roman"/>
              </a:rPr>
              <a:t>r</a:t>
            </a:r>
            <a:r>
              <a:rPr sz="1275" spc="-41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s</a:t>
            </a:r>
            <a:r>
              <a:rPr sz="1313" spc="-34" dirty="0">
                <a:solidFill>
                  <a:srgbClr val="413D62"/>
                </a:solidFill>
                <a:latin typeface="PMingLiU"/>
                <a:cs typeface="PMingLiU"/>
              </a:rPr>
              <a:t>tri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n</a:t>
            </a:r>
            <a:r>
              <a:rPr sz="1575" spc="-34" dirty="0">
                <a:solidFill>
                  <a:srgbClr val="413D62"/>
                </a:solidFill>
                <a:latin typeface="PMingLiU"/>
                <a:cs typeface="PMingLiU"/>
              </a:rPr>
              <a:t>g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s,</a:t>
            </a:r>
            <a:r>
              <a:rPr sz="1275" spc="-4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313" spc="-26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275" spc="-26" dirty="0">
                <a:solidFill>
                  <a:srgbClr val="413D62"/>
                </a:solidFill>
                <a:latin typeface="Times New Roman"/>
                <a:cs typeface="Times New Roman"/>
              </a:rPr>
              <a:t>he</a:t>
            </a:r>
            <a:r>
              <a:rPr sz="1313" spc="-26" dirty="0">
                <a:solidFill>
                  <a:srgbClr val="413D62"/>
                </a:solidFill>
                <a:latin typeface="PMingLiU"/>
                <a:cs typeface="PMingLiU"/>
              </a:rPr>
              <a:t>y</a:t>
            </a:r>
            <a:r>
              <a:rPr sz="1313" spc="-75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275" spc="-15" dirty="0">
                <a:solidFill>
                  <a:srgbClr val="413D62"/>
                </a:solidFill>
                <a:latin typeface="Times New Roman"/>
                <a:cs typeface="Times New Roman"/>
              </a:rPr>
              <a:t>are</a:t>
            </a:r>
            <a:r>
              <a:rPr sz="1275" spc="-64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38" dirty="0">
                <a:solidFill>
                  <a:srgbClr val="413D62"/>
                </a:solidFill>
                <a:latin typeface="Times New Roman"/>
                <a:cs typeface="Times New Roman"/>
              </a:rPr>
              <a:t>search</a:t>
            </a:r>
            <a:r>
              <a:rPr sz="1313" spc="-38" dirty="0">
                <a:solidFill>
                  <a:srgbClr val="413D62"/>
                </a:solidFill>
                <a:latin typeface="PMingLiU"/>
                <a:cs typeface="PMingLiU"/>
              </a:rPr>
              <a:t>i</a:t>
            </a:r>
            <a:r>
              <a:rPr sz="1275" spc="-38" dirty="0">
                <a:solidFill>
                  <a:srgbClr val="413D62"/>
                </a:solidFill>
                <a:latin typeface="Times New Roman"/>
                <a:cs typeface="Times New Roman"/>
              </a:rPr>
              <a:t>n</a:t>
            </a:r>
            <a:r>
              <a:rPr sz="1575" spc="-38" dirty="0">
                <a:solidFill>
                  <a:srgbClr val="413D62"/>
                </a:solidFill>
                <a:latin typeface="PMingLiU"/>
                <a:cs typeface="PMingLiU"/>
              </a:rPr>
              <a:t>g</a:t>
            </a:r>
            <a:r>
              <a:rPr sz="1575" spc="-244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413D62"/>
                </a:solidFill>
                <a:latin typeface="PMingLiU"/>
                <a:cs typeface="PMingLiU"/>
              </a:rPr>
              <a:t>fo</a:t>
            </a:r>
            <a:r>
              <a:rPr sz="1275" dirty="0">
                <a:solidFill>
                  <a:srgbClr val="413D62"/>
                </a:solidFill>
                <a:latin typeface="Times New Roman"/>
                <a:cs typeface="Times New Roman"/>
              </a:rPr>
              <a:t>r</a:t>
            </a:r>
            <a:r>
              <a:rPr sz="1275" spc="1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413D62"/>
                </a:solidFill>
                <a:latin typeface="Times New Roman"/>
                <a:cs typeface="Times New Roman"/>
              </a:rPr>
              <a:t>nume</a:t>
            </a:r>
            <a:r>
              <a:rPr sz="1238" spc="-8" dirty="0">
                <a:solidFill>
                  <a:srgbClr val="413D62"/>
                </a:solidFill>
                <a:latin typeface="PMingLiU"/>
                <a:cs typeface="PMingLiU"/>
              </a:rPr>
              <a:t>ri</a:t>
            </a:r>
            <a:r>
              <a:rPr sz="1275" spc="-8" dirty="0">
                <a:solidFill>
                  <a:srgbClr val="413D62"/>
                </a:solidFill>
                <a:latin typeface="Times New Roman"/>
                <a:cs typeface="Times New Roman"/>
              </a:rPr>
              <a:t>cal 	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re</a:t>
            </a:r>
            <a:r>
              <a:rPr sz="1313" spc="-34" dirty="0">
                <a:solidFill>
                  <a:srgbClr val="413D62"/>
                </a:solidFill>
                <a:latin typeface="PMingLiU"/>
                <a:cs typeface="PMingLiU"/>
              </a:rPr>
              <a:t>p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resen</a:t>
            </a:r>
            <a:r>
              <a:rPr sz="1313" spc="-34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a</a:t>
            </a:r>
            <a:r>
              <a:rPr sz="1313" spc="-34" dirty="0">
                <a:solidFill>
                  <a:srgbClr val="413D62"/>
                </a:solidFill>
                <a:latin typeface="PMingLiU"/>
                <a:cs typeface="PMingLiU"/>
              </a:rPr>
              <a:t>ti</a:t>
            </a:r>
            <a:r>
              <a:rPr sz="1275" spc="-34" dirty="0">
                <a:solidFill>
                  <a:srgbClr val="413D62"/>
                </a:solidFill>
                <a:latin typeface="Times New Roman"/>
                <a:cs typeface="Times New Roman"/>
              </a:rPr>
              <a:t>ons</a:t>
            </a:r>
            <a:r>
              <a:rPr sz="1275" spc="-11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13D62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413D62"/>
                </a:solidFill>
                <a:latin typeface="PMingLiU"/>
                <a:cs typeface="PMingLiU"/>
              </a:rPr>
              <a:t>f</a:t>
            </a:r>
            <a:r>
              <a:rPr sz="1313" spc="-30" dirty="0">
                <a:solidFill>
                  <a:srgbClr val="413D62"/>
                </a:solidFill>
                <a:latin typeface="PMingLiU"/>
                <a:cs typeface="PMingLiU"/>
              </a:rPr>
              <a:t> </a:t>
            </a:r>
            <a:r>
              <a:rPr sz="1313" spc="-38" dirty="0">
                <a:solidFill>
                  <a:srgbClr val="413D62"/>
                </a:solidFill>
                <a:latin typeface="PMingLiU"/>
                <a:cs typeface="PMingLiU"/>
              </a:rPr>
              <a:t>t</a:t>
            </a:r>
            <a:r>
              <a:rPr sz="1275" spc="-38" dirty="0">
                <a:solidFill>
                  <a:srgbClr val="413D62"/>
                </a:solidFill>
                <a:latin typeface="Times New Roman"/>
                <a:cs typeface="Times New Roman"/>
              </a:rPr>
              <a:t>hese</a:t>
            </a:r>
            <a:r>
              <a:rPr sz="1275" spc="-49" dirty="0">
                <a:solidFill>
                  <a:srgbClr val="413D62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54526E"/>
                </a:solidFill>
                <a:latin typeface="Times New Roman"/>
                <a:cs typeface="Times New Roman"/>
              </a:rPr>
              <a:t>s</a:t>
            </a:r>
            <a:r>
              <a:rPr sz="1313" spc="-8" dirty="0">
                <a:solidFill>
                  <a:srgbClr val="54526E"/>
                </a:solidFill>
                <a:latin typeface="PMingLiU"/>
                <a:cs typeface="PMingLiU"/>
              </a:rPr>
              <a:t>t</a:t>
            </a:r>
            <a:r>
              <a:rPr sz="1275" spc="-8" dirty="0">
                <a:solidFill>
                  <a:srgbClr val="54526E"/>
                </a:solidFill>
                <a:latin typeface="Times New Roman"/>
                <a:cs typeface="Times New Roman"/>
              </a:rPr>
              <a:t>r</a:t>
            </a:r>
            <a:r>
              <a:rPr sz="1313" spc="-8" dirty="0">
                <a:solidFill>
                  <a:srgbClr val="54526E"/>
                </a:solidFill>
                <a:latin typeface="PMingLiU"/>
                <a:cs typeface="PMingLiU"/>
              </a:rPr>
              <a:t>i</a:t>
            </a:r>
            <a:r>
              <a:rPr sz="1275" spc="-8" dirty="0">
                <a:solidFill>
                  <a:srgbClr val="54526E"/>
                </a:solidFill>
                <a:latin typeface="Times New Roman"/>
                <a:cs typeface="Times New Roman"/>
              </a:rPr>
              <a:t>n</a:t>
            </a:r>
            <a:r>
              <a:rPr sz="1388" spc="-8" dirty="0">
                <a:solidFill>
                  <a:srgbClr val="54526E"/>
                </a:solidFill>
                <a:latin typeface="PMingLiU"/>
                <a:cs typeface="PMingLiU"/>
              </a:rPr>
              <a:t>g</a:t>
            </a:r>
            <a:r>
              <a:rPr sz="1275" spc="-8" dirty="0">
                <a:solidFill>
                  <a:srgbClr val="54526E"/>
                </a:solidFill>
                <a:latin typeface="Times New Roman"/>
                <a:cs typeface="Times New Roman"/>
              </a:rPr>
              <a:t>s</a:t>
            </a:r>
            <a:endParaRPr sz="1275">
              <a:latin typeface="Times New Roman"/>
              <a:cs typeface="Times New Roman"/>
            </a:endParaRPr>
          </a:p>
          <a:p>
            <a:pPr marL="263843" indent="-254318">
              <a:lnSpc>
                <a:spcPts val="1523"/>
              </a:lnSpc>
              <a:buChar char="•"/>
              <a:tabLst>
                <a:tab pos="263843" algn="l"/>
              </a:tabLst>
            </a:pPr>
            <a:r>
              <a:rPr sz="1275" spc="34" dirty="0">
                <a:solidFill>
                  <a:srgbClr val="1D1D1D"/>
                </a:solidFill>
                <a:latin typeface="Times New Roman"/>
                <a:cs typeface="Times New Roman"/>
              </a:rPr>
              <a:t>Exam</a:t>
            </a:r>
            <a:r>
              <a:rPr sz="1425" spc="34" dirty="0">
                <a:solidFill>
                  <a:srgbClr val="1D1D1D"/>
                </a:solidFill>
                <a:latin typeface="PMingLiU"/>
                <a:cs typeface="PMingLiU"/>
              </a:rPr>
              <a:t>p</a:t>
            </a:r>
            <a:r>
              <a:rPr sz="1275" spc="34" dirty="0">
                <a:solidFill>
                  <a:srgbClr val="1D1D1D"/>
                </a:solidFill>
                <a:latin typeface="Times New Roman"/>
                <a:cs typeface="Times New Roman"/>
              </a:rPr>
              <a:t>les</a:t>
            </a:r>
            <a:r>
              <a:rPr sz="1275" spc="71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1425" dirty="0">
                <a:solidFill>
                  <a:srgbClr val="363636"/>
                </a:solidFill>
                <a:latin typeface="PMingLiU"/>
                <a:cs typeface="PMingLiU"/>
              </a:rPr>
              <a:t>fo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r</a:t>
            </a:r>
            <a:r>
              <a:rPr sz="1275" spc="5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spc="56" dirty="0">
                <a:solidFill>
                  <a:srgbClr val="363636"/>
                </a:solidFill>
                <a:latin typeface="Times New Roman"/>
                <a:cs typeface="Times New Roman"/>
              </a:rPr>
              <a:t>such</a:t>
            </a:r>
            <a:r>
              <a:rPr sz="1275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575" dirty="0">
                <a:solidFill>
                  <a:srgbClr val="363636"/>
                </a:solidFill>
                <a:latin typeface="PMingLiU"/>
                <a:cs typeface="PMingLiU"/>
              </a:rPr>
              <a:t>y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6363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63636"/>
                </a:solidFill>
                <a:latin typeface="Times New Roman"/>
                <a:cs typeface="Times New Roman"/>
              </a:rPr>
              <a:t>ems</a:t>
            </a:r>
            <a:r>
              <a:rPr sz="1275" spc="53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75" spc="23" dirty="0">
                <a:solidFill>
                  <a:srgbClr val="363636"/>
                </a:solidFill>
                <a:latin typeface="Times New Roman"/>
                <a:cs typeface="Times New Roman"/>
              </a:rPr>
              <a:t>are:</a:t>
            </a:r>
            <a:endParaRPr sz="1275">
              <a:latin typeface="Times New Roman"/>
              <a:cs typeface="Times New Roman"/>
            </a:endParaRPr>
          </a:p>
          <a:p>
            <a:pPr marL="566738" lvl="1" indent="-219075">
              <a:lnSpc>
                <a:spcPts val="1429"/>
              </a:lnSpc>
              <a:buClr>
                <a:srgbClr val="75747C"/>
              </a:buClr>
              <a:buChar char="-"/>
              <a:tabLst>
                <a:tab pos="566738" algn="l"/>
              </a:tabLst>
            </a:pPr>
            <a:r>
              <a:rPr sz="1275" spc="-15" dirty="0">
                <a:solidFill>
                  <a:srgbClr val="1F1C49"/>
                </a:solidFill>
                <a:latin typeface="Times New Roman"/>
                <a:cs typeface="Times New Roman"/>
              </a:rPr>
              <a:t>P</a:t>
            </a:r>
            <a:r>
              <a:rPr sz="1275" spc="-15" dirty="0">
                <a:solidFill>
                  <a:srgbClr val="413D62"/>
                </a:solidFill>
                <a:latin typeface="Times New Roman"/>
                <a:cs typeface="Times New Roman"/>
              </a:rPr>
              <a:t>AST</a:t>
            </a:r>
            <a:endParaRPr sz="1275">
              <a:latin typeface="Times New Roman"/>
              <a:cs typeface="Times New Roman"/>
            </a:endParaRPr>
          </a:p>
          <a:p>
            <a:pPr marL="563404" lvl="1" indent="-215741">
              <a:lnSpc>
                <a:spcPts val="1481"/>
              </a:lnSpc>
              <a:buClr>
                <a:srgbClr val="363636"/>
              </a:buClr>
              <a:buChar char="-"/>
              <a:tabLst>
                <a:tab pos="563404" algn="l"/>
              </a:tabLst>
            </a:pPr>
            <a:r>
              <a:rPr sz="1275" spc="-8" dirty="0">
                <a:solidFill>
                  <a:srgbClr val="2F2B54"/>
                </a:solidFill>
                <a:latin typeface="Times New Roman"/>
                <a:cs typeface="Times New Roman"/>
              </a:rPr>
              <a:t>Chord</a:t>
            </a:r>
            <a:endParaRPr sz="1275">
              <a:latin typeface="Times New Roman"/>
              <a:cs typeface="Times New Roman"/>
            </a:endParaRPr>
          </a:p>
          <a:p>
            <a:pPr marL="567214" lvl="1" indent="-225743">
              <a:spcBef>
                <a:spcPts val="11"/>
              </a:spcBef>
              <a:buClr>
                <a:srgbClr val="64646B"/>
              </a:buClr>
              <a:buChar char="-"/>
              <a:tabLst>
                <a:tab pos="567214" algn="l"/>
              </a:tabLst>
            </a:pPr>
            <a:r>
              <a:rPr sz="1163" dirty="0">
                <a:solidFill>
                  <a:srgbClr val="1F1C49"/>
                </a:solidFill>
                <a:latin typeface="Times New Roman"/>
                <a:cs typeface="Times New Roman"/>
              </a:rPr>
              <a:t>P</a:t>
            </a:r>
            <a:r>
              <a:rPr sz="1163" dirty="0">
                <a:solidFill>
                  <a:srgbClr val="4B4950"/>
                </a:solidFill>
                <a:latin typeface="Times New Roman"/>
                <a:cs typeface="Times New Roman"/>
              </a:rPr>
              <a:t>-</a:t>
            </a:r>
            <a:r>
              <a:rPr sz="1163" spc="-15" dirty="0">
                <a:solidFill>
                  <a:srgbClr val="2F2B54"/>
                </a:solidFill>
                <a:latin typeface="Times New Roman"/>
                <a:cs typeface="Times New Roman"/>
              </a:rPr>
              <a:t>Gr</a:t>
            </a:r>
            <a:r>
              <a:rPr sz="1050" spc="-15" dirty="0">
                <a:solidFill>
                  <a:srgbClr val="2F2B54"/>
                </a:solidFill>
                <a:latin typeface="PMingLiU"/>
                <a:cs typeface="PMingLiU"/>
              </a:rPr>
              <a:t>i</a:t>
            </a:r>
            <a:r>
              <a:rPr sz="1163" spc="-15" dirty="0">
                <a:solidFill>
                  <a:srgbClr val="2F2B54"/>
                </a:solidFill>
                <a:latin typeface="Times New Roman"/>
                <a:cs typeface="Times New Roman"/>
              </a:rPr>
              <a:t>d</a:t>
            </a:r>
            <a:endParaRPr sz="1163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34837C-A0D9-FDBC-6DB1-1DBC622B2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381" y="563100"/>
            <a:ext cx="5375434" cy="517930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356360" algn="l"/>
                <a:tab pos="1954054" algn="l"/>
              </a:tabLst>
            </a:pPr>
            <a:r>
              <a:rPr sz="2550" spc="-34" dirty="0">
                <a:solidFill>
                  <a:srgbClr val="E23B0F"/>
                </a:solidFill>
                <a:latin typeface="PMingLiU"/>
                <a:cs typeface="PMingLiU"/>
              </a:rPr>
              <a:t>从</a:t>
            </a:r>
            <a:r>
              <a:rPr sz="3038" spc="-8" dirty="0">
                <a:solidFill>
                  <a:srgbClr val="E23B0F"/>
                </a:solidFill>
              </a:rPr>
              <a:t>ob</a:t>
            </a:r>
            <a:r>
              <a:rPr sz="3300" spc="-8" dirty="0">
                <a:solidFill>
                  <a:srgbClr val="E23B0F"/>
                </a:solidFill>
                <a:latin typeface="PMingLiU"/>
                <a:cs typeface="PMingLiU"/>
              </a:rPr>
              <a:t>i</a:t>
            </a:r>
            <a:r>
              <a:rPr sz="3038" spc="-8" dirty="0">
                <a:solidFill>
                  <a:srgbClr val="E23B0F"/>
                </a:solidFill>
              </a:rPr>
              <a:t>le</a:t>
            </a:r>
            <a:r>
              <a:rPr sz="3038" dirty="0">
                <a:solidFill>
                  <a:srgbClr val="E23B0F"/>
                </a:solidFill>
              </a:rPr>
              <a:t>	</a:t>
            </a:r>
            <a:r>
              <a:rPr sz="3038" spc="-19" dirty="0">
                <a:solidFill>
                  <a:srgbClr val="E23B0F"/>
                </a:solidFill>
              </a:rPr>
              <a:t>ad</a:t>
            </a:r>
            <a:r>
              <a:rPr sz="3038" dirty="0">
                <a:solidFill>
                  <a:srgbClr val="E23B0F"/>
                </a:solidFill>
              </a:rPr>
              <a:t>	hoc</a:t>
            </a:r>
            <a:r>
              <a:rPr sz="3038" spc="405" dirty="0">
                <a:solidFill>
                  <a:srgbClr val="E23B0F"/>
                </a:solidFill>
              </a:rPr>
              <a:t> </a:t>
            </a:r>
            <a:r>
              <a:rPr sz="3038" spc="-15" dirty="0">
                <a:solidFill>
                  <a:srgbClr val="E23B0F"/>
                </a:solidFill>
              </a:rPr>
              <a:t>commun</a:t>
            </a:r>
            <a:r>
              <a:rPr sz="3300" spc="-15" dirty="0">
                <a:solidFill>
                  <a:srgbClr val="E23B0F"/>
                </a:solidFill>
                <a:latin typeface="PMingLiU"/>
                <a:cs typeface="PMingLiU"/>
              </a:rPr>
              <a:t>i</a:t>
            </a:r>
            <a:r>
              <a:rPr sz="3038" spc="-15" dirty="0">
                <a:solidFill>
                  <a:srgbClr val="E23B0F"/>
                </a:solidFill>
              </a:rPr>
              <a:t>ca</a:t>
            </a:r>
            <a:r>
              <a:rPr sz="3300" spc="-15" dirty="0">
                <a:solidFill>
                  <a:srgbClr val="E23B0F"/>
                </a:solidFill>
                <a:latin typeface="PMingLiU"/>
                <a:cs typeface="PMingLiU"/>
              </a:rPr>
              <a:t>ti</a:t>
            </a:r>
            <a:r>
              <a:rPr sz="3038" spc="-15" dirty="0">
                <a:solidFill>
                  <a:srgbClr val="E23B0F"/>
                </a:solidFill>
              </a:rPr>
              <a:t>on</a:t>
            </a:r>
            <a:endParaRPr sz="3038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6230" y="1399317"/>
            <a:ext cx="5661660" cy="29154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5748" indent="-256223">
              <a:lnSpc>
                <a:spcPts val="1819"/>
              </a:lnSpc>
              <a:spcBef>
                <a:spcPts val="75"/>
              </a:spcBef>
              <a:buClr>
                <a:srgbClr val="151515"/>
              </a:buClr>
              <a:buChar char="•"/>
              <a:tabLst>
                <a:tab pos="265748" algn="l"/>
              </a:tabLst>
            </a:pPr>
            <a:r>
              <a:rPr sz="1275" spc="53" dirty="0">
                <a:solidFill>
                  <a:srgbClr val="262626"/>
                </a:solidFill>
                <a:latin typeface="Times New Roman"/>
                <a:cs typeface="Times New Roman"/>
              </a:rPr>
              <a:t>Ad</a:t>
            </a:r>
            <a:r>
              <a:rPr sz="1275" spc="9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38" dirty="0">
                <a:solidFill>
                  <a:srgbClr val="262626"/>
                </a:solidFill>
                <a:latin typeface="Times New Roman"/>
                <a:cs typeface="Times New Roman"/>
              </a:rPr>
              <a:t>hoc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41" dirty="0">
                <a:solidFill>
                  <a:srgbClr val="343434"/>
                </a:solidFill>
                <a:latin typeface="Times New Roman"/>
                <a:cs typeface="Times New Roman"/>
              </a:rPr>
              <a:t>comm</a:t>
            </a:r>
            <a:r>
              <a:rPr sz="1275" spc="41" dirty="0">
                <a:solidFill>
                  <a:srgbClr val="151515"/>
                </a:solidFill>
                <a:latin typeface="Times New Roman"/>
                <a:cs typeface="Times New Roman"/>
              </a:rPr>
              <a:t>u</a:t>
            </a:r>
            <a:r>
              <a:rPr sz="1313" spc="41" dirty="0">
                <a:solidFill>
                  <a:srgbClr val="343434"/>
                </a:solidFill>
                <a:latin typeface="PMingLiU"/>
                <a:cs typeface="PMingLiU"/>
              </a:rPr>
              <a:t>ni</a:t>
            </a:r>
            <a:r>
              <a:rPr sz="1275" spc="41" dirty="0">
                <a:solidFill>
                  <a:srgbClr val="343434"/>
                </a:solidFill>
                <a:latin typeface="Times New Roman"/>
                <a:cs typeface="Times New Roman"/>
              </a:rPr>
              <a:t>ca</a:t>
            </a:r>
            <a:r>
              <a:rPr sz="1313" spc="41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13" spc="41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41" dirty="0">
                <a:solidFill>
                  <a:srgbClr val="151515"/>
                </a:solidFill>
                <a:latin typeface="Times New Roman"/>
                <a:cs typeface="Times New Roman"/>
              </a:rPr>
              <a:t>on</a:t>
            </a:r>
            <a:r>
              <a:rPr sz="1275" spc="41" dirty="0">
                <a:solidFill>
                  <a:srgbClr val="444444"/>
                </a:solidFill>
                <a:latin typeface="Times New Roman"/>
                <a:cs typeface="Times New Roman"/>
              </a:rPr>
              <a:t>,</a:t>
            </a:r>
            <a:r>
              <a:rPr sz="1275" spc="-53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es</a:t>
            </a:r>
            <a:r>
              <a:rPr sz="1500" dirty="0">
                <a:solidFill>
                  <a:srgbClr val="343434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ec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ll</a:t>
            </a:r>
            <a:r>
              <a:rPr sz="1575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575" spc="-79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spc="41" dirty="0">
                <a:solidFill>
                  <a:srgbClr val="262626"/>
                </a:solidFill>
                <a:latin typeface="Times New Roman"/>
                <a:cs typeface="Times New Roman"/>
              </a:rPr>
              <a:t>when</a:t>
            </a:r>
            <a:r>
              <a:rPr sz="1275" spc="9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it</a:t>
            </a:r>
            <a:r>
              <a:rPr sz="1313" spc="60" dirty="0">
                <a:solidFill>
                  <a:srgbClr val="151515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444444"/>
                </a:solidFill>
                <a:latin typeface="Times New Roman"/>
                <a:cs typeface="Times New Roman"/>
              </a:rPr>
              <a:t>s</a:t>
            </a:r>
            <a:r>
              <a:rPr sz="1275" spc="64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75" spc="38" dirty="0">
                <a:solidFill>
                  <a:srgbClr val="262626"/>
                </a:solidFill>
                <a:latin typeface="Times New Roman"/>
                <a:cs typeface="Times New Roman"/>
              </a:rPr>
              <a:t>don</a:t>
            </a:r>
            <a:r>
              <a:rPr sz="1275" spc="38" dirty="0">
                <a:solidFill>
                  <a:srgbClr val="444444"/>
                </a:solidFill>
                <a:latin typeface="Times New Roman"/>
                <a:cs typeface="Times New Roman"/>
              </a:rPr>
              <a:t>e</a:t>
            </a:r>
            <a:r>
              <a:rPr sz="1275" spc="10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amon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g</a:t>
            </a:r>
            <a:r>
              <a:rPr sz="1313" spc="131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mob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l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275" spc="10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151515"/>
                </a:solidFill>
                <a:latin typeface="Times New Roman"/>
                <a:cs typeface="Times New Roman"/>
              </a:rPr>
              <a:t>d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ev</a:t>
            </a:r>
            <a:r>
              <a:rPr sz="1313" spc="-8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ces</a:t>
            </a:r>
            <a:endParaRPr sz="1275">
              <a:latin typeface="Times New Roman"/>
              <a:cs typeface="Times New Roman"/>
            </a:endParaRPr>
          </a:p>
          <a:p>
            <a:pPr marL="567214" lvl="1" indent="-225266">
              <a:lnSpc>
                <a:spcPts val="1421"/>
              </a:lnSpc>
              <a:buClr>
                <a:srgbClr val="757475"/>
              </a:buClr>
              <a:buChar char="-"/>
              <a:tabLst>
                <a:tab pos="567214" algn="l"/>
              </a:tabLst>
            </a:pPr>
            <a:r>
              <a:rPr sz="1313" spc="-8" dirty="0">
                <a:solidFill>
                  <a:srgbClr val="332F57"/>
                </a:solidFill>
                <a:latin typeface="PMingLiU"/>
                <a:cs typeface="PMingLiU"/>
              </a:rPr>
              <a:t>I.</a:t>
            </a: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e.</a:t>
            </a:r>
            <a:r>
              <a:rPr sz="1275" spc="-8" dirty="0">
                <a:solidFill>
                  <a:srgbClr val="646274"/>
                </a:solidFill>
                <a:latin typeface="Times New Roman"/>
                <a:cs typeface="Times New Roman"/>
              </a:rPr>
              <a:t>,</a:t>
            </a:r>
            <a:r>
              <a:rPr sz="1275" spc="-53" dirty="0">
                <a:solidFill>
                  <a:srgbClr val="646274"/>
                </a:solidFill>
                <a:latin typeface="Times New Roman"/>
                <a:cs typeface="Times New Roman"/>
              </a:rPr>
              <a:t> </a:t>
            </a:r>
            <a:r>
              <a:rPr sz="1313" spc="-41" dirty="0">
                <a:solidFill>
                  <a:srgbClr val="332F57"/>
                </a:solidFill>
                <a:latin typeface="PMingLiU"/>
                <a:cs typeface="PMingLiU"/>
              </a:rPr>
              <a:t>t</a:t>
            </a:r>
            <a:r>
              <a:rPr sz="1275" spc="-41" dirty="0">
                <a:solidFill>
                  <a:srgbClr val="332F57"/>
                </a:solidFill>
                <a:latin typeface="Times New Roman"/>
                <a:cs typeface="Times New Roman"/>
              </a:rPr>
              <a:t>he</a:t>
            </a:r>
            <a:r>
              <a:rPr sz="1275" spc="-56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75" spc="-23" dirty="0">
                <a:solidFill>
                  <a:srgbClr val="332F57"/>
                </a:solidFill>
                <a:latin typeface="Times New Roman"/>
                <a:cs typeface="Times New Roman"/>
              </a:rPr>
              <a:t>dev</a:t>
            </a:r>
            <a:r>
              <a:rPr sz="1313" spc="-23" dirty="0">
                <a:solidFill>
                  <a:srgbClr val="332F57"/>
                </a:solidFill>
                <a:latin typeface="PMingLiU"/>
                <a:cs typeface="PMingLiU"/>
              </a:rPr>
              <a:t>i</a:t>
            </a:r>
            <a:r>
              <a:rPr sz="1275" spc="-23" dirty="0">
                <a:solidFill>
                  <a:srgbClr val="332F57"/>
                </a:solidFill>
                <a:latin typeface="Times New Roman"/>
                <a:cs typeface="Times New Roman"/>
              </a:rPr>
              <a:t>ces</a:t>
            </a:r>
            <a:r>
              <a:rPr sz="1275" spc="-49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75" spc="-15" dirty="0">
                <a:solidFill>
                  <a:srgbClr val="494669"/>
                </a:solidFill>
                <a:latin typeface="Times New Roman"/>
                <a:cs typeface="Times New Roman"/>
              </a:rPr>
              <a:t>are</a:t>
            </a:r>
            <a:r>
              <a:rPr sz="1275" spc="-105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spc="-34" dirty="0">
                <a:solidFill>
                  <a:srgbClr val="494669"/>
                </a:solidFill>
                <a:latin typeface="Times New Roman"/>
                <a:cs typeface="Times New Roman"/>
              </a:rPr>
              <a:t>connec</a:t>
            </a:r>
            <a:r>
              <a:rPr sz="1313" spc="-34" dirty="0">
                <a:solidFill>
                  <a:srgbClr val="494669"/>
                </a:solidFill>
                <a:latin typeface="PMingLiU"/>
                <a:cs typeface="PMingLiU"/>
              </a:rPr>
              <a:t>t</a:t>
            </a:r>
            <a:r>
              <a:rPr sz="1275" spc="-34" dirty="0">
                <a:solidFill>
                  <a:srgbClr val="494669"/>
                </a:solidFill>
                <a:latin typeface="Times New Roman"/>
                <a:cs typeface="Times New Roman"/>
              </a:rPr>
              <a:t>ed</a:t>
            </a:r>
            <a:r>
              <a:rPr sz="1275" spc="-79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94669"/>
                </a:solidFill>
                <a:latin typeface="Times New Roman"/>
                <a:cs typeface="Times New Roman"/>
              </a:rPr>
              <a:t>d</a:t>
            </a:r>
            <a:r>
              <a:rPr sz="1313" dirty="0">
                <a:solidFill>
                  <a:srgbClr val="494669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494669"/>
                </a:solidFill>
                <a:latin typeface="Times New Roman"/>
                <a:cs typeface="Times New Roman"/>
              </a:rPr>
              <a:t>rec</a:t>
            </a:r>
            <a:r>
              <a:rPr sz="1200" dirty="0">
                <a:solidFill>
                  <a:srgbClr val="494669"/>
                </a:solidFill>
                <a:latin typeface="PMingLiU"/>
                <a:cs typeface="PMingLiU"/>
              </a:rPr>
              <a:t>tly</a:t>
            </a:r>
            <a:r>
              <a:rPr sz="1200" spc="38" dirty="0">
                <a:solidFill>
                  <a:srgbClr val="494669"/>
                </a:solidFill>
                <a:latin typeface="PMingLiU"/>
                <a:cs typeface="PMingLiU"/>
              </a:rPr>
              <a:t> </a:t>
            </a:r>
            <a:r>
              <a:rPr sz="1275" spc="-19" dirty="0">
                <a:solidFill>
                  <a:srgbClr val="494669"/>
                </a:solidFill>
                <a:latin typeface="Times New Roman"/>
                <a:cs typeface="Times New Roman"/>
              </a:rPr>
              <a:t>v</a:t>
            </a:r>
            <a:r>
              <a:rPr sz="1313" spc="-19" dirty="0">
                <a:solidFill>
                  <a:srgbClr val="494669"/>
                </a:solidFill>
                <a:latin typeface="PMingLiU"/>
                <a:cs typeface="PMingLiU"/>
              </a:rPr>
              <a:t>i</a:t>
            </a:r>
            <a:r>
              <a:rPr sz="1275" spc="-19" dirty="0">
                <a:solidFill>
                  <a:srgbClr val="494669"/>
                </a:solidFill>
                <a:latin typeface="Times New Roman"/>
                <a:cs typeface="Times New Roman"/>
              </a:rPr>
              <a:t>a</a:t>
            </a:r>
            <a:r>
              <a:rPr sz="1275" spc="-64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spc="56" dirty="0">
                <a:solidFill>
                  <a:srgbClr val="494669"/>
                </a:solidFill>
                <a:latin typeface="Times New Roman"/>
                <a:cs typeface="Times New Roman"/>
              </a:rPr>
              <a:t>a</a:t>
            </a:r>
            <a:r>
              <a:rPr sz="1275" spc="-49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163" spc="-23" dirty="0">
                <a:solidFill>
                  <a:srgbClr val="494669"/>
                </a:solidFill>
                <a:latin typeface="Times New Roman"/>
                <a:cs typeface="Times New Roman"/>
              </a:rPr>
              <a:t>w</a:t>
            </a:r>
            <a:r>
              <a:rPr sz="1313" spc="-23" dirty="0">
                <a:solidFill>
                  <a:srgbClr val="494669"/>
                </a:solidFill>
                <a:latin typeface="PMingLiU"/>
                <a:cs typeface="PMingLiU"/>
              </a:rPr>
              <a:t>i</a:t>
            </a:r>
            <a:r>
              <a:rPr sz="1275" spc="-23" dirty="0">
                <a:solidFill>
                  <a:srgbClr val="494669"/>
                </a:solidFill>
                <a:latin typeface="Times New Roman"/>
                <a:cs typeface="Times New Roman"/>
              </a:rPr>
              <a:t>reless</a:t>
            </a:r>
            <a:r>
              <a:rPr sz="1275" spc="-101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commun</a:t>
            </a:r>
            <a:r>
              <a:rPr sz="1313" spc="-34" dirty="0">
                <a:solidFill>
                  <a:srgbClr val="332F57"/>
                </a:solidFill>
                <a:latin typeface="PMingLiU"/>
                <a:cs typeface="PMingLiU"/>
              </a:rPr>
              <a:t>i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ca</a:t>
            </a:r>
            <a:r>
              <a:rPr sz="1313" spc="-34" dirty="0">
                <a:solidFill>
                  <a:srgbClr val="332F57"/>
                </a:solidFill>
                <a:latin typeface="PMingLiU"/>
                <a:cs typeface="PMingLiU"/>
              </a:rPr>
              <a:t>ti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on</a:t>
            </a:r>
            <a:r>
              <a:rPr sz="1275" spc="4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332F57"/>
                </a:solidFill>
                <a:latin typeface="PMingLiU"/>
                <a:cs typeface="PMingLiU"/>
              </a:rPr>
              <a:t>li</a:t>
            </a:r>
            <a:r>
              <a:rPr sz="1275" spc="-15" dirty="0">
                <a:solidFill>
                  <a:srgbClr val="332F57"/>
                </a:solidFill>
                <a:latin typeface="Times New Roman"/>
                <a:cs typeface="Times New Roman"/>
              </a:rPr>
              <a:t>nk</a:t>
            </a:r>
            <a:endParaRPr sz="1275">
              <a:latin typeface="Times New Roman"/>
              <a:cs typeface="Times New Roman"/>
            </a:endParaRPr>
          </a:p>
          <a:p>
            <a:pPr marL="557689" lvl="1" indent="-216694">
              <a:lnSpc>
                <a:spcPts val="1556"/>
              </a:lnSpc>
              <a:buClr>
                <a:srgbClr val="444444"/>
              </a:buClr>
              <a:buChar char="-"/>
              <a:tabLst>
                <a:tab pos="557689" algn="l"/>
              </a:tabLst>
            </a:pPr>
            <a:r>
              <a:rPr sz="1275" dirty="0">
                <a:solidFill>
                  <a:srgbClr val="332F57"/>
                </a:solidFill>
                <a:latin typeface="Times New Roman"/>
                <a:cs typeface="Times New Roman"/>
              </a:rPr>
              <a:t>Th</a:t>
            </a:r>
            <a:r>
              <a:rPr sz="1313" dirty="0">
                <a:solidFill>
                  <a:srgbClr val="332F57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32F57"/>
                </a:solidFill>
                <a:latin typeface="Times New Roman"/>
                <a:cs typeface="Times New Roman"/>
              </a:rPr>
              <a:t>s</a:t>
            </a:r>
            <a:r>
              <a:rPr sz="1275" spc="-68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332F57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32F57"/>
                </a:solidFill>
                <a:latin typeface="Times New Roman"/>
                <a:cs typeface="Times New Roman"/>
              </a:rPr>
              <a:t>s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313" spc="-26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spc="-26" dirty="0">
                <a:solidFill>
                  <a:srgbClr val="332F57"/>
                </a:solidFill>
                <a:latin typeface="Times New Roman"/>
                <a:cs typeface="Times New Roman"/>
              </a:rPr>
              <a:t>he</a:t>
            </a:r>
            <a:r>
              <a:rPr sz="1275" spc="-30" dirty="0">
                <a:solidFill>
                  <a:srgbClr val="332F57"/>
                </a:solidFill>
                <a:latin typeface="Times New Roman"/>
                <a:cs typeface="Times New Roman"/>
              </a:rPr>
              <a:t> bes</a:t>
            </a:r>
            <a:r>
              <a:rPr sz="1313" spc="-30" dirty="0">
                <a:solidFill>
                  <a:srgbClr val="332F57"/>
                </a:solidFill>
                <a:latin typeface="PMingLiU"/>
                <a:cs typeface="PMingLiU"/>
              </a:rPr>
              <a:t>t</a:t>
            </a:r>
            <a:r>
              <a:rPr sz="1313" spc="-143" dirty="0">
                <a:solidFill>
                  <a:srgbClr val="332F57"/>
                </a:solidFill>
                <a:latin typeface="PMingLiU"/>
                <a:cs typeface="PMingLiU"/>
              </a:rPr>
              <a:t> </a:t>
            </a:r>
            <a:r>
              <a:rPr sz="1275" spc="-26" dirty="0">
                <a:solidFill>
                  <a:srgbClr val="494669"/>
                </a:solidFill>
                <a:latin typeface="Times New Roman"/>
                <a:cs typeface="Times New Roman"/>
              </a:rPr>
              <a:t>exam</a:t>
            </a:r>
            <a:r>
              <a:rPr sz="1388" spc="-26" dirty="0">
                <a:solidFill>
                  <a:srgbClr val="494669"/>
                </a:solidFill>
                <a:latin typeface="PMingLiU"/>
                <a:cs typeface="PMingLiU"/>
              </a:rPr>
              <a:t>p</a:t>
            </a:r>
            <a:r>
              <a:rPr sz="1275" spc="-26" dirty="0">
                <a:solidFill>
                  <a:srgbClr val="494669"/>
                </a:solidFill>
                <a:latin typeface="Times New Roman"/>
                <a:cs typeface="Times New Roman"/>
              </a:rPr>
              <a:t>le</a:t>
            </a:r>
            <a:r>
              <a:rPr sz="1275" spc="-4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313" spc="-8" dirty="0">
                <a:solidFill>
                  <a:srgbClr val="494669"/>
                </a:solidFill>
                <a:latin typeface="PMingLiU"/>
                <a:cs typeface="PMingLiU"/>
              </a:rPr>
              <a:t>fo</a:t>
            </a:r>
            <a:r>
              <a:rPr sz="1275" spc="-8" dirty="0">
                <a:solidFill>
                  <a:srgbClr val="494669"/>
                </a:solidFill>
                <a:latin typeface="Times New Roman"/>
                <a:cs typeface="Times New Roman"/>
              </a:rPr>
              <a:t>r</a:t>
            </a:r>
            <a:r>
              <a:rPr sz="1275" spc="-19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313" spc="-30" dirty="0">
                <a:solidFill>
                  <a:srgbClr val="332F57"/>
                </a:solidFill>
                <a:latin typeface="PMingLiU"/>
                <a:cs typeface="PMingLiU"/>
              </a:rPr>
              <a:t>t</a:t>
            </a:r>
            <a:r>
              <a:rPr sz="1275" spc="-30" dirty="0">
                <a:solidFill>
                  <a:srgbClr val="332F57"/>
                </a:solidFill>
                <a:latin typeface="Times New Roman"/>
                <a:cs typeface="Times New Roman"/>
              </a:rPr>
              <a:t>he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75" spc="-30" dirty="0">
                <a:solidFill>
                  <a:srgbClr val="494669"/>
                </a:solidFill>
                <a:latin typeface="Times New Roman"/>
                <a:cs typeface="Times New Roman"/>
              </a:rPr>
              <a:t>use</a:t>
            </a:r>
            <a:r>
              <a:rPr sz="1313" spc="-30" dirty="0">
                <a:solidFill>
                  <a:srgbClr val="494669"/>
                </a:solidFill>
                <a:latin typeface="PMingLiU"/>
                <a:cs typeface="PMingLiU"/>
              </a:rPr>
              <a:t>fu</a:t>
            </a:r>
            <a:r>
              <a:rPr sz="1275" spc="-30" dirty="0">
                <a:solidFill>
                  <a:srgbClr val="494669"/>
                </a:solidFill>
                <a:latin typeface="Times New Roman"/>
                <a:cs typeface="Times New Roman"/>
              </a:rPr>
              <a:t>lne</a:t>
            </a:r>
            <a:r>
              <a:rPr sz="1275" spc="-30" dirty="0">
                <a:solidFill>
                  <a:srgbClr val="646274"/>
                </a:solidFill>
                <a:latin typeface="Times New Roman"/>
                <a:cs typeface="Times New Roman"/>
              </a:rPr>
              <a:t>s</a:t>
            </a:r>
            <a:r>
              <a:rPr sz="1275" spc="-30" dirty="0">
                <a:solidFill>
                  <a:srgbClr val="494669"/>
                </a:solidFill>
                <a:latin typeface="Times New Roman"/>
                <a:cs typeface="Times New Roman"/>
              </a:rPr>
              <a:t>s</a:t>
            </a:r>
            <a:r>
              <a:rPr sz="1275" spc="-109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94669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494669"/>
                </a:solidFill>
                <a:latin typeface="PMingLiU"/>
                <a:cs typeface="PMingLiU"/>
              </a:rPr>
              <a:t>f</a:t>
            </a:r>
            <a:r>
              <a:rPr sz="1313" spc="-26" dirty="0">
                <a:solidFill>
                  <a:srgbClr val="494669"/>
                </a:solidFill>
                <a:latin typeface="PMingLiU"/>
                <a:cs typeface="PMingLiU"/>
              </a:rPr>
              <a:t> </a:t>
            </a:r>
            <a:r>
              <a:rPr sz="1313" spc="-34" dirty="0">
                <a:solidFill>
                  <a:srgbClr val="332F57"/>
                </a:solidFill>
                <a:latin typeface="PMingLiU"/>
                <a:cs typeface="PMingLiU"/>
              </a:rPr>
              <a:t>t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he</a:t>
            </a:r>
            <a:r>
              <a:rPr sz="1275" spc="-45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75" spc="-38" dirty="0">
                <a:solidFill>
                  <a:srgbClr val="1A154D"/>
                </a:solidFill>
                <a:latin typeface="Times New Roman"/>
                <a:cs typeface="Times New Roman"/>
              </a:rPr>
              <a:t>P</a:t>
            </a:r>
            <a:r>
              <a:rPr sz="1275" spc="-38" dirty="0">
                <a:solidFill>
                  <a:srgbClr val="332F57"/>
                </a:solidFill>
                <a:latin typeface="Times New Roman"/>
                <a:cs typeface="Times New Roman"/>
              </a:rPr>
              <a:t>2</a:t>
            </a:r>
            <a:r>
              <a:rPr sz="1275" spc="-38" dirty="0">
                <a:solidFill>
                  <a:srgbClr val="1A154D"/>
                </a:solidFill>
                <a:latin typeface="Times New Roman"/>
                <a:cs typeface="Times New Roman"/>
              </a:rPr>
              <a:t>P</a:t>
            </a:r>
            <a:r>
              <a:rPr sz="1275" spc="-116" dirty="0">
                <a:solidFill>
                  <a:srgbClr val="1A154D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332F57"/>
                </a:solidFill>
                <a:latin typeface="PMingLiU"/>
                <a:cs typeface="PMingLiU"/>
              </a:rPr>
              <a:t>p</a:t>
            </a: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arad</a:t>
            </a:r>
            <a:r>
              <a:rPr sz="1313" spc="-8" dirty="0">
                <a:solidFill>
                  <a:srgbClr val="332F57"/>
                </a:solidFill>
                <a:latin typeface="PMingLiU"/>
                <a:cs typeface="PMingLiU"/>
              </a:rPr>
              <a:t>ig</a:t>
            </a: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m</a:t>
            </a:r>
            <a:endParaRPr sz="1275">
              <a:latin typeface="Times New Roman"/>
              <a:cs typeface="Times New Roman"/>
            </a:endParaRPr>
          </a:p>
          <a:p>
            <a:pPr marL="264319" indent="-254794">
              <a:lnSpc>
                <a:spcPts val="1489"/>
              </a:lnSpc>
              <a:buChar char="•"/>
              <a:tabLst>
                <a:tab pos="264319" algn="l"/>
              </a:tabLst>
            </a:pP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D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ev</a:t>
            </a:r>
            <a:r>
              <a:rPr sz="1313" spc="34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c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es</a:t>
            </a:r>
            <a:r>
              <a:rPr sz="1275" spc="3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34" dirty="0">
                <a:solidFill>
                  <a:srgbClr val="262626"/>
                </a:solidFill>
                <a:latin typeface="Times New Roman"/>
                <a:cs typeface="Times New Roman"/>
              </a:rPr>
              <a:t>connec</a:t>
            </a:r>
            <a:r>
              <a:rPr sz="1313" spc="34" dirty="0">
                <a:solidFill>
                  <a:srgbClr val="262626"/>
                </a:solidFill>
                <a:latin typeface="PMingLiU"/>
                <a:cs typeface="PMingLiU"/>
              </a:rPr>
              <a:t>t 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o</a:t>
            </a:r>
            <a:r>
              <a:rPr sz="1275" spc="45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spc="38" dirty="0">
                <a:solidFill>
                  <a:srgbClr val="343434"/>
                </a:solidFill>
                <a:latin typeface="Times New Roman"/>
                <a:cs typeface="Times New Roman"/>
              </a:rPr>
              <a:t>each</a:t>
            </a:r>
            <a:r>
              <a:rPr sz="1275" spc="23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her</a:t>
            </a:r>
            <a:r>
              <a:rPr sz="1275" spc="7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n</a:t>
            </a:r>
            <a:r>
              <a:rPr sz="1275" spc="109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spc="45" dirty="0">
                <a:solidFill>
                  <a:srgbClr val="262626"/>
                </a:solidFill>
                <a:latin typeface="Times New Roman"/>
                <a:cs typeface="Times New Roman"/>
              </a:rPr>
              <a:t>an</a:t>
            </a:r>
            <a:r>
              <a:rPr sz="1275" spc="-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41" dirty="0">
                <a:solidFill>
                  <a:srgbClr val="343434"/>
                </a:solidFill>
                <a:latin typeface="Times New Roman"/>
                <a:cs typeface="Times New Roman"/>
              </a:rPr>
              <a:t>ad</a:t>
            </a:r>
            <a:r>
              <a:rPr sz="1275" spc="4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56" dirty="0">
                <a:solidFill>
                  <a:srgbClr val="262626"/>
                </a:solidFill>
                <a:latin typeface="Times New Roman"/>
                <a:cs typeface="Times New Roman"/>
              </a:rPr>
              <a:t>hoc</a:t>
            </a:r>
            <a:r>
              <a:rPr sz="1275" spc="1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262626"/>
                </a:solidFill>
                <a:latin typeface="Times New Roman"/>
                <a:cs typeface="Times New Roman"/>
              </a:rPr>
              <a:t>manner</a:t>
            </a:r>
            <a:endParaRPr sz="1275">
              <a:latin typeface="Times New Roman"/>
              <a:cs typeface="Times New Roman"/>
            </a:endParaRPr>
          </a:p>
          <a:p>
            <a:pPr marL="264319" marR="331946" indent="-255270">
              <a:lnSpc>
                <a:spcPct val="68000"/>
              </a:lnSpc>
              <a:spcBef>
                <a:spcPts val="518"/>
              </a:spcBef>
              <a:buChar char="•"/>
              <a:tabLst>
                <a:tab pos="272415" algn="l"/>
              </a:tabLst>
            </a:pPr>
            <a:r>
              <a:rPr sz="1275" spc="53" dirty="0">
                <a:solidFill>
                  <a:srgbClr val="151515"/>
                </a:solidFill>
                <a:latin typeface="Times New Roman"/>
                <a:cs typeface="Times New Roman"/>
              </a:rPr>
              <a:t>Due</a:t>
            </a:r>
            <a:r>
              <a:rPr sz="1275" spc="94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o</a:t>
            </a:r>
            <a:r>
              <a:rPr sz="1275" spc="172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he</a:t>
            </a:r>
            <a:r>
              <a:rPr sz="1275" spc="18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li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m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it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ed</a:t>
            </a:r>
            <a:r>
              <a:rPr sz="1275" spc="143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co</a:t>
            </a: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mmun</a:t>
            </a:r>
            <a:r>
              <a:rPr sz="1313" spc="34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ca</a:t>
            </a:r>
            <a:r>
              <a:rPr sz="1313" spc="34" dirty="0">
                <a:solidFill>
                  <a:srgbClr val="151515"/>
                </a:solidFill>
                <a:latin typeface="PMingLiU"/>
                <a:cs typeface="PMingLiU"/>
              </a:rPr>
              <a:t>ti</a:t>
            </a: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on</a:t>
            </a:r>
            <a:r>
              <a:rPr sz="1275" spc="131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ca</a:t>
            </a:r>
            <a:r>
              <a:rPr sz="1500" dirty="0">
                <a:solidFill>
                  <a:srgbClr val="262626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ab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iliti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es</a:t>
            </a:r>
            <a:r>
              <a:rPr sz="1275" spc="109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o</a:t>
            </a:r>
            <a:r>
              <a:rPr sz="1425" dirty="0">
                <a:solidFill>
                  <a:srgbClr val="262626"/>
                </a:solidFill>
                <a:latin typeface="PMingLiU"/>
                <a:cs typeface="PMingLiU"/>
              </a:rPr>
              <a:t>f</a:t>
            </a:r>
            <a:r>
              <a:rPr sz="1425" spc="98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mob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le</a:t>
            </a:r>
            <a:r>
              <a:rPr sz="1275" spc="15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dev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ces</a:t>
            </a:r>
            <a:r>
              <a:rPr sz="1275" spc="16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(such</a:t>
            </a:r>
            <a:r>
              <a:rPr sz="1275" spc="16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-19" dirty="0">
                <a:solidFill>
                  <a:srgbClr val="262626"/>
                </a:solidFill>
                <a:latin typeface="Times New Roman"/>
                <a:cs typeface="Times New Roman"/>
              </a:rPr>
              <a:t>a</a:t>
            </a:r>
            <a:r>
              <a:rPr sz="1275" spc="-19" dirty="0">
                <a:solidFill>
                  <a:srgbClr val="444444"/>
                </a:solidFill>
                <a:latin typeface="Times New Roman"/>
                <a:cs typeface="Times New Roman"/>
              </a:rPr>
              <a:t>s 	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mob</a:t>
            </a:r>
            <a:r>
              <a:rPr sz="1313" spc="8" dirty="0">
                <a:solidFill>
                  <a:srgbClr val="262626"/>
                </a:solidFill>
                <a:latin typeface="PMingLiU"/>
                <a:cs typeface="PMingLiU"/>
              </a:rPr>
              <a:t>i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le</a:t>
            </a:r>
            <a:r>
              <a:rPr sz="1275" spc="19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575" spc="8" dirty="0">
                <a:solidFill>
                  <a:srgbClr val="262626"/>
                </a:solidFill>
                <a:latin typeface="PMingLiU"/>
                <a:cs typeface="PMingLiU"/>
              </a:rPr>
              <a:t>p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hone</a:t>
            </a:r>
            <a:r>
              <a:rPr sz="1275" spc="8" dirty="0">
                <a:solidFill>
                  <a:srgbClr val="444444"/>
                </a:solidFill>
                <a:latin typeface="Times New Roman"/>
                <a:cs typeface="Times New Roman"/>
              </a:rPr>
              <a:t>s</a:t>
            </a:r>
            <a:r>
              <a:rPr sz="1275" spc="9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or</a:t>
            </a:r>
            <a:r>
              <a:rPr sz="1275" spc="229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8" dirty="0">
                <a:solidFill>
                  <a:srgbClr val="151515"/>
                </a:solidFill>
                <a:latin typeface="Times New Roman"/>
                <a:cs typeface="Times New Roman"/>
              </a:rPr>
              <a:t>handheld</a:t>
            </a:r>
            <a:r>
              <a:rPr sz="1275" spc="199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spc="8" dirty="0">
                <a:solidFill>
                  <a:srgbClr val="151515"/>
                </a:solidFill>
                <a:latin typeface="Times New Roman"/>
                <a:cs typeface="Times New Roman"/>
              </a:rPr>
              <a:t>d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ev</a:t>
            </a:r>
            <a:r>
              <a:rPr sz="1313" spc="8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ces),</a:t>
            </a:r>
            <a:r>
              <a:rPr sz="1275" spc="7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13" spc="8" dirty="0">
                <a:solidFill>
                  <a:srgbClr val="262626"/>
                </a:solidFill>
                <a:latin typeface="PMingLiU"/>
                <a:cs typeface="PMingLiU"/>
              </a:rPr>
              <a:t>fr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e</a:t>
            </a:r>
            <a:r>
              <a:rPr sz="1650" spc="8" dirty="0">
                <a:solidFill>
                  <a:srgbClr val="262626"/>
                </a:solidFill>
                <a:latin typeface="PMingLiU"/>
                <a:cs typeface="PMingLiU"/>
              </a:rPr>
              <a:t>q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uen</a:t>
            </a:r>
            <a:r>
              <a:rPr sz="1313" spc="8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313" spc="127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spc="8" dirty="0">
                <a:solidFill>
                  <a:srgbClr val="262626"/>
                </a:solidFill>
                <a:latin typeface="Times New Roman"/>
                <a:cs typeface="Times New Roman"/>
              </a:rPr>
              <a:t>d</a:t>
            </a:r>
            <a:r>
              <a:rPr sz="1313" spc="8" dirty="0">
                <a:solidFill>
                  <a:srgbClr val="262626"/>
                </a:solidFill>
                <a:latin typeface="PMingLiU"/>
                <a:cs typeface="PMingLiU"/>
              </a:rPr>
              <a:t>i</a:t>
            </a:r>
            <a:r>
              <a:rPr sz="1275" spc="8" dirty="0">
                <a:solidFill>
                  <a:srgbClr val="444444"/>
                </a:solidFill>
                <a:latin typeface="Times New Roman"/>
                <a:cs typeface="Times New Roman"/>
              </a:rPr>
              <a:t>sco</a:t>
            </a:r>
            <a:r>
              <a:rPr sz="1275" spc="8" dirty="0">
                <a:solidFill>
                  <a:srgbClr val="151515"/>
                </a:solidFill>
                <a:latin typeface="Times New Roman"/>
                <a:cs typeface="Times New Roman"/>
              </a:rPr>
              <a:t>nn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ec</a:t>
            </a:r>
            <a:r>
              <a:rPr sz="1313" spc="8" dirty="0">
                <a:solidFill>
                  <a:srgbClr val="343434"/>
                </a:solidFill>
                <a:latin typeface="PMingLiU"/>
                <a:cs typeface="PMingLiU"/>
              </a:rPr>
              <a:t>ti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275" spc="8" dirty="0">
                <a:solidFill>
                  <a:srgbClr val="151515"/>
                </a:solidFill>
                <a:latin typeface="Times New Roman"/>
                <a:cs typeface="Times New Roman"/>
              </a:rPr>
              <a:t>n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275" spc="13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8" dirty="0">
                <a:solidFill>
                  <a:srgbClr val="151515"/>
                </a:solidFill>
                <a:latin typeface="Times New Roman"/>
                <a:cs typeface="Times New Roman"/>
              </a:rPr>
              <a:t>m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575" spc="8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575" spc="-26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spc="-15" dirty="0">
                <a:solidFill>
                  <a:srgbClr val="262626"/>
                </a:solidFill>
                <a:latin typeface="Times New Roman"/>
                <a:cs typeface="Times New Roman"/>
              </a:rPr>
              <a:t>occur</a:t>
            </a:r>
            <a:endParaRPr sz="1275">
              <a:latin typeface="Times New Roman"/>
              <a:cs typeface="Times New Roman"/>
            </a:endParaRPr>
          </a:p>
          <a:p>
            <a:pPr marL="261461" marR="368141" indent="-252413">
              <a:lnSpc>
                <a:spcPct val="69200"/>
              </a:lnSpc>
              <a:spcBef>
                <a:spcPts val="488"/>
              </a:spcBef>
              <a:buChar char="•"/>
              <a:tabLst>
                <a:tab pos="261461" algn="l"/>
                <a:tab pos="264795" algn="l"/>
              </a:tabLst>
            </a:pP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	</a:t>
            </a:r>
            <a:r>
              <a:rPr sz="1275" spc="53" dirty="0">
                <a:solidFill>
                  <a:srgbClr val="262626"/>
                </a:solidFill>
                <a:latin typeface="Times New Roman"/>
                <a:cs typeface="Times New Roman"/>
              </a:rPr>
              <a:t>When</a:t>
            </a:r>
            <a:r>
              <a:rPr sz="1275" spc="143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mob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l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275" spc="153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de</a:t>
            </a:r>
            <a:r>
              <a:rPr sz="1275" dirty="0">
                <a:solidFill>
                  <a:srgbClr val="444444"/>
                </a:solidFill>
                <a:latin typeface="Times New Roman"/>
                <a:cs typeface="Times New Roman"/>
              </a:rPr>
              <a:t>v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ces</a:t>
            </a:r>
            <a:r>
              <a:rPr sz="1275" spc="10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41" dirty="0">
                <a:solidFill>
                  <a:srgbClr val="262626"/>
                </a:solidFill>
                <a:latin typeface="Times New Roman"/>
                <a:cs typeface="Times New Roman"/>
              </a:rPr>
              <a:t>are</a:t>
            </a:r>
            <a:r>
              <a:rPr sz="1275" spc="3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co</a:t>
            </a: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nne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</a:t>
            </a:r>
            <a:r>
              <a:rPr sz="1313" spc="34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ed</a:t>
            </a:r>
            <a:r>
              <a:rPr sz="1275" spc="176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g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h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er,</a:t>
            </a:r>
            <a:r>
              <a:rPr sz="1275" spc="9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here</a:t>
            </a:r>
            <a:r>
              <a:rPr sz="1275" spc="19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275" spc="15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56" dirty="0">
                <a:solidFill>
                  <a:srgbClr val="262626"/>
                </a:solidFill>
                <a:latin typeface="Times New Roman"/>
                <a:cs typeface="Times New Roman"/>
              </a:rPr>
              <a:t>no</a:t>
            </a:r>
            <a:r>
              <a:rPr sz="1275" spc="3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g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uaran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ee</a:t>
            </a:r>
            <a:r>
              <a:rPr sz="1275" spc="19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ha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313" spc="68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spc="8" dirty="0">
                <a:solidFill>
                  <a:srgbClr val="343434"/>
                </a:solidFill>
                <a:latin typeface="Times New Roman"/>
                <a:cs typeface="Times New Roman"/>
              </a:rPr>
              <a:t>a 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cen</a:t>
            </a:r>
            <a:r>
              <a:rPr sz="1313" spc="34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ral</a:t>
            </a:r>
            <a:r>
              <a:rPr sz="1275" spc="7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44444"/>
                </a:solidFill>
                <a:latin typeface="Times New Roman"/>
                <a:cs typeface="Times New Roman"/>
              </a:rPr>
              <a:t>se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rver</a:t>
            </a:r>
            <a:r>
              <a:rPr sz="1275" spc="12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ma</a:t>
            </a:r>
            <a:r>
              <a:rPr sz="1575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575" spc="-60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spc="38" dirty="0">
                <a:solidFill>
                  <a:srgbClr val="262626"/>
                </a:solidFill>
                <a:latin typeface="Times New Roman"/>
                <a:cs typeface="Times New Roman"/>
              </a:rPr>
              <a:t>be</a:t>
            </a:r>
            <a:r>
              <a:rPr sz="1275" spc="4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ava</a:t>
            </a:r>
            <a:r>
              <a:rPr sz="1313" spc="-8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-8" dirty="0">
                <a:solidFill>
                  <a:srgbClr val="151515"/>
                </a:solidFill>
                <a:latin typeface="Times New Roman"/>
                <a:cs typeface="Times New Roman"/>
              </a:rPr>
              <a:t>l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275" spc="-8" dirty="0">
                <a:solidFill>
                  <a:srgbClr val="151515"/>
                </a:solidFill>
                <a:latin typeface="Times New Roman"/>
                <a:cs typeface="Times New Roman"/>
              </a:rPr>
              <a:t>bl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endParaRPr sz="1275">
              <a:latin typeface="Times New Roman"/>
              <a:cs typeface="Times New Roman"/>
            </a:endParaRPr>
          </a:p>
          <a:p>
            <a:pPr marL="264319" marR="3810" indent="-255270">
              <a:lnSpc>
                <a:spcPct val="79600"/>
              </a:lnSpc>
              <a:spcBef>
                <a:spcPts val="109"/>
              </a:spcBef>
              <a:buChar char="•"/>
              <a:tabLst>
                <a:tab pos="265748" algn="l"/>
              </a:tabLst>
            </a:pPr>
            <a:r>
              <a:rPr sz="1275" spc="41" dirty="0">
                <a:solidFill>
                  <a:srgbClr val="151515"/>
                </a:solidFill>
                <a:latin typeface="Times New Roman"/>
                <a:cs typeface="Times New Roman"/>
              </a:rPr>
              <a:t>Hence,</a:t>
            </a:r>
            <a:r>
              <a:rPr sz="1275" spc="83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ad</a:t>
            </a:r>
            <a:r>
              <a:rPr sz="1275" spc="203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hoc</a:t>
            </a:r>
            <a:r>
              <a:rPr sz="1275" spc="116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m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b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l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275" spc="113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co</a:t>
            </a: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mmun</a:t>
            </a:r>
            <a:r>
              <a:rPr sz="1313" spc="34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ca</a:t>
            </a:r>
            <a:r>
              <a:rPr sz="1313" spc="34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13" spc="34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34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275" spc="34" dirty="0">
                <a:solidFill>
                  <a:srgbClr val="151515"/>
                </a:solidFill>
                <a:latin typeface="Times New Roman"/>
                <a:cs typeface="Times New Roman"/>
              </a:rPr>
              <a:t>n</a:t>
            </a:r>
            <a:r>
              <a:rPr sz="1275" spc="124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mu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13" spc="71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n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13" spc="75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rel</a:t>
            </a:r>
            <a:r>
              <a:rPr sz="1613" dirty="0">
                <a:solidFill>
                  <a:srgbClr val="262626"/>
                </a:solidFill>
                <a:latin typeface="PMingLiU"/>
                <a:cs typeface="PMingLiU"/>
              </a:rPr>
              <a:t>y</a:t>
            </a:r>
            <a:r>
              <a:rPr sz="1613" spc="-150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on</a:t>
            </a:r>
            <a:r>
              <a:rPr sz="1275" spc="13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he</a:t>
            </a:r>
            <a:r>
              <a:rPr sz="1275" spc="10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ex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ence</a:t>
            </a:r>
            <a:r>
              <a:rPr sz="1275" spc="10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f</a:t>
            </a:r>
            <a:r>
              <a:rPr sz="1313" spc="53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spc="45" dirty="0">
                <a:solidFill>
                  <a:srgbClr val="343434"/>
                </a:solidFill>
                <a:latin typeface="Times New Roman"/>
                <a:cs typeface="Times New Roman"/>
              </a:rPr>
              <a:t>such</a:t>
            </a:r>
            <a:r>
              <a:rPr sz="1275" spc="10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19" dirty="0">
                <a:solidFill>
                  <a:srgbClr val="343434"/>
                </a:solidFill>
                <a:latin typeface="Times New Roman"/>
                <a:cs typeface="Times New Roman"/>
              </a:rPr>
              <a:t>a 	</a:t>
            </a:r>
            <a:r>
              <a:rPr sz="1275" spc="-8" dirty="0">
                <a:solidFill>
                  <a:srgbClr val="444444"/>
                </a:solidFill>
                <a:latin typeface="Times New Roman"/>
                <a:cs typeface="Times New Roman"/>
              </a:rPr>
              <a:t>s</a:t>
            </a:r>
            <a:r>
              <a:rPr sz="1275" spc="-8" dirty="0">
                <a:solidFill>
                  <a:srgbClr val="262626"/>
                </a:solidFill>
                <a:latin typeface="Times New Roman"/>
                <a:cs typeface="Times New Roman"/>
              </a:rPr>
              <a:t>erver</a:t>
            </a:r>
            <a:endParaRPr sz="1275">
              <a:latin typeface="Times New Roman"/>
              <a:cs typeface="Times New Roman"/>
            </a:endParaRPr>
          </a:p>
          <a:p>
            <a:pPr marL="265748" indent="-256223">
              <a:lnSpc>
                <a:spcPts val="1579"/>
              </a:lnSpc>
              <a:buClr>
                <a:srgbClr val="151515"/>
              </a:buClr>
              <a:buChar char="•"/>
              <a:tabLst>
                <a:tab pos="265748" algn="l"/>
              </a:tabLst>
            </a:pP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All</a:t>
            </a:r>
            <a:r>
              <a:rPr sz="1275" spc="86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he</a:t>
            </a:r>
            <a:r>
              <a:rPr sz="1275" dirty="0">
                <a:solidFill>
                  <a:srgbClr val="444444"/>
                </a:solidFill>
                <a:latin typeface="Times New Roman"/>
                <a:cs typeface="Times New Roman"/>
              </a:rPr>
              <a:t>se</a:t>
            </a:r>
            <a:r>
              <a:rPr sz="1275" spc="1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charac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e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ri</a:t>
            </a:r>
            <a:r>
              <a:rPr sz="1275" dirty="0">
                <a:solidFill>
                  <a:srgbClr val="444444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cs</a:t>
            </a:r>
            <a:r>
              <a:rPr sz="1275" spc="10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38" dirty="0">
                <a:solidFill>
                  <a:srgbClr val="343434"/>
                </a:solidFill>
                <a:latin typeface="Times New Roman"/>
                <a:cs typeface="Times New Roman"/>
              </a:rPr>
              <a:t>also</a:t>
            </a:r>
            <a:r>
              <a:rPr sz="1275" spc="4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500" dirty="0">
                <a:solidFill>
                  <a:srgbClr val="343434"/>
                </a:solidFill>
                <a:latin typeface="PMingLiU"/>
                <a:cs typeface="PMingLiU"/>
              </a:rPr>
              <a:t>p</a:t>
            </a:r>
            <a:r>
              <a:rPr sz="1500" dirty="0">
                <a:solidFill>
                  <a:srgbClr val="151515"/>
                </a:solidFill>
                <a:latin typeface="PMingLiU"/>
                <a:cs typeface="PMingLiU"/>
              </a:rPr>
              <a:t>p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l</a:t>
            </a:r>
            <a:r>
              <a:rPr sz="1575" dirty="0">
                <a:solidFill>
                  <a:srgbClr val="151515"/>
                </a:solidFill>
                <a:latin typeface="PMingLiU"/>
                <a:cs typeface="PMingLiU"/>
              </a:rPr>
              <a:t>y</a:t>
            </a:r>
            <a:r>
              <a:rPr sz="1575" spc="-53" dirty="0">
                <a:solidFill>
                  <a:srgbClr val="151515"/>
                </a:solidFill>
                <a:latin typeface="PMingLiU"/>
                <a:cs typeface="PMingLiU"/>
              </a:rPr>
              <a:t> 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o</a:t>
            </a:r>
            <a:r>
              <a:rPr sz="1275" spc="240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he</a:t>
            </a:r>
            <a:r>
              <a:rPr sz="1275" spc="116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spc="56" dirty="0">
                <a:solidFill>
                  <a:srgbClr val="151515"/>
                </a:solidFill>
                <a:latin typeface="Times New Roman"/>
                <a:cs typeface="Times New Roman"/>
              </a:rPr>
              <a:t>P2P</a:t>
            </a:r>
            <a:r>
              <a:rPr sz="1275" spc="4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rgbClr val="151515"/>
                </a:solidFill>
                <a:latin typeface="PMingLiU"/>
                <a:cs typeface="PMingLiU"/>
              </a:rPr>
              <a:t>p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ara</a:t>
            </a:r>
            <a:r>
              <a:rPr sz="1275" spc="-8" dirty="0">
                <a:solidFill>
                  <a:srgbClr val="151515"/>
                </a:solidFill>
                <a:latin typeface="Times New Roman"/>
                <a:cs typeface="Times New Roman"/>
              </a:rPr>
              <a:t>d</a:t>
            </a:r>
            <a:r>
              <a:rPr sz="1313" spc="-8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313" spc="-8" dirty="0">
                <a:solidFill>
                  <a:srgbClr val="343434"/>
                </a:solidFill>
                <a:latin typeface="PMingLiU"/>
                <a:cs typeface="PMingLiU"/>
              </a:rPr>
              <a:t>g</a:t>
            </a:r>
            <a:r>
              <a:rPr sz="1275" spc="-8" dirty="0">
                <a:solidFill>
                  <a:srgbClr val="343434"/>
                </a:solidFill>
                <a:latin typeface="Times New Roman"/>
                <a:cs typeface="Times New Roman"/>
              </a:rPr>
              <a:t>m</a:t>
            </a:r>
            <a:endParaRPr sz="1275">
              <a:latin typeface="Times New Roman"/>
              <a:cs typeface="Times New Roman"/>
            </a:endParaRPr>
          </a:p>
          <a:p>
            <a:pPr marL="261461" marR="690563" indent="-252413">
              <a:lnSpc>
                <a:spcPct val="71600"/>
              </a:lnSpc>
              <a:spcBef>
                <a:spcPts val="413"/>
              </a:spcBef>
              <a:buClr>
                <a:srgbClr val="151515"/>
              </a:buClr>
              <a:buChar char="•"/>
              <a:tabLst>
                <a:tab pos="261461" algn="l"/>
              </a:tabLst>
            </a:pPr>
            <a:r>
              <a:rPr sz="1275" spc="56" dirty="0">
                <a:solidFill>
                  <a:srgbClr val="262626"/>
                </a:solidFill>
                <a:latin typeface="Times New Roman"/>
                <a:cs typeface="Times New Roman"/>
              </a:rPr>
              <a:t>There</a:t>
            </a:r>
            <a:r>
              <a:rPr sz="1275" spc="-3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ex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275" spc="10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nl</a:t>
            </a:r>
            <a:r>
              <a:rPr sz="1575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575" spc="-98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275" spc="12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small</a:t>
            </a:r>
            <a:r>
              <a:rPr sz="1275" spc="184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number</a:t>
            </a:r>
            <a:r>
              <a:rPr sz="1275" spc="101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o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f</a:t>
            </a:r>
            <a:r>
              <a:rPr sz="1313" spc="146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275" spc="56" dirty="0">
                <a:solidFill>
                  <a:srgbClr val="151515"/>
                </a:solidFill>
                <a:latin typeface="Times New Roman"/>
                <a:cs typeface="Times New Roman"/>
              </a:rPr>
              <a:t>P2P</a:t>
            </a:r>
            <a:r>
              <a:rPr sz="1275" spc="-75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75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m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275" spc="13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ha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</a:t>
            </a:r>
            <a:r>
              <a:rPr sz="1313" spc="64" dirty="0">
                <a:solidFill>
                  <a:srgbClr val="262626"/>
                </a:solidFill>
                <a:latin typeface="PMingLiU"/>
                <a:cs typeface="PMingLiU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can</a:t>
            </a:r>
            <a:r>
              <a:rPr sz="1275" spc="19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be</a:t>
            </a:r>
            <a:r>
              <a:rPr sz="1275" spc="86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used</a:t>
            </a:r>
            <a:r>
              <a:rPr sz="1275" spc="22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313" spc="-19" dirty="0">
                <a:solidFill>
                  <a:srgbClr val="151515"/>
                </a:solidFill>
                <a:latin typeface="PMingLiU"/>
                <a:cs typeface="PMingLiU"/>
              </a:rPr>
              <a:t>i</a:t>
            </a:r>
            <a:r>
              <a:rPr sz="1275" spc="-19" dirty="0">
                <a:solidFill>
                  <a:srgbClr val="151515"/>
                </a:solidFill>
                <a:latin typeface="Times New Roman"/>
                <a:cs typeface="Times New Roman"/>
              </a:rPr>
              <a:t>n 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con</a:t>
            </a:r>
            <a:r>
              <a:rPr sz="1463" dirty="0">
                <a:solidFill>
                  <a:srgbClr val="262626"/>
                </a:solidFill>
                <a:latin typeface="PMingLiU"/>
                <a:cs typeface="PMingLiU"/>
              </a:rPr>
              <a:t>j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unc</a:t>
            </a:r>
            <a:r>
              <a:rPr sz="1313" dirty="0">
                <a:solidFill>
                  <a:srgbClr val="262626"/>
                </a:solidFill>
                <a:latin typeface="PMingLiU"/>
                <a:cs typeface="PMingLiU"/>
              </a:rPr>
              <a:t>ti</a:t>
            </a:r>
            <a:r>
              <a:rPr sz="1275" dirty="0">
                <a:solidFill>
                  <a:srgbClr val="262626"/>
                </a:solidFill>
                <a:latin typeface="Times New Roman"/>
                <a:cs typeface="Times New Roman"/>
              </a:rPr>
              <a:t>on</a:t>
            </a:r>
            <a:r>
              <a:rPr sz="1275" spc="24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w</a:t>
            </a:r>
            <a:r>
              <a:rPr sz="1313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313" dirty="0">
                <a:solidFill>
                  <a:srgbClr val="151515"/>
                </a:solidFill>
                <a:latin typeface="PMingLiU"/>
                <a:cs typeface="PMingLiU"/>
              </a:rPr>
              <a:t>t</a:t>
            </a:r>
            <a:r>
              <a:rPr sz="1275" dirty="0">
                <a:solidFill>
                  <a:srgbClr val="151515"/>
                </a:solidFill>
                <a:latin typeface="Times New Roman"/>
                <a:cs typeface="Times New Roman"/>
              </a:rPr>
              <a:t>h</a:t>
            </a:r>
            <a:r>
              <a:rPr sz="1275" spc="244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343434"/>
                </a:solidFill>
                <a:latin typeface="Times New Roman"/>
                <a:cs typeface="Times New Roman"/>
              </a:rPr>
              <a:t>small</a:t>
            </a:r>
            <a:r>
              <a:rPr sz="1275" spc="206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75" spc="30" dirty="0">
                <a:solidFill>
                  <a:srgbClr val="262626"/>
                </a:solidFill>
                <a:latin typeface="Times New Roman"/>
                <a:cs typeface="Times New Roman"/>
              </a:rPr>
              <a:t>dev</a:t>
            </a:r>
            <a:r>
              <a:rPr sz="1313" spc="30" dirty="0">
                <a:solidFill>
                  <a:srgbClr val="262626"/>
                </a:solidFill>
                <a:latin typeface="PMingLiU"/>
                <a:cs typeface="PMingLiU"/>
              </a:rPr>
              <a:t>i</a:t>
            </a:r>
            <a:r>
              <a:rPr sz="1275" spc="30" dirty="0">
                <a:solidFill>
                  <a:srgbClr val="262626"/>
                </a:solidFill>
                <a:latin typeface="Times New Roman"/>
                <a:cs typeface="Times New Roman"/>
              </a:rPr>
              <a:t>ces:</a:t>
            </a:r>
            <a:endParaRPr sz="1275">
              <a:latin typeface="Times New Roman"/>
              <a:cs typeface="Times New Roman"/>
            </a:endParaRPr>
          </a:p>
          <a:p>
            <a:pPr marL="563880" lvl="1" indent="-222885">
              <a:lnSpc>
                <a:spcPts val="1406"/>
              </a:lnSpc>
              <a:buClr>
                <a:srgbClr val="444444"/>
              </a:buClr>
              <a:buChar char="-"/>
              <a:tabLst>
                <a:tab pos="563880" algn="l"/>
              </a:tabLst>
            </a:pP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GnuNe</a:t>
            </a:r>
            <a:r>
              <a:rPr sz="1163" spc="-8" dirty="0">
                <a:solidFill>
                  <a:srgbClr val="332F57"/>
                </a:solidFill>
                <a:latin typeface="PMingLiU"/>
                <a:cs typeface="PMingLiU"/>
              </a:rPr>
              <a:t>t</a:t>
            </a:r>
            <a:endParaRPr sz="1163">
              <a:latin typeface="PMingLiU"/>
              <a:cs typeface="PMingLiU"/>
            </a:endParaRPr>
          </a:p>
          <a:p>
            <a:pPr marL="567214" lvl="1" indent="-224314">
              <a:lnSpc>
                <a:spcPts val="1534"/>
              </a:lnSpc>
              <a:buClr>
                <a:srgbClr val="646274"/>
              </a:buClr>
              <a:buChar char="-"/>
              <a:tabLst>
                <a:tab pos="567214" algn="l"/>
              </a:tabLst>
            </a:pPr>
            <a:r>
              <a:rPr sz="1013" dirty="0">
                <a:solidFill>
                  <a:srgbClr val="332F57"/>
                </a:solidFill>
                <a:latin typeface="PMingLiU"/>
                <a:cs typeface="PMingLiU"/>
              </a:rPr>
              <a:t>J</a:t>
            </a:r>
            <a:r>
              <a:rPr sz="1275" dirty="0">
                <a:solidFill>
                  <a:srgbClr val="332F57"/>
                </a:solidFill>
                <a:latin typeface="Times New Roman"/>
                <a:cs typeface="Times New Roman"/>
              </a:rPr>
              <a:t>XME</a:t>
            </a:r>
            <a:r>
              <a:rPr sz="1275" spc="-56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013" spc="-15" dirty="0">
                <a:solidFill>
                  <a:srgbClr val="332F57"/>
                </a:solidFill>
                <a:latin typeface="PMingLiU"/>
                <a:cs typeface="PMingLiU"/>
              </a:rPr>
              <a:t>(J</a:t>
            </a:r>
            <a:r>
              <a:rPr sz="1275" spc="-15" dirty="0">
                <a:solidFill>
                  <a:srgbClr val="332F57"/>
                </a:solidFill>
                <a:latin typeface="Times New Roman"/>
                <a:cs typeface="Times New Roman"/>
              </a:rPr>
              <a:t>XTA</a:t>
            </a:r>
            <a:r>
              <a:rPr sz="1275" spc="-124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313" spc="-8" dirty="0">
                <a:solidFill>
                  <a:srgbClr val="494669"/>
                </a:solidFill>
                <a:latin typeface="PMingLiU"/>
                <a:cs typeface="PMingLiU"/>
              </a:rPr>
              <a:t>fo</a:t>
            </a:r>
            <a:r>
              <a:rPr sz="1275" spc="-8" dirty="0">
                <a:solidFill>
                  <a:srgbClr val="494669"/>
                </a:solidFill>
                <a:latin typeface="Times New Roman"/>
                <a:cs typeface="Times New Roman"/>
              </a:rPr>
              <a:t>r</a:t>
            </a:r>
            <a:r>
              <a:rPr sz="1275" spc="-56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013" dirty="0">
                <a:solidFill>
                  <a:srgbClr val="1A154D"/>
                </a:solidFill>
                <a:latin typeface="PMingLiU"/>
                <a:cs typeface="PMingLiU"/>
              </a:rPr>
              <a:t>J</a:t>
            </a:r>
            <a:r>
              <a:rPr sz="1275" dirty="0">
                <a:solidFill>
                  <a:srgbClr val="494669"/>
                </a:solidFill>
                <a:latin typeface="Times New Roman"/>
                <a:cs typeface="Times New Roman"/>
              </a:rPr>
              <a:t>2ME</a:t>
            </a:r>
            <a:r>
              <a:rPr sz="1275" spc="-64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dirty="0">
                <a:solidFill>
                  <a:srgbClr val="494669"/>
                </a:solidFill>
                <a:latin typeface="Times New Roman"/>
                <a:cs typeface="Times New Roman"/>
              </a:rPr>
              <a:t>-</a:t>
            </a:r>
            <a:r>
              <a:rPr sz="1275" spc="-8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125" spc="-8" dirty="0">
                <a:solidFill>
                  <a:srgbClr val="332F57"/>
                </a:solidFill>
                <a:latin typeface="PMingLiU"/>
                <a:cs typeface="PMingLiU"/>
              </a:rPr>
              <a:t>t</a:t>
            </a: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he</a:t>
            </a:r>
            <a:r>
              <a:rPr sz="1275" spc="-34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013" spc="49" dirty="0">
                <a:solidFill>
                  <a:srgbClr val="332F57"/>
                </a:solidFill>
                <a:latin typeface="PMingLiU"/>
                <a:cs typeface="PMingLiU"/>
              </a:rPr>
              <a:t>Ja</a:t>
            </a:r>
            <a:r>
              <a:rPr sz="1275" spc="49" dirty="0">
                <a:solidFill>
                  <a:srgbClr val="332F57"/>
                </a:solidFill>
                <a:latin typeface="Times New Roman"/>
                <a:cs typeface="Times New Roman"/>
              </a:rPr>
              <a:t>va</a:t>
            </a:r>
            <a:r>
              <a:rPr sz="1275" spc="-101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75" spc="64" dirty="0">
                <a:solidFill>
                  <a:srgbClr val="494669"/>
                </a:solidFill>
                <a:latin typeface="Times New Roman"/>
                <a:cs typeface="Times New Roman"/>
              </a:rPr>
              <a:t>2</a:t>
            </a:r>
            <a:r>
              <a:rPr sz="1275" spc="-56" dirty="0">
                <a:solidFill>
                  <a:srgbClr val="494669"/>
                </a:solidFill>
                <a:latin typeface="Times New Roman"/>
                <a:cs typeface="Times New Roman"/>
              </a:rPr>
              <a:t> </a:t>
            </a:r>
            <a:r>
              <a:rPr sz="1275" spc="-38" dirty="0">
                <a:solidFill>
                  <a:srgbClr val="332F57"/>
                </a:solidFill>
                <a:latin typeface="Times New Roman"/>
                <a:cs typeface="Times New Roman"/>
              </a:rPr>
              <a:t>Mob</a:t>
            </a:r>
            <a:r>
              <a:rPr sz="1163" spc="-38" dirty="0">
                <a:solidFill>
                  <a:srgbClr val="332F57"/>
                </a:solidFill>
                <a:latin typeface="PMingLiU"/>
                <a:cs typeface="PMingLiU"/>
              </a:rPr>
              <a:t>i</a:t>
            </a:r>
            <a:r>
              <a:rPr sz="1275" spc="-38" dirty="0">
                <a:solidFill>
                  <a:srgbClr val="332F57"/>
                </a:solidFill>
                <a:latin typeface="Times New Roman"/>
                <a:cs typeface="Times New Roman"/>
              </a:rPr>
              <a:t>le</a:t>
            </a:r>
            <a:r>
              <a:rPr sz="1275" spc="-45" dirty="0">
                <a:solidFill>
                  <a:srgbClr val="332F57"/>
                </a:solidFill>
                <a:latin typeface="Times New Roman"/>
                <a:cs typeface="Times New Roman"/>
              </a:rPr>
              <a:t> </a:t>
            </a: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Env</a:t>
            </a:r>
            <a:r>
              <a:rPr sz="1163" spc="-8" dirty="0">
                <a:solidFill>
                  <a:srgbClr val="332F57"/>
                </a:solidFill>
                <a:latin typeface="PMingLiU"/>
                <a:cs typeface="PMingLiU"/>
              </a:rPr>
              <a:t>i</a:t>
            </a:r>
            <a:r>
              <a:rPr sz="1275" spc="-8" dirty="0">
                <a:solidFill>
                  <a:srgbClr val="332F57"/>
                </a:solidFill>
                <a:latin typeface="Times New Roman"/>
                <a:cs typeface="Times New Roman"/>
              </a:rPr>
              <a:t>ronmen</a:t>
            </a:r>
            <a:r>
              <a:rPr sz="1125" spc="-8" dirty="0">
                <a:solidFill>
                  <a:srgbClr val="332F57"/>
                </a:solidFill>
                <a:latin typeface="PMingLiU"/>
                <a:cs typeface="PMingLiU"/>
              </a:rPr>
              <a:t>t)</a:t>
            </a:r>
            <a:endParaRPr sz="1125">
              <a:latin typeface="PMingLiU"/>
              <a:cs typeface="PMingLiU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E3990-A16E-CB1E-5B3F-1C85015DB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6427" y="534320"/>
            <a:ext cx="3777139" cy="552555"/>
          </a:xfrm>
          <a:prstGeom prst="rect">
            <a:avLst/>
          </a:prstGeom>
        </p:spPr>
        <p:txBody>
          <a:bodyPr vert="horz" wrap="square" lIns="0" tIns="100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9"/>
              </a:spcBef>
              <a:tabLst>
                <a:tab pos="1583531" algn="l"/>
              </a:tabLst>
            </a:pPr>
            <a:r>
              <a:rPr sz="2925" spc="49" dirty="0">
                <a:solidFill>
                  <a:srgbClr val="E23B0F"/>
                </a:solidFill>
              </a:rPr>
              <a:t>Con</a:t>
            </a:r>
            <a:r>
              <a:rPr sz="3525" spc="49" dirty="0">
                <a:solidFill>
                  <a:srgbClr val="E23B0F"/>
                </a:solidFill>
                <a:latin typeface="PMingLiU"/>
                <a:cs typeface="PMingLiU"/>
              </a:rPr>
              <a:t>t</a:t>
            </a:r>
            <a:r>
              <a:rPr sz="2925" spc="49" dirty="0">
                <a:solidFill>
                  <a:srgbClr val="E23B0F"/>
                </a:solidFill>
              </a:rPr>
              <a:t>en</a:t>
            </a:r>
            <a:r>
              <a:rPr sz="3525" spc="49" dirty="0">
                <a:solidFill>
                  <a:srgbClr val="E23B0F"/>
                </a:solidFill>
                <a:latin typeface="PMingLiU"/>
                <a:cs typeface="PMingLiU"/>
              </a:rPr>
              <a:t>t</a:t>
            </a:r>
            <a:r>
              <a:rPr sz="3525" dirty="0">
                <a:solidFill>
                  <a:srgbClr val="E23B0F"/>
                </a:solidFill>
                <a:latin typeface="PMingLiU"/>
                <a:cs typeface="PMingLiU"/>
              </a:rPr>
              <a:t>	</a:t>
            </a:r>
            <a:r>
              <a:rPr sz="3113" spc="83" dirty="0">
                <a:solidFill>
                  <a:srgbClr val="E23B0F"/>
                </a:solidFill>
              </a:rPr>
              <a:t>D</a:t>
            </a:r>
            <a:r>
              <a:rPr sz="3525" spc="83" dirty="0">
                <a:solidFill>
                  <a:srgbClr val="E23B0F"/>
                </a:solidFill>
                <a:latin typeface="PMingLiU"/>
                <a:cs typeface="PMingLiU"/>
              </a:rPr>
              <a:t>i</a:t>
            </a:r>
            <a:r>
              <a:rPr sz="2925" spc="83" dirty="0">
                <a:solidFill>
                  <a:srgbClr val="E23B0F"/>
                </a:solidFill>
              </a:rPr>
              <a:t>s</a:t>
            </a:r>
            <a:r>
              <a:rPr sz="3525" spc="83" dirty="0">
                <a:solidFill>
                  <a:srgbClr val="E23B0F"/>
                </a:solidFill>
                <a:latin typeface="PMingLiU"/>
                <a:cs typeface="PMingLiU"/>
              </a:rPr>
              <a:t>t</a:t>
            </a:r>
            <a:r>
              <a:rPr sz="2925" spc="83" dirty="0">
                <a:solidFill>
                  <a:srgbClr val="E23B0F"/>
                </a:solidFill>
              </a:rPr>
              <a:t>r</a:t>
            </a:r>
            <a:r>
              <a:rPr sz="3525" spc="83" dirty="0">
                <a:solidFill>
                  <a:srgbClr val="E23B0F"/>
                </a:solidFill>
                <a:latin typeface="PMingLiU"/>
                <a:cs typeface="PMingLiU"/>
              </a:rPr>
              <a:t>i</a:t>
            </a:r>
            <a:r>
              <a:rPr sz="3113" spc="83" dirty="0">
                <a:solidFill>
                  <a:srgbClr val="E23B0F"/>
                </a:solidFill>
              </a:rPr>
              <a:t>bu</a:t>
            </a:r>
            <a:r>
              <a:rPr sz="3525" spc="83" dirty="0">
                <a:solidFill>
                  <a:srgbClr val="E23B0F"/>
                </a:solidFill>
                <a:latin typeface="PMingLiU"/>
                <a:cs typeface="PMingLiU"/>
              </a:rPr>
              <a:t>ti</a:t>
            </a:r>
            <a:r>
              <a:rPr sz="2925" spc="83" dirty="0">
                <a:solidFill>
                  <a:srgbClr val="E23B0F"/>
                </a:solidFill>
              </a:rPr>
              <a:t>on</a:t>
            </a:r>
            <a:endParaRPr sz="292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5445" y="1412780"/>
            <a:ext cx="5726430" cy="254787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4795" indent="-255270">
              <a:lnSpc>
                <a:spcPts val="1804"/>
              </a:lnSpc>
              <a:spcBef>
                <a:spcPts val="75"/>
              </a:spcBef>
              <a:buChar char="•"/>
              <a:tabLst>
                <a:tab pos="264795" algn="l"/>
              </a:tabLst>
            </a:pPr>
            <a:r>
              <a:rPr sz="1388" spc="49" dirty="0">
                <a:solidFill>
                  <a:srgbClr val="131313"/>
                </a:solidFill>
                <a:latin typeface="Times New Roman"/>
                <a:cs typeface="Times New Roman"/>
              </a:rPr>
              <a:t>P2P</a:t>
            </a:r>
            <a:r>
              <a:rPr sz="1388" spc="23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38" dirty="0">
                <a:solidFill>
                  <a:srgbClr val="343434"/>
                </a:solidFill>
                <a:latin typeface="Times New Roman"/>
                <a:cs typeface="Times New Roman"/>
              </a:rPr>
              <a:t>can</a:t>
            </a:r>
            <a:r>
              <a:rPr sz="1388" spc="13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60" dirty="0">
                <a:solidFill>
                  <a:srgbClr val="232323"/>
                </a:solidFill>
                <a:latin typeface="Times New Roman"/>
                <a:cs typeface="Times New Roman"/>
              </a:rPr>
              <a:t>also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56" dirty="0">
                <a:solidFill>
                  <a:srgbClr val="131313"/>
                </a:solidFill>
                <a:latin typeface="Times New Roman"/>
                <a:cs typeface="Times New Roman"/>
              </a:rPr>
              <a:t>be</a:t>
            </a:r>
            <a:r>
              <a:rPr sz="1388" spc="49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used</a:t>
            </a:r>
            <a:r>
              <a:rPr sz="1388" spc="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8" dirty="0">
                <a:solidFill>
                  <a:srgbClr val="232323"/>
                </a:solidFill>
                <a:latin typeface="PMingLiU"/>
                <a:cs typeface="PMingLiU"/>
              </a:rPr>
              <a:t>fo</a:t>
            </a:r>
            <a:r>
              <a:rPr sz="1388" spc="8" dirty="0">
                <a:solidFill>
                  <a:srgbClr val="232323"/>
                </a:solidFill>
                <a:latin typeface="Times New Roman"/>
                <a:cs typeface="Times New Roman"/>
              </a:rPr>
              <a:t>r</a:t>
            </a:r>
            <a:r>
              <a:rPr sz="1388" spc="139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h</a:t>
            </a:r>
            <a:r>
              <a:rPr sz="1388" spc="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spc="116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tri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bu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ti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on</a:t>
            </a:r>
            <a:r>
              <a:rPr sz="1388" spc="86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8" dirty="0">
                <a:solidFill>
                  <a:srgbClr val="232323"/>
                </a:solidFill>
                <a:latin typeface="Times New Roman"/>
                <a:cs typeface="Times New Roman"/>
              </a:rPr>
              <a:t>o</a:t>
            </a:r>
            <a:r>
              <a:rPr sz="1500" spc="8" dirty="0">
                <a:solidFill>
                  <a:srgbClr val="232323"/>
                </a:solidFill>
                <a:latin typeface="PMingLiU"/>
                <a:cs typeface="PMingLiU"/>
              </a:rPr>
              <a:t>f</a:t>
            </a:r>
            <a:r>
              <a:rPr sz="1500" spc="23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500" spc="38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500" spc="38" dirty="0">
                <a:solidFill>
                  <a:srgbClr val="131313"/>
                </a:solidFill>
                <a:latin typeface="PMingLiU"/>
                <a:cs typeface="PMingLiU"/>
              </a:rPr>
              <a:t>fo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rma</a:t>
            </a:r>
            <a:r>
              <a:rPr sz="1500" spc="38" dirty="0">
                <a:solidFill>
                  <a:srgbClr val="131313"/>
                </a:solidFill>
                <a:latin typeface="PMingLiU"/>
                <a:cs typeface="PMingLiU"/>
              </a:rPr>
              <a:t>ti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on</a:t>
            </a:r>
            <a:r>
              <a:rPr sz="1388" spc="86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38" dirty="0">
                <a:solidFill>
                  <a:srgbClr val="232323"/>
                </a:solidFill>
                <a:latin typeface="Times New Roman"/>
                <a:cs typeface="Times New Roman"/>
              </a:rPr>
              <a:t>or</a:t>
            </a:r>
            <a:r>
              <a:rPr sz="1388" spc="71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75" spc="-8" dirty="0">
                <a:solidFill>
                  <a:srgbClr val="232323"/>
                </a:solidFill>
                <a:latin typeface="PMingLiU"/>
                <a:cs typeface="PMingLiU"/>
              </a:rPr>
              <a:t>fi</a:t>
            </a:r>
            <a:r>
              <a:rPr sz="1388" spc="-8" dirty="0">
                <a:solidFill>
                  <a:srgbClr val="232323"/>
                </a:solidFill>
                <a:latin typeface="Times New Roman"/>
                <a:cs typeface="Times New Roman"/>
              </a:rPr>
              <a:t>les</a:t>
            </a:r>
            <a:endParaRPr sz="1388">
              <a:latin typeface="Times New Roman"/>
              <a:cs typeface="Times New Roman"/>
            </a:endParaRPr>
          </a:p>
          <a:p>
            <a:pPr marL="340994">
              <a:lnSpc>
                <a:spcPts val="1601"/>
              </a:lnSpc>
              <a:tabLst>
                <a:tab pos="561499" algn="l"/>
              </a:tabLst>
            </a:pPr>
            <a:r>
              <a:rPr sz="1388" spc="-38" dirty="0">
                <a:solidFill>
                  <a:srgbClr val="8E8CA1"/>
                </a:solidFill>
                <a:latin typeface="Times New Roman"/>
                <a:cs typeface="Times New Roman"/>
              </a:rPr>
              <a:t>-</a:t>
            </a:r>
            <a:r>
              <a:rPr sz="1388" dirty="0">
                <a:solidFill>
                  <a:srgbClr val="8E8CA1"/>
                </a:solidFill>
                <a:latin typeface="Times New Roman"/>
                <a:cs typeface="Times New Roman"/>
              </a:rPr>
              <a:t>	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some</a:t>
            </a:r>
            <a:r>
              <a:rPr sz="1500" spc="-15" dirty="0">
                <a:solidFill>
                  <a:srgbClr val="3F3D5E"/>
                </a:solidFill>
                <a:latin typeface="PMingLiU"/>
                <a:cs typeface="PMingLiU"/>
              </a:rPr>
              <a:t>t</a:t>
            </a:r>
            <a:r>
              <a:rPr sz="1500" spc="-15" dirty="0">
                <a:solidFill>
                  <a:srgbClr val="1C1849"/>
                </a:solidFill>
                <a:latin typeface="PMingLiU"/>
                <a:cs typeface="PMingLiU"/>
              </a:rPr>
              <a:t>i</a:t>
            </a:r>
            <a:r>
              <a:rPr sz="1388" spc="-15" dirty="0">
                <a:solidFill>
                  <a:srgbClr val="1C1849"/>
                </a:solidFill>
                <a:latin typeface="Times New Roman"/>
                <a:cs typeface="Times New Roman"/>
              </a:rPr>
              <a:t>m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es</a:t>
            </a:r>
            <a:r>
              <a:rPr sz="1388" spc="-68" dirty="0">
                <a:solidFill>
                  <a:srgbClr val="3F3D5E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3F3D5E"/>
                </a:solidFill>
                <a:latin typeface="Times New Roman"/>
                <a:cs typeface="Times New Roman"/>
              </a:rPr>
              <a:t>ca</a:t>
            </a:r>
            <a:r>
              <a:rPr sz="1388" dirty="0">
                <a:solidFill>
                  <a:srgbClr val="1C1849"/>
                </a:solidFill>
                <a:latin typeface="Times New Roman"/>
                <a:cs typeface="Times New Roman"/>
              </a:rPr>
              <a:t>ll</a:t>
            </a:r>
            <a:r>
              <a:rPr sz="1388" dirty="0">
                <a:solidFill>
                  <a:srgbClr val="3F3D5E"/>
                </a:solidFill>
                <a:latin typeface="Times New Roman"/>
                <a:cs typeface="Times New Roman"/>
              </a:rPr>
              <a:t>e</a:t>
            </a:r>
            <a:r>
              <a:rPr sz="1388" dirty="0">
                <a:solidFill>
                  <a:srgbClr val="1C1849"/>
                </a:solidFill>
                <a:latin typeface="Times New Roman"/>
                <a:cs typeface="Times New Roman"/>
              </a:rPr>
              <a:t>d</a:t>
            </a:r>
            <a:r>
              <a:rPr sz="1388" spc="-34" dirty="0">
                <a:solidFill>
                  <a:srgbClr val="1C1849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D2A56"/>
                </a:solidFill>
                <a:latin typeface="Times New Roman"/>
                <a:cs typeface="Times New Roman"/>
              </a:rPr>
              <a:t>ESD</a:t>
            </a:r>
            <a:r>
              <a:rPr sz="1350" spc="-15" dirty="0">
                <a:solidFill>
                  <a:srgbClr val="2D2A5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F3D5E"/>
                </a:solidFill>
                <a:latin typeface="Times New Roman"/>
                <a:cs typeface="Times New Roman"/>
              </a:rPr>
              <a:t>-</a:t>
            </a:r>
            <a:r>
              <a:rPr sz="1350" spc="-34" dirty="0">
                <a:solidFill>
                  <a:srgbClr val="3F3D5E"/>
                </a:solidFill>
                <a:latin typeface="Times New Roman"/>
                <a:cs typeface="Times New Roman"/>
              </a:rPr>
              <a:t> 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e</a:t>
            </a:r>
            <a:r>
              <a:rPr sz="1388" spc="-15" dirty="0">
                <a:solidFill>
                  <a:srgbClr val="1C1849"/>
                </a:solidFill>
                <a:latin typeface="Times New Roman"/>
                <a:cs typeface="Times New Roman"/>
              </a:rPr>
              <a:t>le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c</a:t>
            </a:r>
            <a:r>
              <a:rPr sz="1500" spc="-15" dirty="0">
                <a:solidFill>
                  <a:srgbClr val="3F3D5E"/>
                </a:solidFill>
                <a:latin typeface="PMingLiU"/>
                <a:cs typeface="PMingLiU"/>
              </a:rPr>
              <a:t>t</a:t>
            </a:r>
            <a:r>
              <a:rPr sz="1350" spc="-15" dirty="0">
                <a:solidFill>
                  <a:srgbClr val="3F3D5E"/>
                </a:solidFill>
                <a:latin typeface="Times New Roman"/>
                <a:cs typeface="Times New Roman"/>
              </a:rPr>
              <a:t>ro</a:t>
            </a:r>
            <a:r>
              <a:rPr sz="1500" spc="-15" dirty="0">
                <a:solidFill>
                  <a:srgbClr val="3F3D5E"/>
                </a:solidFill>
                <a:latin typeface="PMingLiU"/>
                <a:cs typeface="PMingLiU"/>
              </a:rPr>
              <a:t>ni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c</a:t>
            </a:r>
            <a:r>
              <a:rPr sz="1388" spc="-49" dirty="0">
                <a:solidFill>
                  <a:srgbClr val="3F3D5E"/>
                </a:solidFill>
                <a:latin typeface="Times New Roman"/>
                <a:cs typeface="Times New Roman"/>
              </a:rPr>
              <a:t> 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so</a:t>
            </a:r>
            <a:r>
              <a:rPr sz="1500" spc="-15" dirty="0">
                <a:solidFill>
                  <a:srgbClr val="3F3D5E"/>
                </a:solidFill>
                <a:latin typeface="PMingLiU"/>
                <a:cs typeface="PMingLiU"/>
              </a:rPr>
              <a:t>ft</a:t>
            </a:r>
            <a:r>
              <a:rPr sz="1388" spc="-15" dirty="0">
                <a:solidFill>
                  <a:srgbClr val="3F3D5E"/>
                </a:solidFill>
                <a:latin typeface="Times New Roman"/>
                <a:cs typeface="Times New Roman"/>
              </a:rPr>
              <a:t>ware</a:t>
            </a:r>
            <a:r>
              <a:rPr sz="1388" spc="-30" dirty="0">
                <a:solidFill>
                  <a:srgbClr val="3F3D5E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2D2A56"/>
                </a:solidFill>
                <a:latin typeface="Times New Roman"/>
                <a:cs typeface="Times New Roman"/>
              </a:rPr>
              <a:t>d</a:t>
            </a:r>
            <a:r>
              <a:rPr sz="1500" spc="-8" dirty="0">
                <a:solidFill>
                  <a:srgbClr val="2D2A56"/>
                </a:solidFill>
                <a:latin typeface="PMingLiU"/>
                <a:cs typeface="PMingLiU"/>
              </a:rPr>
              <a:t>i</a:t>
            </a:r>
            <a:r>
              <a:rPr sz="1388" spc="-8" dirty="0">
                <a:solidFill>
                  <a:srgbClr val="2D2A56"/>
                </a:solidFill>
                <a:latin typeface="Times New Roman"/>
                <a:cs typeface="Times New Roman"/>
              </a:rPr>
              <a:t>s</a:t>
            </a:r>
            <a:r>
              <a:rPr sz="1500" spc="-8" dirty="0">
                <a:solidFill>
                  <a:srgbClr val="2D2A56"/>
                </a:solidFill>
                <a:latin typeface="PMingLiU"/>
                <a:cs typeface="PMingLiU"/>
              </a:rPr>
              <a:t>t</a:t>
            </a:r>
            <a:r>
              <a:rPr sz="1388" spc="-8" dirty="0">
                <a:solidFill>
                  <a:srgbClr val="2D2A56"/>
                </a:solidFill>
                <a:latin typeface="Times New Roman"/>
                <a:cs typeface="Times New Roman"/>
              </a:rPr>
              <a:t>r</a:t>
            </a:r>
            <a:r>
              <a:rPr sz="1500" spc="-8" dirty="0">
                <a:solidFill>
                  <a:srgbClr val="2D2A56"/>
                </a:solidFill>
                <a:latin typeface="PMingLiU"/>
                <a:cs typeface="PMingLiU"/>
              </a:rPr>
              <a:t>i</a:t>
            </a:r>
            <a:r>
              <a:rPr sz="1388" spc="-8" dirty="0">
                <a:solidFill>
                  <a:srgbClr val="2D2A56"/>
                </a:solidFill>
                <a:latin typeface="Times New Roman"/>
                <a:cs typeface="Times New Roman"/>
              </a:rPr>
              <a:t>bu</a:t>
            </a:r>
            <a:r>
              <a:rPr sz="1350" spc="-8" dirty="0">
                <a:solidFill>
                  <a:srgbClr val="2D2A56"/>
                </a:solidFill>
                <a:latin typeface="PMingLiU"/>
                <a:cs typeface="PMingLiU"/>
              </a:rPr>
              <a:t>ti</a:t>
            </a:r>
            <a:r>
              <a:rPr sz="1388" spc="-8" dirty="0">
                <a:solidFill>
                  <a:srgbClr val="2D2A56"/>
                </a:solidFill>
                <a:latin typeface="Times New Roman"/>
                <a:cs typeface="Times New Roman"/>
              </a:rPr>
              <a:t>on</a:t>
            </a:r>
            <a:endParaRPr sz="1388">
              <a:latin typeface="Times New Roman"/>
              <a:cs typeface="Times New Roman"/>
            </a:endParaRPr>
          </a:p>
          <a:p>
            <a:pPr marL="263366" marR="357188" indent="-254318">
              <a:lnSpc>
                <a:spcPct val="73600"/>
              </a:lnSpc>
              <a:spcBef>
                <a:spcPts val="435"/>
              </a:spcBef>
              <a:buChar char="•"/>
              <a:tabLst>
                <a:tab pos="268129" algn="l"/>
              </a:tabLst>
            </a:pP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In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41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ead</a:t>
            </a:r>
            <a:r>
              <a:rPr sz="1388" spc="86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f</a:t>
            </a:r>
            <a:r>
              <a:rPr sz="1500" spc="30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ha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v</a:t>
            </a:r>
            <a:r>
              <a:rPr sz="1500" spc="41" dirty="0">
                <a:solidFill>
                  <a:srgbClr val="343434"/>
                </a:solidFill>
                <a:latin typeface="PMingLiU"/>
                <a:cs typeface="PMingLiU"/>
              </a:rPr>
              <a:t>i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n</a:t>
            </a:r>
            <a:r>
              <a:rPr sz="1725" spc="41" dirty="0">
                <a:solidFill>
                  <a:srgbClr val="343434"/>
                </a:solidFill>
                <a:latin typeface="PMingLiU"/>
                <a:cs typeface="PMingLiU"/>
              </a:rPr>
              <a:t>g</a:t>
            </a:r>
            <a:r>
              <a:rPr sz="1725" spc="-143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sz="1388" spc="98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34" dirty="0">
                <a:solidFill>
                  <a:srgbClr val="343434"/>
                </a:solidFill>
                <a:latin typeface="Times New Roman"/>
                <a:cs typeface="Times New Roman"/>
              </a:rPr>
              <a:t>cen</a:t>
            </a:r>
            <a:r>
              <a:rPr sz="1500" spc="34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88" spc="34" dirty="0">
                <a:solidFill>
                  <a:srgbClr val="343434"/>
                </a:solidFill>
                <a:latin typeface="Times New Roman"/>
                <a:cs typeface="Times New Roman"/>
              </a:rPr>
              <a:t>ra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l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343434"/>
                </a:solidFill>
                <a:latin typeface="Times New Roman"/>
                <a:cs typeface="Times New Roman"/>
              </a:rPr>
              <a:t>source</a:t>
            </a:r>
            <a:r>
              <a:rPr sz="1388" spc="56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ha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500" spc="-45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388" spc="3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500" spc="38" dirty="0">
                <a:solidFill>
                  <a:srgbClr val="343434"/>
                </a:solidFill>
                <a:latin typeface="PMingLiU"/>
                <a:cs typeface="PMingLiU"/>
              </a:rPr>
              <a:t>mit</a:t>
            </a:r>
            <a:r>
              <a:rPr sz="1388" spc="3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94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75" dirty="0">
                <a:solidFill>
                  <a:srgbClr val="343434"/>
                </a:solidFill>
                <a:latin typeface="PMingLiU"/>
                <a:cs typeface="PMingLiU"/>
              </a:rPr>
              <a:t>fi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l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es</a:t>
            </a:r>
            <a:r>
              <a:rPr sz="1388" spc="10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o</a:t>
            </a:r>
            <a:r>
              <a:rPr sz="1388" spc="12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he</a:t>
            </a:r>
            <a:r>
              <a:rPr sz="1388" spc="11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388" spc="-8" dirty="0">
                <a:solidFill>
                  <a:srgbClr val="343434"/>
                </a:solidFill>
                <a:latin typeface="Times New Roman"/>
                <a:cs typeface="Times New Roman"/>
              </a:rPr>
              <a:t>es</a:t>
            </a:r>
            <a:r>
              <a:rPr sz="1500" spc="-8" dirty="0">
                <a:solidFill>
                  <a:srgbClr val="343434"/>
                </a:solidFill>
                <a:latin typeface="PMingLiU"/>
                <a:cs typeface="PMingLiU"/>
              </a:rPr>
              <a:t>ti</a:t>
            </a:r>
            <a:r>
              <a:rPr sz="1388" spc="-8" dirty="0">
                <a:solidFill>
                  <a:srgbClr val="343434"/>
                </a:solidFill>
                <a:latin typeface="Times New Roman"/>
                <a:cs typeface="Times New Roman"/>
              </a:rPr>
              <a:t>na</a:t>
            </a:r>
            <a:r>
              <a:rPr sz="1500" spc="-8" dirty="0">
                <a:solidFill>
                  <a:srgbClr val="343434"/>
                </a:solidFill>
                <a:latin typeface="PMingLiU"/>
                <a:cs typeface="PMingLiU"/>
              </a:rPr>
              <a:t>ti</a:t>
            </a:r>
            <a:r>
              <a:rPr sz="1388" spc="-8" dirty="0">
                <a:solidFill>
                  <a:srgbClr val="343434"/>
                </a:solidFill>
                <a:latin typeface="Times New Roman"/>
                <a:cs typeface="Times New Roman"/>
              </a:rPr>
              <a:t>on 	</a:t>
            </a:r>
            <a:r>
              <a:rPr sz="1388" spc="41" dirty="0">
                <a:solidFill>
                  <a:srgbClr val="232323"/>
                </a:solidFill>
                <a:latin typeface="Times New Roman"/>
                <a:cs typeface="Times New Roman"/>
              </a:rPr>
              <a:t>com</a:t>
            </a:r>
            <a:r>
              <a:rPr sz="1500" spc="41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41" dirty="0">
                <a:solidFill>
                  <a:srgbClr val="232323"/>
                </a:solidFill>
                <a:latin typeface="Times New Roman"/>
                <a:cs typeface="Times New Roman"/>
              </a:rPr>
              <a:t>u</a:t>
            </a:r>
            <a:r>
              <a:rPr sz="1500" spc="41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spc="41" dirty="0">
                <a:solidFill>
                  <a:srgbClr val="232323"/>
                </a:solidFill>
                <a:latin typeface="Times New Roman"/>
                <a:cs typeface="Times New Roman"/>
              </a:rPr>
              <a:t>ers</a:t>
            </a:r>
            <a:r>
              <a:rPr sz="1388" spc="101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rec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l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y</a:t>
            </a:r>
            <a:r>
              <a:rPr sz="1500" dirty="0">
                <a:solidFill>
                  <a:srgbClr val="343434"/>
                </a:solidFill>
                <a:latin typeface="PMingLiU"/>
                <a:cs typeface="PMingLiU"/>
              </a:rPr>
              <a:t>,</a:t>
            </a:r>
            <a:r>
              <a:rPr sz="1500" spc="-45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sz="1388" spc="158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71" dirty="0">
                <a:solidFill>
                  <a:srgbClr val="131313"/>
                </a:solidFill>
                <a:latin typeface="Times New Roman"/>
                <a:cs typeface="Times New Roman"/>
              </a:rPr>
              <a:t>P2P</a:t>
            </a:r>
            <a:r>
              <a:rPr sz="1388" spc="-49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ne</a:t>
            </a:r>
            <a:r>
              <a:rPr sz="1500" spc="38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work</a:t>
            </a:r>
            <a:r>
              <a:rPr sz="1388" spc="2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m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500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500" spc="120" dirty="0">
                <a:solidFill>
                  <a:srgbClr val="343434"/>
                </a:solidFill>
                <a:latin typeface="PMingLiU"/>
                <a:cs typeface="PMingLiU"/>
              </a:rPr>
              <a:t> 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500" spc="34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34" dirty="0">
                <a:solidFill>
                  <a:srgbClr val="343434"/>
                </a:solidFill>
                <a:latin typeface="Times New Roman"/>
                <a:cs typeface="Times New Roman"/>
              </a:rPr>
              <a:t>sse</a:t>
            </a:r>
            <a:r>
              <a:rPr sz="1500" spc="34" dirty="0">
                <a:solidFill>
                  <a:srgbClr val="131313"/>
                </a:solidFill>
                <a:latin typeface="PMingLiU"/>
                <a:cs typeface="PMingLiU"/>
              </a:rPr>
              <a:t>mi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388" spc="34" dirty="0">
                <a:solidFill>
                  <a:srgbClr val="343434"/>
                </a:solidFill>
                <a:latin typeface="Times New Roman"/>
                <a:cs typeface="Times New Roman"/>
              </a:rPr>
              <a:t>a</a:t>
            </a:r>
            <a:r>
              <a:rPr sz="1500" spc="34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e</a:t>
            </a:r>
            <a:r>
              <a:rPr sz="1388" spc="158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75" dirty="0">
                <a:solidFill>
                  <a:srgbClr val="131313"/>
                </a:solidFill>
                <a:latin typeface="PMingLiU"/>
                <a:cs typeface="PMingLiU"/>
              </a:rPr>
              <a:t>fi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le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83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30" dirty="0">
                <a:solidFill>
                  <a:srgbClr val="232323"/>
                </a:solidFill>
                <a:latin typeface="Times New Roman"/>
                <a:cs typeface="Times New Roman"/>
              </a:rPr>
              <a:t>wh</a:t>
            </a:r>
            <a:r>
              <a:rPr sz="1500" spc="30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30" dirty="0">
                <a:solidFill>
                  <a:srgbClr val="232323"/>
                </a:solidFill>
                <a:latin typeface="Times New Roman"/>
                <a:cs typeface="Times New Roman"/>
              </a:rPr>
              <a:t>le 	avo</a:t>
            </a:r>
            <a:r>
              <a:rPr sz="1500" spc="30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30" dirty="0">
                <a:solidFill>
                  <a:srgbClr val="232323"/>
                </a:solidFill>
                <a:latin typeface="Times New Roman"/>
                <a:cs typeface="Times New Roman"/>
              </a:rPr>
              <a:t>d</a:t>
            </a:r>
            <a:r>
              <a:rPr sz="1500" spc="30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30" dirty="0">
                <a:solidFill>
                  <a:srgbClr val="232323"/>
                </a:solidFill>
                <a:latin typeface="Times New Roman"/>
                <a:cs typeface="Times New Roman"/>
              </a:rPr>
              <a:t>n</a:t>
            </a:r>
            <a:r>
              <a:rPr sz="1725" spc="30" dirty="0">
                <a:solidFill>
                  <a:srgbClr val="232323"/>
                </a:solidFill>
                <a:latin typeface="PMingLiU"/>
                <a:cs typeface="PMingLiU"/>
              </a:rPr>
              <a:t>g</a:t>
            </a:r>
            <a:r>
              <a:rPr sz="1725" spc="-90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ho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500" spc="4" dirty="0">
                <a:solidFill>
                  <a:srgbClr val="131313"/>
                </a:solidFill>
                <a:latin typeface="PMingLiU"/>
                <a:cs typeface="PMingLiU"/>
              </a:rPr>
              <a:t> 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p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68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00" spc="38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388" spc="1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he</a:t>
            </a:r>
            <a:r>
              <a:rPr sz="1388" spc="18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30" dirty="0">
                <a:solidFill>
                  <a:srgbClr val="131313"/>
                </a:solidFill>
                <a:latin typeface="Times New Roman"/>
                <a:cs typeface="Times New Roman"/>
              </a:rPr>
              <a:t>ne</a:t>
            </a:r>
            <a:r>
              <a:rPr sz="1500" spc="3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30" dirty="0">
                <a:solidFill>
                  <a:srgbClr val="131313"/>
                </a:solidFill>
                <a:latin typeface="Times New Roman"/>
                <a:cs typeface="Times New Roman"/>
              </a:rPr>
              <a:t>work</a:t>
            </a:r>
            <a:endParaRPr sz="1388">
              <a:latin typeface="Times New Roman"/>
              <a:cs typeface="Times New Roman"/>
            </a:endParaRPr>
          </a:p>
          <a:p>
            <a:pPr marL="261938" marR="732949" indent="-252889">
              <a:lnSpc>
                <a:spcPct val="77600"/>
              </a:lnSpc>
              <a:spcBef>
                <a:spcPts val="199"/>
              </a:spcBef>
              <a:buClr>
                <a:srgbClr val="131313"/>
              </a:buClr>
              <a:buChar char="•"/>
              <a:tabLst>
                <a:tab pos="261938" algn="l"/>
              </a:tabLst>
            </a:pPr>
            <a:r>
              <a:rPr sz="1388" spc="45" dirty="0">
                <a:solidFill>
                  <a:srgbClr val="232323"/>
                </a:solidFill>
                <a:latin typeface="Times New Roman"/>
                <a:cs typeface="Times New Roman"/>
              </a:rPr>
              <a:t>The</a:t>
            </a:r>
            <a:r>
              <a:rPr sz="1388" spc="158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56" dirty="0">
                <a:solidFill>
                  <a:srgbClr val="131313"/>
                </a:solidFill>
                <a:latin typeface="Times New Roman"/>
                <a:cs typeface="Times New Roman"/>
              </a:rPr>
              <a:t>load</a:t>
            </a:r>
            <a:r>
              <a:rPr sz="1388" spc="49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(i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.e.,</a:t>
            </a:r>
            <a:r>
              <a:rPr sz="1388" spc="34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h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spc="184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bandw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h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,</a:t>
            </a:r>
            <a:r>
              <a:rPr sz="1388" spc="-8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60" dirty="0">
                <a:solidFill>
                  <a:srgbClr val="232323"/>
                </a:solidFill>
                <a:latin typeface="Times New Roman"/>
                <a:cs typeface="Times New Roman"/>
              </a:rPr>
              <a:t>CPU</a:t>
            </a:r>
            <a:r>
              <a:rPr sz="1388" spc="127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45" dirty="0">
                <a:solidFill>
                  <a:srgbClr val="232323"/>
                </a:solidFill>
                <a:latin typeface="Times New Roman"/>
                <a:cs typeface="Times New Roman"/>
              </a:rPr>
              <a:t>ower,</a:t>
            </a:r>
            <a:r>
              <a:rPr sz="1388" spc="38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spc="34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spc="34" dirty="0">
                <a:solidFill>
                  <a:srgbClr val="232323"/>
                </a:solidFill>
                <a:latin typeface="Times New Roman"/>
                <a:cs typeface="Times New Roman"/>
              </a:rPr>
              <a:t>hrou</a:t>
            </a:r>
            <a:r>
              <a:rPr sz="1725" spc="34" dirty="0">
                <a:solidFill>
                  <a:srgbClr val="232323"/>
                </a:solidFill>
                <a:latin typeface="PMingLiU"/>
                <a:cs typeface="PMingLiU"/>
              </a:rPr>
              <a:t>g</a:t>
            </a:r>
            <a:r>
              <a:rPr sz="1388" spc="34" dirty="0">
                <a:solidFill>
                  <a:srgbClr val="232323"/>
                </a:solidFill>
                <a:latin typeface="Times New Roman"/>
                <a:cs typeface="Times New Roman"/>
              </a:rPr>
              <a:t>h</a:t>
            </a:r>
            <a:r>
              <a:rPr sz="1500" spc="34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34" dirty="0">
                <a:solidFill>
                  <a:srgbClr val="232323"/>
                </a:solidFill>
                <a:latin typeface="Times New Roman"/>
                <a:cs typeface="Times New Roman"/>
              </a:rPr>
              <a:t>u</a:t>
            </a:r>
            <a:r>
              <a:rPr sz="1500" spc="34" dirty="0">
                <a:solidFill>
                  <a:srgbClr val="232323"/>
                </a:solidFill>
                <a:latin typeface="PMingLiU"/>
                <a:cs typeface="PMingLiU"/>
              </a:rPr>
              <a:t>t,</a:t>
            </a:r>
            <a:r>
              <a:rPr sz="1500" spc="-56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e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c.)</a:t>
            </a:r>
            <a:r>
              <a:rPr sz="1388" spc="14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-19" dirty="0">
                <a:solidFill>
                  <a:srgbClr val="343434"/>
                </a:solidFill>
                <a:latin typeface="Times New Roman"/>
                <a:cs typeface="Times New Roman"/>
              </a:rPr>
              <a:t>s 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r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bu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ed</a:t>
            </a:r>
            <a:r>
              <a:rPr sz="1388" spc="127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over</a:t>
            </a:r>
            <a:r>
              <a:rPr sz="1388" spc="16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spc="8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8" dirty="0">
                <a:solidFill>
                  <a:srgbClr val="131313"/>
                </a:solidFill>
                <a:latin typeface="Times New Roman"/>
                <a:cs typeface="Times New Roman"/>
              </a:rPr>
              <a:t>h</a:t>
            </a:r>
            <a:r>
              <a:rPr sz="1388" spc="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spc="143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whole</a:t>
            </a:r>
            <a:r>
              <a:rPr sz="1388" spc="127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30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388" spc="30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500" spc="30" dirty="0">
                <a:solidFill>
                  <a:srgbClr val="343434"/>
                </a:solidFill>
                <a:latin typeface="PMingLiU"/>
                <a:cs typeface="PMingLiU"/>
              </a:rPr>
              <a:t>t</a:t>
            </a:r>
            <a:r>
              <a:rPr sz="1388" spc="30" dirty="0">
                <a:solidFill>
                  <a:srgbClr val="343434"/>
                </a:solidFill>
                <a:latin typeface="Times New Roman"/>
                <a:cs typeface="Times New Roman"/>
              </a:rPr>
              <a:t>wo</a:t>
            </a:r>
            <a:r>
              <a:rPr sz="1388" spc="30" dirty="0">
                <a:solidFill>
                  <a:srgbClr val="131313"/>
                </a:solidFill>
                <a:latin typeface="Times New Roman"/>
                <a:cs typeface="Times New Roman"/>
              </a:rPr>
              <a:t>rk</a:t>
            </a:r>
            <a:endParaRPr sz="1388">
              <a:latin typeface="Times New Roman"/>
              <a:cs typeface="Times New Roman"/>
            </a:endParaRPr>
          </a:p>
          <a:p>
            <a:pPr marL="262414" indent="-252889">
              <a:lnSpc>
                <a:spcPts val="1643"/>
              </a:lnSpc>
              <a:buChar char="•"/>
              <a:tabLst>
                <a:tab pos="262414" algn="l"/>
              </a:tabLst>
            </a:pP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T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hi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49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45" dirty="0">
                <a:solidFill>
                  <a:srgbClr val="343434"/>
                </a:solidFill>
                <a:latin typeface="Times New Roman"/>
                <a:cs typeface="Times New Roman"/>
              </a:rPr>
              <a:t>co</a:t>
            </a:r>
            <a:r>
              <a:rPr sz="1388" spc="45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388" spc="45" dirty="0">
                <a:solidFill>
                  <a:srgbClr val="343434"/>
                </a:solidFill>
                <a:latin typeface="Times New Roman"/>
                <a:cs typeface="Times New Roman"/>
              </a:rPr>
              <a:t>ce</a:t>
            </a:r>
            <a:r>
              <a:rPr sz="1500" spc="45" dirty="0">
                <a:solidFill>
                  <a:srgbClr val="131313"/>
                </a:solidFill>
                <a:latin typeface="PMingLiU"/>
                <a:cs typeface="PMingLiU"/>
              </a:rPr>
              <a:t>pt</a:t>
            </a:r>
            <a:r>
              <a:rPr sz="1500" spc="-34" dirty="0">
                <a:solidFill>
                  <a:srgbClr val="131313"/>
                </a:solidFill>
                <a:latin typeface="PMingLiU"/>
                <a:cs typeface="PMingLiU"/>
              </a:rPr>
              <a:t> </a:t>
            </a:r>
            <a:r>
              <a:rPr sz="1500" spc="38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38" dirty="0">
                <a:solidFill>
                  <a:srgbClr val="232323"/>
                </a:solidFill>
                <a:latin typeface="Times New Roman"/>
                <a:cs typeface="Times New Roman"/>
              </a:rPr>
              <a:t>s</a:t>
            </a:r>
            <a:r>
              <a:rPr sz="1388" spc="2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u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ccess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fu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ll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y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 </a:t>
            </a:r>
            <a:r>
              <a:rPr sz="1388" spc="45" dirty="0">
                <a:solidFill>
                  <a:srgbClr val="131313"/>
                </a:solidFill>
                <a:latin typeface="Times New Roman"/>
                <a:cs typeface="Times New Roman"/>
              </a:rPr>
              <a:t>used,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fo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r</a:t>
            </a:r>
            <a:r>
              <a:rPr sz="1388" spc="71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53" dirty="0">
                <a:solidFill>
                  <a:srgbClr val="232323"/>
                </a:solidFill>
                <a:latin typeface="Times New Roman"/>
                <a:cs typeface="Times New Roman"/>
              </a:rPr>
              <a:t>exam</a:t>
            </a:r>
            <a:r>
              <a:rPr sz="1500" spc="53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53" dirty="0">
                <a:solidFill>
                  <a:srgbClr val="232323"/>
                </a:solidFill>
                <a:latin typeface="Times New Roman"/>
                <a:cs typeface="Times New Roman"/>
              </a:rPr>
              <a:t>le,</a:t>
            </a:r>
            <a:r>
              <a:rPr sz="1388" spc="23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b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y</a:t>
            </a:r>
            <a:r>
              <a:rPr sz="1500" spc="-34" dirty="0">
                <a:solidFill>
                  <a:srgbClr val="131313"/>
                </a:solidFill>
                <a:latin typeface="PMingLiU"/>
                <a:cs typeface="PMingLiU"/>
              </a:rPr>
              <a:t> 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In</a:t>
            </a:r>
            <a:r>
              <a:rPr sz="1500" spc="41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41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spc="41" dirty="0">
                <a:solidFill>
                  <a:srgbClr val="131313"/>
                </a:solidFill>
                <a:latin typeface="Times New Roman"/>
                <a:cs typeface="Times New Roman"/>
              </a:rPr>
              <a:t>l</a:t>
            </a:r>
            <a:r>
              <a:rPr sz="1388" spc="86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where</a:t>
            </a:r>
            <a:r>
              <a:rPr sz="1388" spc="-4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34" dirty="0">
                <a:solidFill>
                  <a:srgbClr val="343434"/>
                </a:solidFill>
                <a:latin typeface="Times New Roman"/>
                <a:cs typeface="Times New Roman"/>
              </a:rPr>
              <a:t>so</a:t>
            </a:r>
            <a:r>
              <a:rPr sz="1500" spc="34" dirty="0">
                <a:solidFill>
                  <a:srgbClr val="343434"/>
                </a:solidFill>
                <a:latin typeface="PMingLiU"/>
                <a:cs typeface="PMingLiU"/>
              </a:rPr>
              <a:t>ft</a:t>
            </a:r>
            <a:r>
              <a:rPr sz="1388" spc="34" dirty="0">
                <a:solidFill>
                  <a:srgbClr val="343434"/>
                </a:solidFill>
                <a:latin typeface="Times New Roman"/>
                <a:cs typeface="Times New Roman"/>
              </a:rPr>
              <a:t>wa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re</a:t>
            </a:r>
            <a:endParaRPr sz="1388">
              <a:latin typeface="Times New Roman"/>
              <a:cs typeface="Times New Roman"/>
            </a:endParaRPr>
          </a:p>
          <a:p>
            <a:pPr marL="271939">
              <a:lnSpc>
                <a:spcPts val="1643"/>
              </a:lnSpc>
            </a:pP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7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r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bu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ed</a:t>
            </a:r>
            <a:r>
              <a:rPr sz="1388" spc="116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o</a:t>
            </a:r>
            <a:r>
              <a:rPr sz="1388" spc="109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spc="34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500" spc="34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erna</a:t>
            </a:r>
            <a:r>
              <a:rPr sz="1500" spc="34" dirty="0">
                <a:solidFill>
                  <a:srgbClr val="131313"/>
                </a:solidFill>
                <a:latin typeface="PMingLiU"/>
                <a:cs typeface="PMingLiU"/>
              </a:rPr>
              <a:t>ti</a:t>
            </a:r>
            <a:r>
              <a:rPr sz="1388" spc="34" dirty="0">
                <a:solidFill>
                  <a:srgbClr val="131313"/>
                </a:solidFill>
                <a:latin typeface="Times New Roman"/>
                <a:cs typeface="Times New Roman"/>
              </a:rPr>
              <a:t>onal</a:t>
            </a:r>
            <a:r>
              <a:rPr sz="1388" spc="116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branches</a:t>
            </a:r>
            <a:r>
              <a:rPr sz="1388" spc="64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sz="1388" spc="139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sz="1388" spc="124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P2P</a:t>
            </a:r>
            <a:r>
              <a:rPr sz="1388" spc="221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-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-8" dirty="0">
                <a:solidFill>
                  <a:srgbClr val="131313"/>
                </a:solidFill>
                <a:latin typeface="PMingLiU"/>
                <a:cs typeface="PMingLiU"/>
              </a:rPr>
              <a:t>ty</a:t>
            </a:r>
            <a:r>
              <a:rPr sz="1388" spc="-8" dirty="0">
                <a:solidFill>
                  <a:srgbClr val="131313"/>
                </a:solidFill>
                <a:latin typeface="Times New Roman"/>
                <a:cs typeface="Times New Roman"/>
              </a:rPr>
              <a:t>le</a:t>
            </a:r>
            <a:endParaRPr sz="1388">
              <a:latin typeface="Times New Roman"/>
              <a:cs typeface="Times New Roman"/>
            </a:endParaRPr>
          </a:p>
          <a:p>
            <a:pPr marL="262414" indent="-252889">
              <a:lnSpc>
                <a:spcPts val="1688"/>
              </a:lnSpc>
              <a:spcBef>
                <a:spcPts val="4"/>
              </a:spcBef>
              <a:buClr>
                <a:srgbClr val="131313"/>
              </a:buClr>
              <a:buChar char="•"/>
              <a:tabLst>
                <a:tab pos="262414" algn="l"/>
              </a:tabLst>
            </a:pPr>
            <a:r>
              <a:rPr sz="1388" spc="45" dirty="0">
                <a:solidFill>
                  <a:srgbClr val="232323"/>
                </a:solidFill>
                <a:latin typeface="Times New Roman"/>
                <a:cs typeface="Times New Roman"/>
              </a:rPr>
              <a:t>Th</a:t>
            </a:r>
            <a:r>
              <a:rPr sz="1500" spc="45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45" dirty="0">
                <a:solidFill>
                  <a:srgbClr val="232323"/>
                </a:solidFill>
                <a:latin typeface="Times New Roman"/>
                <a:cs typeface="Times New Roman"/>
              </a:rPr>
              <a:t>s</a:t>
            </a:r>
            <a:r>
              <a:rPr sz="1388" spc="2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3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38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388" spc="3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38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3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m</a:t>
            </a:r>
            <a:r>
              <a:rPr sz="1388" spc="101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can</a:t>
            </a:r>
            <a:r>
              <a:rPr sz="1388" spc="6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131313"/>
                </a:solidFill>
                <a:latin typeface="Times New Roman"/>
                <a:cs typeface="Times New Roman"/>
              </a:rPr>
              <a:t>be</a:t>
            </a:r>
            <a:r>
              <a:rPr sz="1388" spc="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5" dirty="0">
                <a:solidFill>
                  <a:srgbClr val="232323"/>
                </a:solidFill>
                <a:latin typeface="Times New Roman"/>
                <a:cs typeface="Times New Roman"/>
              </a:rPr>
              <a:t>com</a:t>
            </a:r>
            <a:r>
              <a:rPr sz="1500" spc="45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45" dirty="0">
                <a:solidFill>
                  <a:srgbClr val="232323"/>
                </a:solidFill>
                <a:latin typeface="Times New Roman"/>
                <a:cs typeface="Times New Roman"/>
              </a:rPr>
              <a:t>ared</a:t>
            </a:r>
            <a:r>
              <a:rPr sz="1388" spc="8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o</a:t>
            </a:r>
            <a:r>
              <a:rPr sz="1388" spc="113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sz="1388" spc="11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ush</a:t>
            </a:r>
            <a:r>
              <a:rPr sz="1388" spc="38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30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30" dirty="0">
                <a:solidFill>
                  <a:srgbClr val="343434"/>
                </a:solidFill>
                <a:latin typeface="PMingLiU"/>
                <a:cs typeface="PMingLiU"/>
              </a:rPr>
              <a:t>y</a:t>
            </a:r>
            <a:r>
              <a:rPr sz="1388" spc="30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500" spc="3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spc="30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spc="30" dirty="0">
                <a:solidFill>
                  <a:srgbClr val="131313"/>
                </a:solidFill>
                <a:latin typeface="Times New Roman"/>
                <a:cs typeface="Times New Roman"/>
              </a:rPr>
              <a:t>m</a:t>
            </a:r>
            <a:endParaRPr sz="1388">
              <a:latin typeface="Times New Roman"/>
              <a:cs typeface="Times New Roman"/>
            </a:endParaRPr>
          </a:p>
          <a:p>
            <a:pPr marL="262414" marR="108585" indent="-253365">
              <a:lnSpc>
                <a:spcPct val="69100"/>
              </a:lnSpc>
              <a:spcBef>
                <a:spcPts val="529"/>
              </a:spcBef>
              <a:buChar char="•"/>
              <a:tabLst>
                <a:tab pos="265748" algn="l"/>
              </a:tabLst>
            </a:pPr>
            <a:r>
              <a:rPr sz="1388" spc="45" dirty="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sz="1388" spc="161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advan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sz="1725" dirty="0">
                <a:solidFill>
                  <a:srgbClr val="232323"/>
                </a:solidFill>
                <a:latin typeface="PMingLiU"/>
                <a:cs typeface="PMingLiU"/>
              </a:rPr>
              <a:t>g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e</a:t>
            </a:r>
            <a:r>
              <a:rPr sz="1388" spc="101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s</a:t>
            </a:r>
            <a:r>
              <a:rPr sz="1388" spc="131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ha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500" spc="75" dirty="0">
                <a:solidFill>
                  <a:srgbClr val="131313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131313"/>
                </a:solidFill>
                <a:latin typeface="PMingLiU"/>
                <a:cs typeface="PMingLiU"/>
              </a:rPr>
              <a:t>t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here</a:t>
            </a:r>
            <a:r>
              <a:rPr sz="1388" spc="161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s</a:t>
            </a:r>
            <a:r>
              <a:rPr sz="1388" spc="143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53" dirty="0">
                <a:solidFill>
                  <a:srgbClr val="232323"/>
                </a:solidFill>
                <a:latin typeface="Times New Roman"/>
                <a:cs typeface="Times New Roman"/>
              </a:rPr>
              <a:t>no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spc="38" dirty="0">
                <a:solidFill>
                  <a:srgbClr val="131313"/>
                </a:solidFill>
                <a:latin typeface="Times New Roman"/>
                <a:cs typeface="Times New Roman"/>
              </a:rPr>
              <a:t>need</a:t>
            </a:r>
            <a:r>
              <a:rPr sz="1388" spc="127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fo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r</a:t>
            </a:r>
            <a:r>
              <a:rPr sz="1388" spc="12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sz="1388" spc="172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75" dirty="0">
                <a:solidFill>
                  <a:srgbClr val="131313"/>
                </a:solidFill>
                <a:latin typeface="PMingLiU"/>
                <a:cs typeface="PMingLiU"/>
              </a:rPr>
              <a:t>fi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x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e</a:t>
            </a:r>
            <a:r>
              <a:rPr sz="1388" dirty="0">
                <a:solidFill>
                  <a:srgbClr val="131313"/>
                </a:solidFill>
                <a:latin typeface="Times New Roman"/>
                <a:cs typeface="Times New Roman"/>
              </a:rPr>
              <a:t>d</a:t>
            </a:r>
            <a:r>
              <a:rPr sz="1388" spc="94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env</a:t>
            </a:r>
            <a:r>
              <a:rPr sz="1500" spc="49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49" dirty="0">
                <a:solidFill>
                  <a:srgbClr val="232323"/>
                </a:solidFill>
                <a:latin typeface="Times New Roman"/>
                <a:cs typeface="Times New Roman"/>
              </a:rPr>
              <a:t>ronmen</a:t>
            </a:r>
            <a:r>
              <a:rPr sz="1500" spc="49" dirty="0">
                <a:solidFill>
                  <a:srgbClr val="232323"/>
                </a:solidFill>
                <a:latin typeface="PMingLiU"/>
                <a:cs typeface="PMingLiU"/>
              </a:rPr>
              <a:t>t</a:t>
            </a:r>
            <a:r>
              <a:rPr sz="1500" spc="38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388" dirty="0">
                <a:solidFill>
                  <a:srgbClr val="232323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232323"/>
                </a:solidFill>
                <a:latin typeface="PMingLiU"/>
                <a:cs typeface="PMingLiU"/>
              </a:rPr>
              <a:t>f</a:t>
            </a:r>
            <a:r>
              <a:rPr sz="1500" spc="56" dirty="0">
                <a:solidFill>
                  <a:srgbClr val="232323"/>
                </a:solidFill>
                <a:latin typeface="PMingLiU"/>
                <a:cs typeface="PMingLiU"/>
              </a:rPr>
              <a:t> </a:t>
            </a:r>
            <a:r>
              <a:rPr sz="1500" spc="-15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-15" dirty="0">
                <a:solidFill>
                  <a:srgbClr val="232323"/>
                </a:solidFill>
                <a:latin typeface="Times New Roman"/>
                <a:cs typeface="Times New Roman"/>
              </a:rPr>
              <a:t>ush 	</a:t>
            </a:r>
            <a:r>
              <a:rPr sz="1388" spc="45" dirty="0">
                <a:solidFill>
                  <a:srgbClr val="343434"/>
                </a:solidFill>
                <a:latin typeface="Times New Roman"/>
                <a:cs typeface="Times New Roman"/>
              </a:rPr>
              <a:t>server</a:t>
            </a:r>
            <a:r>
              <a:rPr sz="1388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88" spc="53" dirty="0">
                <a:solidFill>
                  <a:srgbClr val="232323"/>
                </a:solidFill>
                <a:latin typeface="Times New Roman"/>
                <a:cs typeface="Times New Roman"/>
              </a:rPr>
              <a:t>and</a:t>
            </a:r>
            <a:r>
              <a:rPr sz="1388" spc="56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725" spc="-8" dirty="0">
                <a:solidFill>
                  <a:srgbClr val="232323"/>
                </a:solidFill>
                <a:latin typeface="PMingLiU"/>
                <a:cs typeface="PMingLiU"/>
              </a:rPr>
              <a:t>p</a:t>
            </a:r>
            <a:r>
              <a:rPr sz="1388" spc="-8" dirty="0">
                <a:solidFill>
                  <a:srgbClr val="232323"/>
                </a:solidFill>
                <a:latin typeface="Times New Roman"/>
                <a:cs typeface="Times New Roman"/>
              </a:rPr>
              <a:t>rox</a:t>
            </a:r>
            <a:r>
              <a:rPr sz="1500" spc="-8" dirty="0">
                <a:solidFill>
                  <a:srgbClr val="232323"/>
                </a:solidFill>
                <a:latin typeface="PMingLiU"/>
                <a:cs typeface="PMingLiU"/>
              </a:rPr>
              <a:t>i</a:t>
            </a:r>
            <a:r>
              <a:rPr sz="1388" spc="-8" dirty="0">
                <a:solidFill>
                  <a:srgbClr val="232323"/>
                </a:solidFill>
                <a:latin typeface="Times New Roman"/>
                <a:cs typeface="Times New Roman"/>
              </a:rPr>
              <a:t>es</a:t>
            </a:r>
            <a:endParaRPr sz="1388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D187A-CCE3-E95B-3610-59D456B26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551" y="-277980"/>
            <a:ext cx="5916217" cy="1107819"/>
          </a:xfrm>
          <a:prstGeom prst="rect">
            <a:avLst/>
          </a:prstGeom>
        </p:spPr>
        <p:txBody>
          <a:bodyPr vert="horz" wrap="square" lIns="0" tIns="5884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78318">
              <a:spcBef>
                <a:spcPts val="79"/>
              </a:spcBef>
            </a:pPr>
            <a:r>
              <a:rPr sz="2400" spc="127" dirty="0">
                <a:solidFill>
                  <a:srgbClr val="E23A0F"/>
                </a:solidFill>
                <a:latin typeface="PMingLiU"/>
                <a:cs typeface="PMingLiU"/>
              </a:rPr>
              <a:t>从</a:t>
            </a:r>
            <a:r>
              <a:rPr sz="2400" spc="71" dirty="0">
                <a:solidFill>
                  <a:srgbClr val="E23A0F"/>
                </a:solidFill>
                <a:latin typeface="PMingLiU"/>
                <a:cs typeface="PMingLiU"/>
              </a:rPr>
              <a:t>i</a:t>
            </a:r>
            <a:r>
              <a:rPr sz="3338" spc="71" dirty="0">
                <a:solidFill>
                  <a:srgbClr val="E23A0F"/>
                </a:solidFill>
                <a:latin typeface="Times New Roman"/>
                <a:cs typeface="Times New Roman"/>
              </a:rPr>
              <a:t>ddleware</a:t>
            </a:r>
            <a:endParaRPr sz="3338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9235" y="1422318"/>
            <a:ext cx="5652135" cy="25273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28136" indent="-253365">
              <a:lnSpc>
                <a:spcPts val="1643"/>
              </a:lnSpc>
              <a:spcBef>
                <a:spcPts val="75"/>
              </a:spcBef>
              <a:buChar char="•"/>
              <a:tabLst>
                <a:tab pos="328136" algn="l"/>
              </a:tabLst>
            </a:pPr>
            <a:r>
              <a:rPr sz="1463" spc="49" dirty="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sz="1463" spc="3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mo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500" spc="23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demand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n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g</a:t>
            </a:r>
            <a:r>
              <a:rPr sz="1500" spc="86" dirty="0">
                <a:solidFill>
                  <a:srgbClr val="282828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 </a:t>
            </a:r>
            <a:r>
              <a:rPr sz="1463" spc="38" dirty="0">
                <a:solidFill>
                  <a:srgbClr val="282828"/>
                </a:solidFill>
                <a:latin typeface="Times New Roman"/>
                <a:cs typeface="Times New Roman"/>
              </a:rPr>
              <a:t>case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fo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</a:t>
            </a:r>
            <a:r>
              <a:rPr sz="1463" spc="6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a</a:t>
            </a:r>
            <a:r>
              <a:rPr sz="1463" spc="45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158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</a:t>
            </a:r>
            <a:r>
              <a:rPr sz="1463" spc="9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64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it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86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</a:t>
            </a:r>
            <a:r>
              <a:rPr sz="1463" spc="56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as</a:t>
            </a:r>
            <a:r>
              <a:rPr sz="1463" spc="1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spc="8" dirty="0">
                <a:solidFill>
                  <a:srgbClr val="38383A"/>
                </a:solidFill>
                <a:latin typeface="Times New Roman"/>
                <a:cs typeface="Times New Roman"/>
              </a:rPr>
              <a:t>a</a:t>
            </a:r>
            <a:endParaRPr sz="1463">
              <a:latin typeface="Times New Roman"/>
              <a:cs typeface="Times New Roman"/>
            </a:endParaRPr>
          </a:p>
          <a:p>
            <a:pPr marL="334328" marR="18098" indent="2858">
              <a:lnSpc>
                <a:spcPct val="79500"/>
              </a:lnSpc>
              <a:spcBef>
                <a:spcPts val="213"/>
              </a:spcBef>
            </a:pPr>
            <a:r>
              <a:rPr sz="1200" spc="79" dirty="0">
                <a:solidFill>
                  <a:srgbClr val="161616"/>
                </a:solidFill>
                <a:latin typeface="PMingLiU"/>
                <a:cs typeface="PMingLiU"/>
              </a:rPr>
              <a:t>血</a:t>
            </a:r>
            <a:r>
              <a:rPr sz="1463" spc="45" dirty="0">
                <a:solidFill>
                  <a:srgbClr val="161616"/>
                </a:solidFill>
                <a:latin typeface="Times New Roman"/>
                <a:cs typeface="Times New Roman"/>
              </a:rPr>
              <a:t>ddleware</a:t>
            </a:r>
            <a:r>
              <a:rPr sz="1463" spc="11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34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spc="34" dirty="0">
                <a:solidFill>
                  <a:srgbClr val="161616"/>
                </a:solidFill>
                <a:latin typeface="Times New Roman"/>
                <a:cs typeface="Times New Roman"/>
              </a:rPr>
              <a:t>la</a:t>
            </a:r>
            <a:r>
              <a:rPr sz="1500" spc="34" dirty="0">
                <a:solidFill>
                  <a:srgbClr val="161616"/>
                </a:solidFill>
                <a:latin typeface="PMingLiU"/>
                <a:cs typeface="PMingLiU"/>
              </a:rPr>
              <a:t>tfo</a:t>
            </a:r>
            <a:r>
              <a:rPr sz="1463" spc="34" dirty="0">
                <a:solidFill>
                  <a:srgbClr val="161616"/>
                </a:solidFill>
                <a:latin typeface="Times New Roman"/>
                <a:cs typeface="Times New Roman"/>
              </a:rPr>
              <a:t>rm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. 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5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mi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ddleware</a:t>
            </a:r>
            <a:r>
              <a:rPr sz="1463" spc="98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ems</a:t>
            </a:r>
            <a:r>
              <a:rPr sz="1463" spc="1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rov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de</a:t>
            </a:r>
            <a:r>
              <a:rPr sz="1463" spc="2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erv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ce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64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spc="-15" dirty="0">
                <a:solidFill>
                  <a:srgbClr val="282828"/>
                </a:solidFill>
                <a:latin typeface="Times New Roman"/>
                <a:cs typeface="Times New Roman"/>
              </a:rPr>
              <a:t>such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as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tri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bu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ed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arch</a:t>
            </a:r>
            <a:r>
              <a:rPr sz="1463" spc="14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or</a:t>
            </a:r>
            <a:r>
              <a:rPr sz="1463" spc="7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eer</a:t>
            </a:r>
            <a:r>
              <a:rPr sz="1463" spc="10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cov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y</a:t>
            </a:r>
            <a:r>
              <a:rPr sz="1500" spc="127" dirty="0">
                <a:solidFill>
                  <a:srgbClr val="38383A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463" spc="19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ig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her-level</a:t>
            </a:r>
            <a:r>
              <a:rPr sz="1463" spc="7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ppli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ca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ti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on</a:t>
            </a:r>
            <a:r>
              <a:rPr sz="1463" spc="-8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endParaRPr sz="1463">
              <a:latin typeface="Times New Roman"/>
              <a:cs typeface="Times New Roman"/>
            </a:endParaRPr>
          </a:p>
          <a:p>
            <a:pPr marL="330518" marR="534829" indent="-256223">
              <a:lnSpc>
                <a:spcPct val="79500"/>
              </a:lnSpc>
              <a:spcBef>
                <a:spcPts val="371"/>
              </a:spcBef>
              <a:buChar char="•"/>
              <a:tabLst>
                <a:tab pos="334328" algn="l"/>
              </a:tabLst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ff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n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500" spc="34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ki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nd</a:t>
            </a:r>
            <a:r>
              <a:rPr sz="1463" spc="56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f</a:t>
            </a:r>
            <a:r>
              <a:rPr sz="1500" spc="49" dirty="0">
                <a:solidFill>
                  <a:srgbClr val="38383A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P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2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P</a:t>
            </a:r>
            <a:r>
              <a:rPr sz="1463" spc="5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105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hav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spc="79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1463" spc="13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limit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463" spc="3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t</a:t>
            </a:r>
            <a:r>
              <a:rPr sz="1500" spc="45" dirty="0">
                <a:solidFill>
                  <a:srgbClr val="38383A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f</a:t>
            </a:r>
            <a:r>
              <a:rPr sz="1500" spc="143" dirty="0">
                <a:solidFill>
                  <a:srgbClr val="38383A"/>
                </a:solidFill>
                <a:latin typeface="PMingLiU"/>
                <a:cs typeface="PMingLiU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ppli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ca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ti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on 	doma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n</a:t>
            </a:r>
            <a:r>
              <a:rPr sz="1463" spc="-8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endParaRPr sz="1463">
              <a:latin typeface="Times New Roman"/>
              <a:cs typeface="Times New Roman"/>
            </a:endParaRPr>
          </a:p>
          <a:p>
            <a:pPr marL="330518" marR="3810" indent="-255746">
              <a:lnSpc>
                <a:spcPct val="79500"/>
              </a:lnSpc>
              <a:spcBef>
                <a:spcPts val="424"/>
              </a:spcBef>
              <a:buChar char="•"/>
              <a:tabLst>
                <a:tab pos="333851" algn="l"/>
              </a:tabLst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De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end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n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g</a:t>
            </a:r>
            <a:r>
              <a:rPr sz="1500" spc="38" dirty="0">
                <a:solidFill>
                  <a:srgbClr val="38383A"/>
                </a:solidFill>
                <a:latin typeface="PMingLiU"/>
                <a:cs typeface="PMingLiU"/>
              </a:rPr>
              <a:t> 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on</a:t>
            </a:r>
            <a:r>
              <a:rPr sz="1463" spc="13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</a:t>
            </a:r>
            <a:r>
              <a:rPr sz="1463" spc="10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ruc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ure</a:t>
            </a:r>
            <a:r>
              <a:rPr sz="1463" spc="4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(or</a:t>
            </a:r>
            <a:r>
              <a:rPr sz="1463" spc="7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olo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gy)</a:t>
            </a:r>
            <a:r>
              <a:rPr sz="1500" spc="127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f</a:t>
            </a:r>
            <a:r>
              <a:rPr sz="1500" spc="101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th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</a:t>
            </a:r>
            <a:r>
              <a:rPr sz="1463" spc="9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1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ne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work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,</a:t>
            </a:r>
            <a:r>
              <a:rPr sz="1463" spc="127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282828"/>
                </a:solidFill>
                <a:latin typeface="Times New Roman"/>
                <a:cs typeface="Times New Roman"/>
              </a:rPr>
              <a:t>v</a:t>
            </a:r>
            <a:r>
              <a:rPr sz="1500" spc="-8" dirty="0">
                <a:solidFill>
                  <a:srgbClr val="282828"/>
                </a:solidFill>
                <a:latin typeface="PMingLiU"/>
                <a:cs typeface="PMingLiU"/>
              </a:rPr>
              <a:t>ari</a:t>
            </a:r>
            <a:r>
              <a:rPr sz="1463" spc="-8" dirty="0">
                <a:solidFill>
                  <a:srgbClr val="282828"/>
                </a:solidFill>
                <a:latin typeface="Times New Roman"/>
                <a:cs typeface="Times New Roman"/>
              </a:rPr>
              <a:t>ous 	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</a:t>
            </a:r>
            <a:r>
              <a:rPr sz="1463" spc="75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cases</a:t>
            </a:r>
            <a:r>
              <a:rPr sz="1463" spc="116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ma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y</a:t>
            </a:r>
            <a:r>
              <a:rPr sz="1500" spc="116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become</a:t>
            </a:r>
            <a:r>
              <a:rPr sz="1463" spc="7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fe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as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ble</a:t>
            </a:r>
            <a:r>
              <a:rPr sz="1463" spc="10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or</a:t>
            </a:r>
            <a:r>
              <a:rPr sz="1463" spc="2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m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o</a:t>
            </a:r>
            <a:r>
              <a:rPr sz="1463" spc="-8" dirty="0">
                <a:solidFill>
                  <a:srgbClr val="38383A"/>
                </a:solidFill>
                <a:latin typeface="Times New Roman"/>
                <a:cs typeface="Times New Roman"/>
              </a:rPr>
              <a:t>ss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bl</a:t>
            </a:r>
            <a:r>
              <a:rPr sz="1463" spc="-8" dirty="0">
                <a:solidFill>
                  <a:srgbClr val="38383A"/>
                </a:solidFill>
                <a:latin typeface="Times New Roman"/>
                <a:cs typeface="Times New Roman"/>
              </a:rPr>
              <a:t>e</a:t>
            </a:r>
            <a:endParaRPr sz="1463">
              <a:latin typeface="Times New Roman"/>
              <a:cs typeface="Times New Roman"/>
            </a:endParaRPr>
          </a:p>
          <a:p>
            <a:pPr marL="330994" marR="356711" indent="-321944">
              <a:lnSpc>
                <a:spcPct val="68200"/>
              </a:lnSpc>
              <a:spcBef>
                <a:spcPts val="574"/>
              </a:spcBef>
              <a:buChar char="•"/>
              <a:tabLst>
                <a:tab pos="334328" algn="l"/>
              </a:tabLst>
            </a:pP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If</a:t>
            </a:r>
            <a:r>
              <a:rPr sz="1500" spc="101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1463" spc="49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158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em</a:t>
            </a:r>
            <a:r>
              <a:rPr sz="1463" spc="98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75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needed</a:t>
            </a:r>
            <a:r>
              <a:rPr sz="1463" spc="17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as</a:t>
            </a:r>
            <a:r>
              <a:rPr sz="1463" spc="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463" spc="4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ddlewar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e,</a:t>
            </a:r>
            <a:r>
              <a:rPr sz="1463" spc="-4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</a:t>
            </a:r>
            <a:r>
              <a:rPr sz="1463" spc="116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</a:t>
            </a:r>
            <a:r>
              <a:rPr sz="1463" spc="60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ca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se</a:t>
            </a:r>
            <a:r>
              <a:rPr sz="1463" spc="98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urn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71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500" spc="-19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spc="-19" dirty="0">
                <a:solidFill>
                  <a:srgbClr val="161616"/>
                </a:solidFill>
                <a:latin typeface="Times New Roman"/>
                <a:cs typeface="Times New Roman"/>
              </a:rPr>
              <a:t>he 	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balan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ce</a:t>
            </a:r>
            <a:r>
              <a:rPr sz="1463" spc="135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wh</a:t>
            </a:r>
            <a:r>
              <a:rPr sz="1500" dirty="0">
                <a:solidFill>
                  <a:srgbClr val="282828"/>
                </a:solidFill>
                <a:latin typeface="PMingLiU"/>
                <a:cs typeface="PMingLiU"/>
              </a:rPr>
              <a:t>i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ch</a:t>
            </a:r>
            <a:r>
              <a:rPr sz="1463" spc="1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38383A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em</a:t>
            </a:r>
            <a:r>
              <a:rPr sz="1463" spc="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be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500" spc="15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fit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101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he</a:t>
            </a:r>
            <a:r>
              <a:rPr sz="1463" spc="7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re</a:t>
            </a:r>
            <a:r>
              <a:rPr spc="-8" dirty="0">
                <a:solidFill>
                  <a:srgbClr val="161616"/>
                </a:solidFill>
                <a:latin typeface="PMingLiU"/>
                <a:cs typeface="PMingLiU"/>
              </a:rPr>
              <a:t>q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463" spc="-8" dirty="0">
                <a:solidFill>
                  <a:srgbClr val="161616"/>
                </a:solidFill>
                <a:latin typeface="Times New Roman"/>
                <a:cs typeface="Times New Roman"/>
              </a:rPr>
              <a:t>remen</a:t>
            </a:r>
            <a:r>
              <a:rPr sz="1500" spc="-8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spc="-8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endParaRPr sz="1463">
              <a:latin typeface="Times New Roman"/>
              <a:cs typeface="Times New Roman"/>
            </a:endParaRPr>
          </a:p>
          <a:p>
            <a:pPr marL="334328" lvl="1" indent="-259556">
              <a:lnSpc>
                <a:spcPts val="1796"/>
              </a:lnSpc>
              <a:buChar char="•"/>
              <a:tabLst>
                <a:tab pos="334328" algn="l"/>
              </a:tabLst>
            </a:pP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Onl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y</a:t>
            </a:r>
            <a:r>
              <a:rPr sz="1500" spc="101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1463" spc="68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fe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w</a:t>
            </a:r>
            <a:r>
              <a:rPr sz="1463" spc="13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10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y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em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spc="83" dirty="0">
                <a:solidFill>
                  <a:srgbClr val="38383A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ma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y</a:t>
            </a:r>
            <a:r>
              <a:rPr sz="1500" spc="169" dirty="0">
                <a:solidFill>
                  <a:srgbClr val="161616"/>
                </a:solidFill>
                <a:latin typeface="PMingLiU"/>
                <a:cs typeface="PMingLiU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be</a:t>
            </a:r>
            <a:r>
              <a:rPr sz="1463" spc="5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u</a:t>
            </a:r>
            <a:r>
              <a:rPr sz="1463" dirty="0">
                <a:solidFill>
                  <a:srgbClr val="38383A"/>
                </a:solidFill>
                <a:latin typeface="Times New Roman"/>
                <a:cs typeface="Times New Roman"/>
              </a:rPr>
              <a:t>s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ed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dirty="0">
                <a:solidFill>
                  <a:srgbClr val="282828"/>
                </a:solidFill>
                <a:latin typeface="Times New Roman"/>
                <a:cs typeface="Times New Roman"/>
              </a:rPr>
              <a:t>as</a:t>
            </a:r>
            <a:r>
              <a:rPr sz="1463" spc="26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463" spc="45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463" spc="23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63" spc="41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463" spc="-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61616"/>
                </a:solidFill>
                <a:latin typeface="PMingLiU"/>
                <a:cs typeface="PMingLiU"/>
              </a:rPr>
              <a:t>mi</a:t>
            </a:r>
            <a:r>
              <a:rPr sz="1463" dirty="0">
                <a:solidFill>
                  <a:srgbClr val="161616"/>
                </a:solidFill>
                <a:latin typeface="Times New Roman"/>
                <a:cs typeface="Times New Roman"/>
              </a:rPr>
              <a:t>ddleware</a:t>
            </a:r>
            <a:r>
              <a:rPr sz="1463" spc="64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26" dirty="0">
                <a:solidFill>
                  <a:srgbClr val="161616"/>
                </a:solidFill>
                <a:latin typeface="PMingLiU"/>
                <a:cs typeface="PMingLiU"/>
              </a:rPr>
              <a:t>p</a:t>
            </a:r>
            <a:r>
              <a:rPr sz="1463" spc="26" dirty="0">
                <a:solidFill>
                  <a:srgbClr val="161616"/>
                </a:solidFill>
                <a:latin typeface="Times New Roman"/>
                <a:cs typeface="Times New Roman"/>
              </a:rPr>
              <a:t>la</a:t>
            </a:r>
            <a:r>
              <a:rPr sz="1500" spc="26" dirty="0">
                <a:solidFill>
                  <a:srgbClr val="161616"/>
                </a:solidFill>
                <a:latin typeface="PMingLiU"/>
                <a:cs typeface="PMingLiU"/>
              </a:rPr>
              <a:t>tfo</a:t>
            </a:r>
            <a:r>
              <a:rPr sz="1463" spc="26" dirty="0">
                <a:solidFill>
                  <a:srgbClr val="161616"/>
                </a:solidFill>
                <a:latin typeface="Times New Roman"/>
                <a:cs typeface="Times New Roman"/>
              </a:rPr>
              <a:t>rm:</a:t>
            </a:r>
            <a:endParaRPr sz="1463">
              <a:latin typeface="Times New Roman"/>
              <a:cs typeface="Times New Roman"/>
            </a:endParaRPr>
          </a:p>
          <a:p>
            <a:pPr marL="633889" lvl="2" indent="-224314">
              <a:lnSpc>
                <a:spcPts val="1485"/>
              </a:lnSpc>
              <a:spcBef>
                <a:spcPts val="68"/>
              </a:spcBef>
              <a:buClr>
                <a:srgbClr val="8E8C93"/>
              </a:buClr>
              <a:buChar char="-"/>
              <a:tabLst>
                <a:tab pos="633889" algn="l"/>
              </a:tabLst>
            </a:pPr>
            <a:r>
              <a:rPr sz="1088" spc="94" dirty="0">
                <a:solidFill>
                  <a:srgbClr val="2D2A57"/>
                </a:solidFill>
                <a:latin typeface="PMingLiU"/>
                <a:cs typeface="PMingLiU"/>
              </a:rPr>
              <a:t>J</a:t>
            </a:r>
            <a:r>
              <a:rPr sz="1275" spc="94" dirty="0">
                <a:solidFill>
                  <a:srgbClr val="2D2A57"/>
                </a:solidFill>
                <a:latin typeface="Segoe UI Symbol"/>
                <a:cs typeface="Segoe UI Symbol"/>
              </a:rPr>
              <a:t>XTA</a:t>
            </a:r>
            <a:endParaRPr sz="1275">
              <a:latin typeface="Segoe UI Symbol"/>
              <a:cs typeface="Segoe UI Symbol"/>
            </a:endParaRPr>
          </a:p>
          <a:p>
            <a:pPr marL="636746" lvl="2" indent="-222885">
              <a:lnSpc>
                <a:spcPts val="1665"/>
              </a:lnSpc>
              <a:buClr>
                <a:srgbClr val="38383A"/>
              </a:buClr>
              <a:buChar char="-"/>
              <a:tabLst>
                <a:tab pos="636746" algn="l"/>
              </a:tabLst>
            </a:pPr>
            <a:r>
              <a:rPr sz="1425" spc="-8" dirty="0">
                <a:solidFill>
                  <a:srgbClr val="2D2A57"/>
                </a:solidFill>
                <a:latin typeface="Times New Roman"/>
                <a:cs typeface="Times New Roman"/>
              </a:rPr>
              <a:t>Omn</a:t>
            </a:r>
            <a:r>
              <a:rPr sz="1388" spc="-8" dirty="0">
                <a:solidFill>
                  <a:srgbClr val="2D2A57"/>
                </a:solidFill>
                <a:latin typeface="PMingLiU"/>
                <a:cs typeface="PMingLiU"/>
              </a:rPr>
              <a:t>i</a:t>
            </a:r>
            <a:r>
              <a:rPr sz="1425" spc="-8" dirty="0">
                <a:solidFill>
                  <a:srgbClr val="2D2A57"/>
                </a:solidFill>
                <a:latin typeface="Times New Roman"/>
                <a:cs typeface="Times New Roman"/>
              </a:rPr>
              <a:t>x</a:t>
            </a:r>
            <a:endParaRPr sz="1425">
              <a:latin typeface="Times New Roma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700E92-7003-175F-D611-7A4E4F21F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551" y="-268872"/>
            <a:ext cx="5916217" cy="1089604"/>
          </a:xfrm>
          <a:prstGeom prst="rect">
            <a:avLst/>
          </a:prstGeom>
        </p:spPr>
        <p:txBody>
          <a:bodyPr vert="horz" wrap="square" lIns="0" tIns="10116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3866"/>
              </a:lnSpc>
              <a:spcBef>
                <a:spcPts val="79"/>
              </a:spcBef>
            </a:pPr>
            <a:r>
              <a:rPr sz="2850" dirty="0">
                <a:solidFill>
                  <a:srgbClr val="D43F18"/>
                </a:solidFill>
              </a:rPr>
              <a:t>Por</a:t>
            </a:r>
            <a:r>
              <a:rPr sz="3225" dirty="0">
                <a:solidFill>
                  <a:srgbClr val="D43F18"/>
                </a:solidFill>
                <a:latin typeface="PMingLiU"/>
                <a:cs typeface="PMingLiU"/>
              </a:rPr>
              <a:t>t</a:t>
            </a:r>
            <a:r>
              <a:rPr sz="3225" spc="161" dirty="0">
                <a:solidFill>
                  <a:srgbClr val="D43F18"/>
                </a:solidFill>
                <a:latin typeface="PMingLiU"/>
                <a:cs typeface="PMingLiU"/>
              </a:rPr>
              <a:t> </a:t>
            </a:r>
            <a:r>
              <a:rPr sz="2850" spc="-8" dirty="0">
                <a:solidFill>
                  <a:srgbClr val="D43F18"/>
                </a:solidFill>
              </a:rPr>
              <a:t>Numbers</a:t>
            </a:r>
            <a:r>
              <a:rPr sz="2850" spc="101" dirty="0">
                <a:solidFill>
                  <a:srgbClr val="D43F18"/>
                </a:solidFill>
              </a:rPr>
              <a:t> </a:t>
            </a:r>
            <a:r>
              <a:rPr sz="2850" dirty="0">
                <a:solidFill>
                  <a:srgbClr val="D43F18"/>
                </a:solidFill>
              </a:rPr>
              <a:t>Used</a:t>
            </a:r>
            <a:r>
              <a:rPr sz="2850" spc="-127" dirty="0">
                <a:solidFill>
                  <a:srgbClr val="D43F18"/>
                </a:solidFill>
              </a:rPr>
              <a:t> </a:t>
            </a:r>
            <a:r>
              <a:rPr sz="2850" spc="-45" dirty="0">
                <a:solidFill>
                  <a:srgbClr val="D43F18"/>
                </a:solidFill>
              </a:rPr>
              <a:t>b</a:t>
            </a:r>
            <a:r>
              <a:rPr sz="3675" spc="-45" dirty="0">
                <a:solidFill>
                  <a:srgbClr val="D43F18"/>
                </a:solidFill>
                <a:latin typeface="PMingLiU"/>
                <a:cs typeface="PMingLiU"/>
              </a:rPr>
              <a:t>y</a:t>
            </a:r>
            <a:r>
              <a:rPr sz="3675" spc="-281" dirty="0">
                <a:solidFill>
                  <a:srgbClr val="D43F18"/>
                </a:solidFill>
                <a:latin typeface="PMingLiU"/>
                <a:cs typeface="PMingLiU"/>
              </a:rPr>
              <a:t> </a:t>
            </a:r>
            <a:r>
              <a:rPr sz="2850" spc="-19" dirty="0">
                <a:solidFill>
                  <a:srgbClr val="D43F18"/>
                </a:solidFill>
              </a:rPr>
              <a:t>Var</a:t>
            </a:r>
            <a:r>
              <a:rPr sz="2288" spc="-19" dirty="0">
                <a:solidFill>
                  <a:srgbClr val="D43F18"/>
                </a:solidFill>
                <a:latin typeface="PMingLiU"/>
                <a:cs typeface="PMingLiU"/>
              </a:rPr>
              <a:t>i</a:t>
            </a:r>
            <a:r>
              <a:rPr sz="2850" spc="-19" dirty="0">
                <a:solidFill>
                  <a:srgbClr val="D43F18"/>
                </a:solidFill>
              </a:rPr>
              <a:t>ous</a:t>
            </a:r>
            <a:r>
              <a:rPr sz="2850" spc="-86" dirty="0">
                <a:solidFill>
                  <a:srgbClr val="D43F18"/>
                </a:solidFill>
              </a:rPr>
              <a:t> </a:t>
            </a:r>
            <a:r>
              <a:rPr sz="2850" spc="-19" dirty="0">
                <a:solidFill>
                  <a:srgbClr val="D43F18"/>
                </a:solidFill>
              </a:rPr>
              <a:t>P2P</a:t>
            </a:r>
            <a:endParaRPr sz="2850">
              <a:latin typeface="PMingLiU"/>
              <a:cs typeface="PMingLiU"/>
            </a:endParaRPr>
          </a:p>
          <a:p>
            <a:pPr marL="27623" algn="ctr">
              <a:lnSpc>
                <a:spcPts val="3821"/>
              </a:lnSpc>
            </a:pPr>
            <a:r>
              <a:rPr sz="2738" spc="-8" dirty="0">
                <a:solidFill>
                  <a:srgbClr val="D43F18"/>
                </a:solidFill>
              </a:rPr>
              <a:t>A</a:t>
            </a:r>
            <a:r>
              <a:rPr sz="3638" spc="-8" dirty="0">
                <a:solidFill>
                  <a:srgbClr val="D43F18"/>
                </a:solidFill>
                <a:latin typeface="PMingLiU"/>
                <a:cs typeface="PMingLiU"/>
              </a:rPr>
              <a:t>pp</a:t>
            </a:r>
            <a:r>
              <a:rPr sz="2850" spc="-8" dirty="0">
                <a:solidFill>
                  <a:srgbClr val="D43F18"/>
                </a:solidFill>
              </a:rPr>
              <a:t>l</a:t>
            </a:r>
            <a:r>
              <a:rPr spc="-8" dirty="0">
                <a:solidFill>
                  <a:srgbClr val="D43F18"/>
                </a:solidFill>
                <a:latin typeface="PMingLiU"/>
                <a:cs typeface="PMingLiU"/>
              </a:rPr>
              <a:t>i</a:t>
            </a:r>
            <a:r>
              <a:rPr sz="3000" spc="-8" dirty="0">
                <a:solidFill>
                  <a:srgbClr val="D43F18"/>
                </a:solidFill>
                <a:latin typeface="Times New Roman"/>
                <a:cs typeface="Times New Roman"/>
              </a:rPr>
              <a:t>ca</a:t>
            </a:r>
            <a:r>
              <a:rPr spc="-8" dirty="0">
                <a:solidFill>
                  <a:srgbClr val="D43F18"/>
                </a:solidFill>
                <a:latin typeface="PMingLiU"/>
                <a:cs typeface="PMingLiU"/>
              </a:rPr>
              <a:t>ti</a:t>
            </a:r>
            <a:r>
              <a:rPr sz="2850" spc="-8" dirty="0">
                <a:solidFill>
                  <a:srgbClr val="D43F18"/>
                </a:solidFill>
              </a:rPr>
              <a:t>ons</a:t>
            </a:r>
            <a:endParaRPr sz="285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2035" y="1383327"/>
            <a:ext cx="1441609" cy="2756108"/>
          </a:xfrm>
          <a:prstGeom prst="rect">
            <a:avLst/>
          </a:prstGeom>
        </p:spPr>
        <p:txBody>
          <a:bodyPr vert="horz" wrap="square" lIns="0" tIns="39529" rIns="0" bIns="0" rtlCol="0">
            <a:spAutoFit/>
          </a:bodyPr>
          <a:lstStyle/>
          <a:p>
            <a:pPr marL="11430" marR="3810" indent="3810">
              <a:lnSpc>
                <a:spcPct val="89800"/>
              </a:lnSpc>
              <a:spcBef>
                <a:spcPts val="311"/>
              </a:spcBef>
              <a:tabLst>
                <a:tab pos="435293" algn="l"/>
              </a:tabLst>
            </a:pPr>
            <a:r>
              <a:rPr sz="1538" spc="-19" dirty="0">
                <a:solidFill>
                  <a:srgbClr val="161616"/>
                </a:solidFill>
                <a:latin typeface="Times New Roman"/>
                <a:cs typeface="Times New Roman"/>
              </a:rPr>
              <a:t>P2P</a:t>
            </a:r>
            <a:r>
              <a:rPr sz="1538" dirty="0">
                <a:solidFill>
                  <a:srgbClr val="161616"/>
                </a:solidFill>
                <a:latin typeface="Times New Roman"/>
                <a:cs typeface="Times New Roman"/>
              </a:rPr>
              <a:t>	</a:t>
            </a:r>
            <a:r>
              <a:rPr sz="1538" spc="38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913" spc="38" dirty="0">
                <a:solidFill>
                  <a:srgbClr val="161616"/>
                </a:solidFill>
                <a:latin typeface="PMingLiU"/>
                <a:cs typeface="PMingLiU"/>
              </a:rPr>
              <a:t>ppli</a:t>
            </a:r>
            <a:r>
              <a:rPr sz="1538" spc="38" dirty="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sz="1538" spc="38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688" spc="38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688" spc="38" dirty="0">
                <a:solidFill>
                  <a:srgbClr val="333333"/>
                </a:solidFill>
                <a:latin typeface="PMingLiU"/>
                <a:cs typeface="PMingLiU"/>
              </a:rPr>
              <a:t>i</a:t>
            </a:r>
            <a:r>
              <a:rPr sz="1538" spc="38" dirty="0">
                <a:solidFill>
                  <a:srgbClr val="333333"/>
                </a:solidFill>
                <a:latin typeface="Times New Roman"/>
                <a:cs typeface="Times New Roman"/>
              </a:rPr>
              <a:t>o</a:t>
            </a:r>
            <a:r>
              <a:rPr sz="1538" spc="38" dirty="0">
                <a:solidFill>
                  <a:srgbClr val="161616"/>
                </a:solidFill>
                <a:latin typeface="Times New Roman"/>
                <a:cs typeface="Times New Roman"/>
              </a:rPr>
              <a:t>n </a:t>
            </a:r>
            <a:r>
              <a:rPr sz="1538" spc="30" dirty="0">
                <a:solidFill>
                  <a:srgbClr val="333333"/>
                </a:solidFill>
                <a:latin typeface="Times New Roman"/>
                <a:cs typeface="Times New Roman"/>
              </a:rPr>
              <a:t>B</a:t>
            </a:r>
            <a:r>
              <a:rPr sz="1688" spc="30" dirty="0">
                <a:solidFill>
                  <a:srgbClr val="333333"/>
                </a:solidFill>
                <a:latin typeface="PMingLiU"/>
                <a:cs typeface="PMingLiU"/>
              </a:rPr>
              <a:t>i</a:t>
            </a:r>
            <a:r>
              <a:rPr sz="1688" spc="30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688" spc="30" dirty="0">
                <a:solidFill>
                  <a:srgbClr val="424242"/>
                </a:solidFill>
                <a:latin typeface="PMingLiU"/>
                <a:cs typeface="PMingLiU"/>
              </a:rPr>
              <a:t>t</a:t>
            </a:r>
            <a:r>
              <a:rPr sz="1538" spc="30" dirty="0">
                <a:solidFill>
                  <a:srgbClr val="424242"/>
                </a:solidFill>
                <a:latin typeface="Times New Roman"/>
                <a:cs typeface="Times New Roman"/>
              </a:rPr>
              <a:t>orren</a:t>
            </a:r>
            <a:r>
              <a:rPr sz="1688" spc="30" dirty="0">
                <a:solidFill>
                  <a:srgbClr val="424242"/>
                </a:solidFill>
                <a:latin typeface="PMingLiU"/>
                <a:cs typeface="PMingLiU"/>
              </a:rPr>
              <a:t>t 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ed</a:t>
            </a:r>
            <a:r>
              <a:rPr sz="1538" spc="34" dirty="0">
                <a:solidFill>
                  <a:srgbClr val="545454"/>
                </a:solidFill>
                <a:latin typeface="Times New Roman"/>
                <a:cs typeface="Times New Roman"/>
              </a:rPr>
              <a:t>o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nk</a:t>
            </a:r>
            <a:r>
              <a:rPr sz="1538" spc="34" dirty="0">
                <a:solidFill>
                  <a:srgbClr val="545454"/>
                </a:solidFill>
                <a:latin typeface="Times New Roman"/>
                <a:cs typeface="Times New Roman"/>
              </a:rPr>
              <a:t>e</a:t>
            </a:r>
            <a:r>
              <a:rPr sz="1875" spc="34" dirty="0">
                <a:solidFill>
                  <a:srgbClr val="545454"/>
                </a:solidFill>
                <a:latin typeface="PMingLiU"/>
                <a:cs typeface="PMingLiU"/>
              </a:rPr>
              <a:t>y </a:t>
            </a:r>
            <a:r>
              <a:rPr sz="1538" spc="41" dirty="0">
                <a:solidFill>
                  <a:srgbClr val="333333"/>
                </a:solidFill>
                <a:latin typeface="Times New Roman"/>
                <a:cs typeface="Times New Roman"/>
              </a:rPr>
              <a:t>Gnu</a:t>
            </a:r>
            <a:r>
              <a:rPr sz="1688" spc="41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538" spc="41" dirty="0">
                <a:solidFill>
                  <a:srgbClr val="333333"/>
                </a:solidFill>
                <a:latin typeface="Times New Roman"/>
                <a:cs typeface="Times New Roman"/>
              </a:rPr>
              <a:t>ell</a:t>
            </a:r>
            <a:r>
              <a:rPr sz="1538" spc="41" dirty="0">
                <a:solidFill>
                  <a:srgbClr val="545454"/>
                </a:solidFill>
                <a:latin typeface="Times New Roman"/>
                <a:cs typeface="Times New Roman"/>
              </a:rPr>
              <a:t>a </a:t>
            </a:r>
            <a:r>
              <a:rPr sz="1538" spc="-8" dirty="0">
                <a:solidFill>
                  <a:srgbClr val="545454"/>
                </a:solidFill>
                <a:latin typeface="Times New Roman"/>
                <a:cs typeface="Times New Roman"/>
              </a:rPr>
              <a:t>MO</a:t>
            </a:r>
            <a:r>
              <a:rPr sz="1538" spc="-8" dirty="0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sz="1875" spc="-8" dirty="0">
                <a:solidFill>
                  <a:srgbClr val="333333"/>
                </a:solidFill>
                <a:latin typeface="PMingLiU"/>
                <a:cs typeface="PMingLiU"/>
              </a:rPr>
              <a:t>p</a:t>
            </a:r>
            <a:r>
              <a:rPr sz="1538" spc="-8" dirty="0">
                <a:solidFill>
                  <a:srgbClr val="333333"/>
                </a:solidFill>
                <a:latin typeface="Times New Roman"/>
                <a:cs typeface="Times New Roman"/>
              </a:rPr>
              <a:t>heu</a:t>
            </a:r>
            <a:r>
              <a:rPr sz="1538" spc="-8" dirty="0">
                <a:solidFill>
                  <a:srgbClr val="727272"/>
                </a:solidFill>
                <a:latin typeface="Times New Roman"/>
                <a:cs typeface="Times New Roman"/>
              </a:rPr>
              <a:t>s</a:t>
            </a:r>
            <a:endParaRPr sz="1538">
              <a:latin typeface="Times New Roman"/>
              <a:cs typeface="Times New Roman"/>
            </a:endParaRPr>
          </a:p>
          <a:p>
            <a:pPr marL="14288" marR="842486" indent="476">
              <a:lnSpc>
                <a:spcPts val="1905"/>
              </a:lnSpc>
              <a:spcBef>
                <a:spcPts val="8"/>
              </a:spcBef>
            </a:pPr>
            <a:r>
              <a:rPr sz="1538" spc="-8" dirty="0">
                <a:solidFill>
                  <a:srgbClr val="333333"/>
                </a:solidFill>
                <a:latin typeface="Times New Roman"/>
                <a:cs typeface="Times New Roman"/>
              </a:rPr>
              <a:t>Kazaa </a:t>
            </a:r>
            <a:r>
              <a:rPr sz="1538" spc="53" dirty="0">
                <a:solidFill>
                  <a:srgbClr val="424242"/>
                </a:solidFill>
                <a:latin typeface="Times New Roman"/>
                <a:cs typeface="Times New Roman"/>
              </a:rPr>
              <a:t>EMule</a:t>
            </a:r>
            <a:endParaRPr sz="1538">
              <a:latin typeface="Times New Roman"/>
              <a:cs typeface="Times New Roman"/>
            </a:endParaRPr>
          </a:p>
          <a:p>
            <a:pPr marL="14288" marR="543401" indent="-5239">
              <a:lnSpc>
                <a:spcPct val="93300"/>
              </a:lnSpc>
              <a:spcBef>
                <a:spcPts val="34"/>
              </a:spcBef>
            </a:pPr>
            <a:r>
              <a:rPr sz="1500" spc="64" dirty="0">
                <a:solidFill>
                  <a:srgbClr val="424242"/>
                </a:solidFill>
                <a:latin typeface="Segoe UI Symbol"/>
                <a:cs typeface="Segoe UI Symbol"/>
              </a:rPr>
              <a:t>W</a:t>
            </a:r>
            <a:r>
              <a:rPr sz="1688" spc="64" dirty="0">
                <a:solidFill>
                  <a:srgbClr val="424242"/>
                </a:solidFill>
                <a:latin typeface="PMingLiU"/>
                <a:cs typeface="PMingLiU"/>
              </a:rPr>
              <a:t>i</a:t>
            </a:r>
            <a:r>
              <a:rPr sz="1538" spc="64" dirty="0">
                <a:solidFill>
                  <a:srgbClr val="424242"/>
                </a:solidFill>
                <a:latin typeface="Times New Roman"/>
                <a:cs typeface="Times New Roman"/>
              </a:rPr>
              <a:t>nMx </a:t>
            </a:r>
            <a:r>
              <a:rPr sz="1538" spc="-15" dirty="0">
                <a:solidFill>
                  <a:srgbClr val="424242"/>
                </a:solidFill>
                <a:latin typeface="Times New Roman"/>
                <a:cs typeface="Times New Roman"/>
              </a:rPr>
              <a:t>L</a:t>
            </a:r>
            <a:r>
              <a:rPr sz="1688" spc="-15" dirty="0">
                <a:solidFill>
                  <a:srgbClr val="424242"/>
                </a:solidFill>
                <a:latin typeface="PMingLiU"/>
                <a:cs typeface="PMingLiU"/>
              </a:rPr>
              <a:t>ir</a:t>
            </a:r>
            <a:r>
              <a:rPr sz="1538" spc="-15" dirty="0">
                <a:solidFill>
                  <a:srgbClr val="424242"/>
                </a:solidFill>
                <a:latin typeface="Times New Roman"/>
                <a:cs typeface="Times New Roman"/>
              </a:rPr>
              <a:t>new</a:t>
            </a:r>
            <a:r>
              <a:rPr sz="1313" spc="-23" dirty="0">
                <a:solidFill>
                  <a:srgbClr val="424242"/>
                </a:solidFill>
                <a:latin typeface="PMingLiU"/>
                <a:cs typeface="PMingLiU"/>
              </a:rPr>
              <a:t>订</a:t>
            </a:r>
            <a:r>
              <a:rPr sz="1538" spc="-38" dirty="0">
                <a:solidFill>
                  <a:srgbClr val="424242"/>
                </a:solidFill>
                <a:latin typeface="Times New Roman"/>
                <a:cs typeface="Times New Roman"/>
              </a:rPr>
              <a:t>e </a:t>
            </a:r>
            <a:r>
              <a:rPr sz="1538" spc="-8" dirty="0">
                <a:solidFill>
                  <a:srgbClr val="545454"/>
                </a:solidFill>
                <a:latin typeface="Times New Roman"/>
                <a:cs typeface="Times New Roman"/>
              </a:rPr>
              <a:t>Na</a:t>
            </a:r>
            <a:r>
              <a:rPr sz="1913" spc="-8" dirty="0">
                <a:solidFill>
                  <a:srgbClr val="545454"/>
                </a:solidFill>
                <a:latin typeface="PMingLiU"/>
                <a:cs typeface="PMingLiU"/>
              </a:rPr>
              <a:t>p</a:t>
            </a:r>
            <a:r>
              <a:rPr sz="1538" spc="-8" dirty="0">
                <a:solidFill>
                  <a:srgbClr val="545454"/>
                </a:solidFill>
                <a:latin typeface="Times New Roman"/>
                <a:cs typeface="Times New Roman"/>
              </a:rPr>
              <a:t>s</a:t>
            </a:r>
            <a:r>
              <a:rPr sz="1725" spc="-8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r>
              <a:rPr sz="1538" spc="-8" dirty="0">
                <a:solidFill>
                  <a:srgbClr val="333333"/>
                </a:solidFill>
                <a:latin typeface="Times New Roman"/>
                <a:cs typeface="Times New Roman"/>
              </a:rPr>
              <a:t>er </a:t>
            </a:r>
            <a:r>
              <a:rPr sz="1538" spc="38" dirty="0">
                <a:solidFill>
                  <a:srgbClr val="333333"/>
                </a:solidFill>
                <a:latin typeface="Times New Roman"/>
                <a:cs typeface="Times New Roman"/>
              </a:rPr>
              <a:t>BearShare</a:t>
            </a:r>
            <a:endParaRPr sz="1538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3798" y="1421476"/>
            <a:ext cx="4229100" cy="27283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44843">
              <a:lnSpc>
                <a:spcPts val="1883"/>
              </a:lnSpc>
              <a:spcBef>
                <a:spcPts val="75"/>
              </a:spcBef>
            </a:pPr>
            <a:r>
              <a:rPr sz="1538" spc="109" dirty="0">
                <a:solidFill>
                  <a:srgbClr val="161616"/>
                </a:solidFill>
                <a:latin typeface="Times New Roman"/>
                <a:cs typeface="Times New Roman"/>
              </a:rPr>
              <a:t>P</a:t>
            </a:r>
            <a:r>
              <a:rPr sz="1538" spc="109" dirty="0">
                <a:solidFill>
                  <a:srgbClr val="333333"/>
                </a:solidFill>
                <a:latin typeface="Times New Roman"/>
                <a:cs typeface="Times New Roman"/>
              </a:rPr>
              <a:t>o</a:t>
            </a:r>
            <a:r>
              <a:rPr sz="1538" spc="109" dirty="0">
                <a:solidFill>
                  <a:srgbClr val="161616"/>
                </a:solidFill>
                <a:latin typeface="Times New Roman"/>
                <a:cs typeface="Times New Roman"/>
              </a:rPr>
              <a:t>r</a:t>
            </a:r>
            <a:r>
              <a:rPr sz="1613" spc="109" dirty="0">
                <a:solidFill>
                  <a:srgbClr val="161616"/>
                </a:solidFill>
                <a:latin typeface="PMingLiU"/>
                <a:cs typeface="PMingLiU"/>
              </a:rPr>
              <a:t>t</a:t>
            </a:r>
            <a:endParaRPr sz="1613">
              <a:latin typeface="PMingLiU"/>
              <a:cs typeface="PMingLiU"/>
            </a:endParaRPr>
          </a:p>
          <a:p>
            <a:pPr marL="9525">
              <a:lnSpc>
                <a:spcPts val="1823"/>
              </a:lnSpc>
            </a:pP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688" spc="34" dirty="0">
                <a:solidFill>
                  <a:srgbClr val="333333"/>
                </a:solidFill>
                <a:latin typeface="PMingLiU"/>
                <a:cs typeface="PMingLiU"/>
              </a:rPr>
              <a:t>fa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u</a:t>
            </a:r>
            <a:r>
              <a:rPr sz="1613" spc="34" dirty="0">
                <a:solidFill>
                  <a:srgbClr val="333333"/>
                </a:solidFill>
                <a:latin typeface="PMingLiU"/>
                <a:cs typeface="PMingLiU"/>
              </a:rPr>
              <a:t>lt</a:t>
            </a:r>
            <a:r>
              <a:rPr sz="1613" spc="26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6881</a:t>
            </a:r>
            <a:r>
              <a:rPr sz="1538" spc="56" dirty="0">
                <a:latin typeface="Times New Roman"/>
                <a:cs typeface="Times New Roman"/>
              </a:rPr>
              <a:t>-</a:t>
            </a:r>
            <a:r>
              <a:rPr sz="1538" spc="60" dirty="0">
                <a:solidFill>
                  <a:srgbClr val="545454"/>
                </a:solidFill>
                <a:latin typeface="Times New Roman"/>
                <a:cs typeface="Times New Roman"/>
              </a:rPr>
              <a:t>6889</a:t>
            </a:r>
            <a:r>
              <a:rPr sz="1538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105" dirty="0">
                <a:solidFill>
                  <a:srgbClr val="333333"/>
                </a:solidFill>
                <a:latin typeface="Times New Roman"/>
                <a:cs typeface="Times New Roman"/>
              </a:rPr>
              <a:t>T</a:t>
            </a:r>
            <a:r>
              <a:rPr sz="1538" spc="105" dirty="0">
                <a:solidFill>
                  <a:srgbClr val="545454"/>
                </a:solidFill>
                <a:latin typeface="Times New Roman"/>
                <a:cs typeface="Times New Roman"/>
              </a:rPr>
              <a:t>CP</a:t>
            </a:r>
            <a:r>
              <a:rPr sz="1350" spc="105" dirty="0">
                <a:solidFill>
                  <a:srgbClr val="727272"/>
                </a:solidFill>
                <a:latin typeface="PMingLiU"/>
                <a:cs typeface="PMingLiU"/>
              </a:rPr>
              <a:t>/U</a:t>
            </a:r>
            <a:r>
              <a:rPr sz="1538" spc="105" dirty="0">
                <a:solidFill>
                  <a:srgbClr val="333333"/>
                </a:solidFill>
                <a:latin typeface="Times New Roman"/>
                <a:cs typeface="Times New Roman"/>
              </a:rPr>
              <a:t>DP</a:t>
            </a:r>
            <a:endParaRPr sz="1538">
              <a:latin typeface="Times New Roman"/>
              <a:cs typeface="Times New Roman"/>
            </a:endParaRPr>
          </a:p>
          <a:p>
            <a:pPr marL="9525" marR="120015" indent="2381">
              <a:lnSpc>
                <a:spcPts val="1905"/>
              </a:lnSpc>
              <a:spcBef>
                <a:spcPts val="199"/>
              </a:spcBef>
            </a:pPr>
            <a:r>
              <a:rPr sz="1725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ull</a:t>
            </a:r>
            <a:r>
              <a:rPr sz="1875" dirty="0">
                <a:solidFill>
                  <a:srgbClr val="545454"/>
                </a:solidFill>
                <a:latin typeface="PMingLiU"/>
                <a:cs typeface="PMingLiU"/>
              </a:rPr>
              <a:t>y</a:t>
            </a:r>
            <a:r>
              <a:rPr sz="1875" spc="-79" dirty="0">
                <a:solidFill>
                  <a:srgbClr val="545454"/>
                </a:solidFill>
                <a:latin typeface="PMingLiU"/>
                <a:cs typeface="PMingLiU"/>
              </a:rPr>
              <a:t> </a:t>
            </a:r>
            <a:r>
              <a:rPr sz="1538" spc="41" dirty="0">
                <a:solidFill>
                  <a:srgbClr val="424242"/>
                </a:solidFill>
                <a:latin typeface="Times New Roman"/>
                <a:cs typeface="Times New Roman"/>
              </a:rPr>
              <a:t>con</a:t>
            </a:r>
            <a:r>
              <a:rPr sz="1688" spc="41" dirty="0">
                <a:solidFill>
                  <a:srgbClr val="424242"/>
                </a:solidFill>
                <a:latin typeface="PMingLiU"/>
                <a:cs typeface="PMingLiU"/>
              </a:rPr>
              <a:t>fig</a:t>
            </a:r>
            <a:r>
              <a:rPr sz="1538" spc="41" dirty="0">
                <a:solidFill>
                  <a:srgbClr val="424242"/>
                </a:solidFill>
                <a:latin typeface="Times New Roman"/>
                <a:cs typeface="Times New Roman"/>
              </a:rPr>
              <a:t>urable</a:t>
            </a:r>
            <a:r>
              <a:rPr sz="1538" spc="146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688" dirty="0">
                <a:solidFill>
                  <a:srgbClr val="545454"/>
                </a:solidFill>
                <a:latin typeface="PMingLiU"/>
                <a:cs typeface="PMingLiU"/>
              </a:rPr>
              <a:t>fa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u</a:t>
            </a:r>
            <a:r>
              <a:rPr sz="1613" dirty="0">
                <a:solidFill>
                  <a:srgbClr val="333333"/>
                </a:solidFill>
                <a:latin typeface="PMingLiU"/>
                <a:cs typeface="PMingLiU"/>
              </a:rPr>
              <a:t>lt</a:t>
            </a:r>
            <a:r>
              <a:rPr sz="1613" spc="217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4662</a:t>
            </a:r>
            <a:r>
              <a:rPr sz="1538" spc="56" dirty="0">
                <a:solidFill>
                  <a:srgbClr val="959595"/>
                </a:solidFill>
                <a:latin typeface="Times New Roman"/>
                <a:cs typeface="Times New Roman"/>
              </a:rPr>
              <a:t>/</a:t>
            </a:r>
            <a:r>
              <a:rPr sz="1538" spc="56" dirty="0">
                <a:solidFill>
                  <a:srgbClr val="333333"/>
                </a:solidFill>
                <a:latin typeface="Times New Roman"/>
                <a:cs typeface="Times New Roman"/>
              </a:rPr>
              <a:t>T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C</a:t>
            </a:r>
            <a:r>
              <a:rPr sz="1538" spc="56" dirty="0">
                <a:solidFill>
                  <a:srgbClr val="333333"/>
                </a:solidFill>
                <a:latin typeface="Times New Roman"/>
                <a:cs typeface="Times New Roman"/>
              </a:rPr>
              <a:t>P.</a:t>
            </a:r>
            <a:r>
              <a:rPr sz="1538" spc="86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538" spc="79" dirty="0">
                <a:solidFill>
                  <a:srgbClr val="424242"/>
                </a:solidFill>
                <a:latin typeface="Times New Roman"/>
                <a:cs typeface="Times New Roman"/>
              </a:rPr>
              <a:t>5</a:t>
            </a:r>
            <a:r>
              <a:rPr sz="1538" spc="79" dirty="0">
                <a:solidFill>
                  <a:srgbClr val="545454"/>
                </a:solidFill>
                <a:latin typeface="Times New Roman"/>
                <a:cs typeface="Times New Roman"/>
              </a:rPr>
              <a:t>737</a:t>
            </a:r>
            <a:r>
              <a:rPr sz="1350" spc="79" dirty="0">
                <a:solidFill>
                  <a:srgbClr val="545454"/>
                </a:solidFill>
                <a:latin typeface="PMingLiU"/>
                <a:cs typeface="PMingLiU"/>
              </a:rPr>
              <a:t>/U</a:t>
            </a:r>
            <a:r>
              <a:rPr sz="1538" spc="79" dirty="0">
                <a:solidFill>
                  <a:srgbClr val="333333"/>
                </a:solidFill>
                <a:latin typeface="Times New Roman"/>
                <a:cs typeface="Times New Roman"/>
              </a:rPr>
              <a:t>DP 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725" spc="34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spc="34" dirty="0">
                <a:solidFill>
                  <a:srgbClr val="545454"/>
                </a:solidFill>
                <a:latin typeface="Times New Roman"/>
                <a:cs typeface="Times New Roman"/>
              </a:rPr>
              <a:t>a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ul</a:t>
            </a:r>
            <a:r>
              <a:rPr sz="1538" spc="34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538" spc="64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6346</a:t>
            </a:r>
            <a:r>
              <a:rPr sz="1538" spc="56" dirty="0">
                <a:solidFill>
                  <a:srgbClr val="959595"/>
                </a:solidFill>
                <a:latin typeface="Times New Roman"/>
                <a:cs typeface="Times New Roman"/>
              </a:rPr>
              <a:t>/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6347</a:t>
            </a:r>
            <a:r>
              <a:rPr sz="1538" spc="-26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94" dirty="0">
                <a:solidFill>
                  <a:srgbClr val="424242"/>
                </a:solidFill>
                <a:latin typeface="Times New Roman"/>
                <a:cs typeface="Times New Roman"/>
              </a:rPr>
              <a:t>TCP</a:t>
            </a:r>
            <a:r>
              <a:rPr sz="1350" spc="94" dirty="0">
                <a:solidFill>
                  <a:srgbClr val="424242"/>
                </a:solidFill>
                <a:latin typeface="PMingLiU"/>
                <a:cs typeface="PMingLiU"/>
              </a:rPr>
              <a:t>/U</a:t>
            </a:r>
            <a:r>
              <a:rPr sz="1538" spc="94" dirty="0">
                <a:solidFill>
                  <a:srgbClr val="424242"/>
                </a:solidFill>
                <a:latin typeface="Times New Roman"/>
                <a:cs typeface="Times New Roman"/>
              </a:rPr>
              <a:t>DP</a:t>
            </a:r>
            <a:endParaRPr sz="1538">
              <a:latin typeface="Times New Roman"/>
              <a:cs typeface="Times New Roman"/>
            </a:endParaRPr>
          </a:p>
          <a:p>
            <a:pPr marL="9525" marR="1754029">
              <a:lnSpc>
                <a:spcPts val="1852"/>
              </a:lnSpc>
              <a:spcBef>
                <a:spcPts val="101"/>
              </a:spcBef>
            </a:pP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725" spc="34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spc="34" dirty="0">
                <a:solidFill>
                  <a:srgbClr val="545454"/>
                </a:solidFill>
                <a:latin typeface="Times New Roman"/>
                <a:cs typeface="Times New Roman"/>
              </a:rPr>
              <a:t>au</a:t>
            </a:r>
            <a:r>
              <a:rPr sz="1538" spc="34" dirty="0">
                <a:solidFill>
                  <a:srgbClr val="161616"/>
                </a:solidFill>
                <a:latin typeface="Times New Roman"/>
                <a:cs typeface="Times New Roman"/>
              </a:rPr>
              <a:t>l</a:t>
            </a:r>
            <a:r>
              <a:rPr sz="1613" spc="34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613" spc="19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6346</a:t>
            </a:r>
            <a:r>
              <a:rPr sz="1538" spc="56" dirty="0">
                <a:solidFill>
                  <a:srgbClr val="959595"/>
                </a:solidFill>
                <a:latin typeface="Times New Roman"/>
                <a:cs typeface="Times New Roman"/>
              </a:rPr>
              <a:t>/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63</a:t>
            </a:r>
            <a:r>
              <a:rPr sz="1538" spc="56" dirty="0">
                <a:solidFill>
                  <a:srgbClr val="333333"/>
                </a:solidFill>
                <a:latin typeface="Times New Roman"/>
                <a:cs typeface="Times New Roman"/>
              </a:rPr>
              <a:t>4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7</a:t>
            </a:r>
            <a:r>
              <a:rPr sz="1538" spc="-26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94" dirty="0">
                <a:solidFill>
                  <a:srgbClr val="333333"/>
                </a:solidFill>
                <a:latin typeface="Times New Roman"/>
                <a:cs typeface="Times New Roman"/>
              </a:rPr>
              <a:t>T</a:t>
            </a:r>
            <a:r>
              <a:rPr sz="1538" spc="94" dirty="0">
                <a:solidFill>
                  <a:srgbClr val="545454"/>
                </a:solidFill>
                <a:latin typeface="Times New Roman"/>
                <a:cs typeface="Times New Roman"/>
              </a:rPr>
              <a:t>C</a:t>
            </a:r>
            <a:r>
              <a:rPr sz="1538" spc="94" dirty="0">
                <a:solidFill>
                  <a:srgbClr val="333333"/>
                </a:solidFill>
                <a:latin typeface="Times New Roman"/>
                <a:cs typeface="Times New Roman"/>
              </a:rPr>
              <a:t>P</a:t>
            </a:r>
            <a:r>
              <a:rPr sz="1350" spc="94" dirty="0">
                <a:solidFill>
                  <a:srgbClr val="727272"/>
                </a:solidFill>
                <a:latin typeface="PMingLiU"/>
                <a:cs typeface="PMingLiU"/>
              </a:rPr>
              <a:t>/U</a:t>
            </a:r>
            <a:r>
              <a:rPr sz="1538" spc="94" dirty="0">
                <a:solidFill>
                  <a:srgbClr val="333333"/>
                </a:solidFill>
                <a:latin typeface="Times New Roman"/>
                <a:cs typeface="Times New Roman"/>
              </a:rPr>
              <a:t>DP 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688" spc="34" dirty="0">
                <a:solidFill>
                  <a:srgbClr val="333333"/>
                </a:solidFill>
                <a:latin typeface="PMingLiU"/>
                <a:cs typeface="PMingLiU"/>
              </a:rPr>
              <a:t>fa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u</a:t>
            </a:r>
            <a:r>
              <a:rPr sz="1613" spc="34" dirty="0">
                <a:solidFill>
                  <a:srgbClr val="333333"/>
                </a:solidFill>
                <a:latin typeface="PMingLiU"/>
                <a:cs typeface="PMingLiU"/>
              </a:rPr>
              <a:t>lt</a:t>
            </a:r>
            <a:r>
              <a:rPr sz="1613" spc="71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68" dirty="0">
                <a:solidFill>
                  <a:srgbClr val="333333"/>
                </a:solidFill>
                <a:latin typeface="Times New Roman"/>
                <a:cs typeface="Times New Roman"/>
              </a:rPr>
              <a:t>1214</a:t>
            </a:r>
            <a:r>
              <a:rPr sz="1538" spc="-86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538" spc="105" dirty="0">
                <a:solidFill>
                  <a:srgbClr val="333333"/>
                </a:solidFill>
                <a:latin typeface="Times New Roman"/>
                <a:cs typeface="Times New Roman"/>
              </a:rPr>
              <a:t>T</a:t>
            </a:r>
            <a:r>
              <a:rPr sz="1538" spc="105" dirty="0">
                <a:solidFill>
                  <a:srgbClr val="545454"/>
                </a:solidFill>
                <a:latin typeface="Times New Roman"/>
                <a:cs typeface="Times New Roman"/>
              </a:rPr>
              <a:t>CP</a:t>
            </a:r>
            <a:r>
              <a:rPr sz="1350" spc="105" dirty="0">
                <a:solidFill>
                  <a:srgbClr val="727272"/>
                </a:solidFill>
                <a:latin typeface="PMingLiU"/>
                <a:cs typeface="PMingLiU"/>
              </a:rPr>
              <a:t>/U</a:t>
            </a:r>
            <a:r>
              <a:rPr sz="1538" spc="105" dirty="0">
                <a:solidFill>
                  <a:srgbClr val="333333"/>
                </a:solidFill>
                <a:latin typeface="Times New Roman"/>
                <a:cs typeface="Times New Roman"/>
              </a:rPr>
              <a:t>DP</a:t>
            </a:r>
            <a:endParaRPr sz="1538">
              <a:latin typeface="Times New Roman"/>
              <a:cs typeface="Times New Roman"/>
            </a:endParaRPr>
          </a:p>
          <a:p>
            <a:pPr marL="12383">
              <a:lnSpc>
                <a:spcPts val="1823"/>
              </a:lnSpc>
            </a:pPr>
            <a:r>
              <a:rPr sz="1725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ull</a:t>
            </a:r>
            <a:r>
              <a:rPr sz="1875" dirty="0">
                <a:solidFill>
                  <a:srgbClr val="545454"/>
                </a:solidFill>
                <a:latin typeface="PMingLiU"/>
                <a:cs typeface="PMingLiU"/>
              </a:rPr>
              <a:t>y</a:t>
            </a:r>
            <a:r>
              <a:rPr sz="1875" spc="-38" dirty="0">
                <a:solidFill>
                  <a:srgbClr val="545454"/>
                </a:solidFill>
                <a:latin typeface="PMingLiU"/>
                <a:cs typeface="PMingLiU"/>
              </a:rPr>
              <a:t> 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sz="1538" dirty="0">
                <a:solidFill>
                  <a:srgbClr val="545454"/>
                </a:solidFill>
                <a:latin typeface="Times New Roman"/>
                <a:cs typeface="Times New Roman"/>
              </a:rPr>
              <a:t>o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n</a:t>
            </a:r>
            <a:r>
              <a:rPr sz="1688" dirty="0">
                <a:solidFill>
                  <a:srgbClr val="333333"/>
                </a:solidFill>
                <a:latin typeface="PMingLiU"/>
                <a:cs typeface="PMingLiU"/>
              </a:rPr>
              <a:t>figtir</a:t>
            </a:r>
            <a:r>
              <a:rPr sz="1538" dirty="0">
                <a:solidFill>
                  <a:srgbClr val="545454"/>
                </a:solidFill>
                <a:latin typeface="Times New Roman"/>
                <a:cs typeface="Times New Roman"/>
              </a:rPr>
              <a:t>a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ble</a:t>
            </a:r>
            <a:r>
              <a:rPr sz="1538" spc="1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688" spc="34" dirty="0">
                <a:solidFill>
                  <a:srgbClr val="545454"/>
                </a:solidFill>
                <a:latin typeface="PMingLiU"/>
                <a:cs typeface="PMingLiU"/>
              </a:rPr>
              <a:t>fa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u</a:t>
            </a:r>
            <a:r>
              <a:rPr sz="1538" spc="34" dirty="0">
                <a:solidFill>
                  <a:srgbClr val="161616"/>
                </a:solidFill>
                <a:latin typeface="Times New Roman"/>
                <a:cs typeface="Times New Roman"/>
              </a:rPr>
              <a:t>l</a:t>
            </a:r>
            <a:r>
              <a:rPr sz="1613" spc="34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613" spc="188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49" dirty="0">
                <a:solidFill>
                  <a:srgbClr val="545454"/>
                </a:solidFill>
                <a:latin typeface="Times New Roman"/>
                <a:cs typeface="Times New Roman"/>
              </a:rPr>
              <a:t>4662</a:t>
            </a:r>
            <a:r>
              <a:rPr sz="1538" spc="49" dirty="0">
                <a:solidFill>
                  <a:srgbClr val="959595"/>
                </a:solidFill>
                <a:latin typeface="Times New Roman"/>
                <a:cs typeface="Times New Roman"/>
              </a:rPr>
              <a:t>/</a:t>
            </a:r>
            <a:r>
              <a:rPr sz="1538" spc="49" dirty="0">
                <a:solidFill>
                  <a:srgbClr val="333333"/>
                </a:solidFill>
                <a:latin typeface="Times New Roman"/>
                <a:cs typeface="Times New Roman"/>
              </a:rPr>
              <a:t>TCP</a:t>
            </a:r>
            <a:r>
              <a:rPr sz="1538" spc="221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538" spc="109" dirty="0">
                <a:solidFill>
                  <a:srgbClr val="545454"/>
                </a:solidFill>
                <a:latin typeface="Times New Roman"/>
                <a:cs typeface="Times New Roman"/>
              </a:rPr>
              <a:t>4672</a:t>
            </a:r>
            <a:r>
              <a:rPr sz="1313" spc="109" dirty="0">
                <a:solidFill>
                  <a:srgbClr val="545454"/>
                </a:solidFill>
                <a:latin typeface="PMingLiU"/>
                <a:cs typeface="PMingLiU"/>
              </a:rPr>
              <a:t>/UD</a:t>
            </a:r>
            <a:r>
              <a:rPr sz="1538" spc="109" dirty="0">
                <a:solidFill>
                  <a:srgbClr val="333333"/>
                </a:solidFill>
                <a:latin typeface="Times New Roman"/>
                <a:cs typeface="Times New Roman"/>
              </a:rPr>
              <a:t>P</a:t>
            </a:r>
            <a:endParaRPr sz="1538">
              <a:latin typeface="Times New Roman"/>
              <a:cs typeface="Times New Roman"/>
            </a:endParaRPr>
          </a:p>
          <a:p>
            <a:pPr marL="9525" marR="174784" indent="2381">
              <a:lnSpc>
                <a:spcPts val="1905"/>
              </a:lnSpc>
              <a:spcBef>
                <a:spcPts val="210"/>
              </a:spcBef>
            </a:pPr>
            <a:r>
              <a:rPr sz="1725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ull</a:t>
            </a:r>
            <a:r>
              <a:rPr sz="1875" dirty="0">
                <a:solidFill>
                  <a:srgbClr val="545454"/>
                </a:solidFill>
                <a:latin typeface="PMingLiU"/>
                <a:cs typeface="PMingLiU"/>
              </a:rPr>
              <a:t>y</a:t>
            </a:r>
            <a:r>
              <a:rPr sz="1875" spc="-116" dirty="0">
                <a:solidFill>
                  <a:srgbClr val="545454"/>
                </a:solidFill>
                <a:latin typeface="PMingLiU"/>
                <a:cs typeface="PMingLiU"/>
              </a:rPr>
              <a:t> </a:t>
            </a:r>
            <a:r>
              <a:rPr sz="1538" spc="-8" dirty="0">
                <a:solidFill>
                  <a:srgbClr val="424242"/>
                </a:solidFill>
                <a:latin typeface="Times New Roman"/>
                <a:cs typeface="Times New Roman"/>
              </a:rPr>
              <a:t>con</a:t>
            </a:r>
            <a:r>
              <a:rPr sz="1688" spc="-8" dirty="0">
                <a:solidFill>
                  <a:srgbClr val="424242"/>
                </a:solidFill>
                <a:latin typeface="PMingLiU"/>
                <a:cs typeface="PMingLiU"/>
              </a:rPr>
              <a:t>figt</a:t>
            </a:r>
            <a:r>
              <a:rPr sz="1538" spc="-8" dirty="0">
                <a:solidFill>
                  <a:srgbClr val="424242"/>
                </a:solidFill>
                <a:latin typeface="Times New Roman"/>
                <a:cs typeface="Times New Roman"/>
              </a:rPr>
              <a:t>u</a:t>
            </a:r>
            <a:r>
              <a:rPr spc="-8" dirty="0">
                <a:solidFill>
                  <a:srgbClr val="424242"/>
                </a:solidFill>
                <a:latin typeface="PMingLiU"/>
                <a:cs typeface="PMingLiU"/>
              </a:rPr>
              <a:t>-</a:t>
            </a:r>
            <a:r>
              <a:rPr dirty="0">
                <a:solidFill>
                  <a:srgbClr val="424242"/>
                </a:solidFill>
                <a:latin typeface="PMingLiU"/>
                <a:cs typeface="PMingLiU"/>
              </a:rPr>
              <a:t>a</a:t>
            </a:r>
            <a:r>
              <a:rPr sz="1538" dirty="0">
                <a:solidFill>
                  <a:srgbClr val="424242"/>
                </a:solidFill>
                <a:latin typeface="Times New Roman"/>
                <a:cs typeface="Times New Roman"/>
              </a:rPr>
              <a:t>ble</a:t>
            </a:r>
            <a:r>
              <a:rPr sz="1538" spc="10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688" spc="34" dirty="0">
                <a:solidFill>
                  <a:srgbClr val="545454"/>
                </a:solidFill>
                <a:latin typeface="PMingLiU"/>
                <a:cs typeface="PMingLiU"/>
              </a:rPr>
              <a:t>fa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u</a:t>
            </a:r>
            <a:r>
              <a:rPr sz="1538" spc="34" dirty="0">
                <a:solidFill>
                  <a:srgbClr val="161616"/>
                </a:solidFill>
                <a:latin typeface="Times New Roman"/>
                <a:cs typeface="Times New Roman"/>
              </a:rPr>
              <a:t>l</a:t>
            </a:r>
            <a:r>
              <a:rPr sz="1613" spc="34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613" spc="38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6699</a:t>
            </a:r>
            <a:r>
              <a:rPr sz="1538" spc="56" dirty="0">
                <a:solidFill>
                  <a:srgbClr val="959595"/>
                </a:solidFill>
                <a:latin typeface="Times New Roman"/>
                <a:cs typeface="Times New Roman"/>
              </a:rPr>
              <a:t>/</a:t>
            </a:r>
            <a:r>
              <a:rPr sz="1538" spc="56" dirty="0">
                <a:solidFill>
                  <a:srgbClr val="424242"/>
                </a:solidFill>
                <a:latin typeface="Times New Roman"/>
                <a:cs typeface="Times New Roman"/>
              </a:rPr>
              <a:t>TCP</a:t>
            </a:r>
            <a:r>
              <a:rPr sz="1538" spc="127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1538" spc="109" dirty="0">
                <a:solidFill>
                  <a:srgbClr val="545454"/>
                </a:solidFill>
                <a:latin typeface="Times New Roman"/>
                <a:cs typeface="Times New Roman"/>
              </a:rPr>
              <a:t>62</a:t>
            </a:r>
            <a:r>
              <a:rPr sz="1538" spc="109" dirty="0">
                <a:solidFill>
                  <a:srgbClr val="333333"/>
                </a:solidFill>
                <a:latin typeface="Times New Roman"/>
                <a:cs typeface="Times New Roman"/>
              </a:rPr>
              <a:t>5</a:t>
            </a:r>
            <a:r>
              <a:rPr sz="1538" spc="109" dirty="0">
                <a:solidFill>
                  <a:srgbClr val="545454"/>
                </a:solidFill>
                <a:latin typeface="Times New Roman"/>
                <a:cs typeface="Times New Roman"/>
              </a:rPr>
              <a:t>7</a:t>
            </a:r>
            <a:r>
              <a:rPr sz="1275" spc="109" dirty="0">
                <a:solidFill>
                  <a:srgbClr val="545454"/>
                </a:solidFill>
                <a:latin typeface="PMingLiU"/>
                <a:cs typeface="PMingLiU"/>
              </a:rPr>
              <a:t>/lJD</a:t>
            </a:r>
            <a:r>
              <a:rPr sz="1538" spc="109" dirty="0">
                <a:solidFill>
                  <a:srgbClr val="333333"/>
                </a:solidFill>
                <a:latin typeface="Times New Roman"/>
                <a:cs typeface="Times New Roman"/>
              </a:rPr>
              <a:t>P 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688" spc="34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spc="34" dirty="0">
                <a:solidFill>
                  <a:srgbClr val="545454"/>
                </a:solidFill>
                <a:latin typeface="Times New Roman"/>
                <a:cs typeface="Times New Roman"/>
              </a:rPr>
              <a:t>a</a:t>
            </a:r>
            <a:r>
              <a:rPr sz="1538" spc="34" dirty="0">
                <a:solidFill>
                  <a:srgbClr val="333333"/>
                </a:solidFill>
                <a:latin typeface="Times New Roman"/>
                <a:cs typeface="Times New Roman"/>
              </a:rPr>
              <a:t>u</a:t>
            </a:r>
            <a:r>
              <a:rPr sz="1613" spc="34" dirty="0">
                <a:solidFill>
                  <a:srgbClr val="333333"/>
                </a:solidFill>
                <a:latin typeface="PMingLiU"/>
                <a:cs typeface="PMingLiU"/>
              </a:rPr>
              <a:t>lt</a:t>
            </a:r>
            <a:r>
              <a:rPr sz="1613" spc="45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6346</a:t>
            </a:r>
            <a:r>
              <a:rPr sz="1538" spc="56" dirty="0">
                <a:solidFill>
                  <a:srgbClr val="959595"/>
                </a:solidFill>
                <a:latin typeface="Times New Roman"/>
                <a:cs typeface="Times New Roman"/>
              </a:rPr>
              <a:t>/</a:t>
            </a:r>
            <a:r>
              <a:rPr sz="1538" spc="56" dirty="0">
                <a:solidFill>
                  <a:srgbClr val="545454"/>
                </a:solidFill>
                <a:latin typeface="Times New Roman"/>
                <a:cs typeface="Times New Roman"/>
              </a:rPr>
              <a:t>63</a:t>
            </a:r>
            <a:r>
              <a:rPr sz="1538" spc="56" dirty="0">
                <a:solidFill>
                  <a:srgbClr val="333333"/>
                </a:solidFill>
                <a:latin typeface="Times New Roman"/>
                <a:cs typeface="Times New Roman"/>
              </a:rPr>
              <a:t>4</a:t>
            </a:r>
            <a:r>
              <a:rPr sz="1538" spc="56" dirty="0">
                <a:solidFill>
                  <a:srgbClr val="424242"/>
                </a:solidFill>
                <a:latin typeface="Times New Roman"/>
                <a:cs typeface="Times New Roman"/>
              </a:rPr>
              <a:t>7</a:t>
            </a:r>
            <a:r>
              <a:rPr sz="1538" spc="-19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1538" spc="105" dirty="0">
                <a:solidFill>
                  <a:srgbClr val="424242"/>
                </a:solidFill>
                <a:latin typeface="Times New Roman"/>
                <a:cs typeface="Times New Roman"/>
              </a:rPr>
              <a:t>TCP</a:t>
            </a:r>
            <a:r>
              <a:rPr sz="1350" spc="105" dirty="0">
                <a:solidFill>
                  <a:srgbClr val="424242"/>
                </a:solidFill>
                <a:latin typeface="PMingLiU"/>
                <a:cs typeface="PMingLiU"/>
              </a:rPr>
              <a:t>/U</a:t>
            </a:r>
            <a:r>
              <a:rPr sz="1538" spc="105" dirty="0">
                <a:solidFill>
                  <a:srgbClr val="424242"/>
                </a:solidFill>
                <a:latin typeface="Times New Roman"/>
                <a:cs typeface="Times New Roman"/>
              </a:rPr>
              <a:t>DP</a:t>
            </a:r>
            <a:endParaRPr sz="1538">
              <a:latin typeface="Times New Roman"/>
              <a:cs typeface="Times New Roman"/>
            </a:endParaRPr>
          </a:p>
          <a:p>
            <a:pPr marL="9525" marR="3810" indent="-476">
              <a:lnSpc>
                <a:spcPts val="1905"/>
              </a:lnSpc>
              <a:spcBef>
                <a:spcPts val="4"/>
              </a:spcBef>
            </a:pPr>
            <a:r>
              <a:rPr sz="1538" spc="38" dirty="0">
                <a:solidFill>
                  <a:srgbClr val="333333"/>
                </a:solidFill>
                <a:latin typeface="Times New Roman"/>
                <a:cs typeface="Times New Roman"/>
              </a:rPr>
              <a:t>cl</a:t>
            </a:r>
            <a:r>
              <a:rPr sz="1688" spc="38" dirty="0">
                <a:solidFill>
                  <a:srgbClr val="161616"/>
                </a:solidFill>
                <a:latin typeface="PMingLiU"/>
                <a:cs typeface="PMingLiU"/>
              </a:rPr>
              <a:t>i</a:t>
            </a:r>
            <a:r>
              <a:rPr sz="1538" spc="38" dirty="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sz="1725" spc="38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725" spc="-38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41" dirty="0">
                <a:solidFill>
                  <a:srgbClr val="424242"/>
                </a:solidFill>
                <a:latin typeface="Times New Roman"/>
                <a:cs typeface="Times New Roman"/>
              </a:rPr>
              <a:t>de</a:t>
            </a:r>
            <a:r>
              <a:rPr sz="1688" spc="41" dirty="0">
                <a:solidFill>
                  <a:srgbClr val="424242"/>
                </a:solidFill>
                <a:latin typeface="PMingLiU"/>
                <a:cs typeface="PMingLiU"/>
              </a:rPr>
              <a:t>fa</a:t>
            </a:r>
            <a:r>
              <a:rPr sz="1538" spc="41" dirty="0">
                <a:solidFill>
                  <a:srgbClr val="424242"/>
                </a:solidFill>
                <a:latin typeface="Times New Roman"/>
                <a:cs typeface="Times New Roman"/>
              </a:rPr>
              <a:t>ul</a:t>
            </a:r>
            <a:r>
              <a:rPr sz="1538" spc="41" dirty="0">
                <a:solidFill>
                  <a:srgbClr val="424242"/>
                </a:solidFill>
                <a:latin typeface="PMingLiU"/>
                <a:cs typeface="PMingLiU"/>
              </a:rPr>
              <a:t>t</a:t>
            </a:r>
            <a:r>
              <a:rPr sz="1538" spc="-8" dirty="0">
                <a:solidFill>
                  <a:srgbClr val="424242"/>
                </a:solidFill>
                <a:latin typeface="PMingLiU"/>
                <a:cs typeface="PMingLiU"/>
              </a:rPr>
              <a:t> </a:t>
            </a:r>
            <a:r>
              <a:rPr sz="1538" spc="68" dirty="0">
                <a:solidFill>
                  <a:srgbClr val="545454"/>
                </a:solidFill>
                <a:latin typeface="Times New Roman"/>
                <a:cs typeface="Times New Roman"/>
              </a:rPr>
              <a:t>6699</a:t>
            </a:r>
            <a:r>
              <a:rPr sz="1538" spc="19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79" dirty="0">
                <a:solidFill>
                  <a:srgbClr val="424242"/>
                </a:solidFill>
                <a:latin typeface="Times New Roman"/>
                <a:cs typeface="Times New Roman"/>
              </a:rPr>
              <a:t>TCP</a:t>
            </a:r>
            <a:r>
              <a:rPr sz="1538" spc="3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1538" spc="41" dirty="0">
                <a:solidFill>
                  <a:srgbClr val="545454"/>
                </a:solidFill>
                <a:latin typeface="Times New Roman"/>
                <a:cs typeface="Times New Roman"/>
              </a:rPr>
              <a:t>a</a:t>
            </a:r>
            <a:r>
              <a:rPr sz="1613" spc="41" dirty="0">
                <a:solidFill>
                  <a:srgbClr val="333333"/>
                </a:solidFill>
                <a:latin typeface="PMingLiU"/>
                <a:cs typeface="PMingLiU"/>
              </a:rPr>
              <a:t>lt</a:t>
            </a:r>
            <a:r>
              <a:rPr sz="1538" spc="41" dirty="0">
                <a:solidFill>
                  <a:srgbClr val="333333"/>
                </a:solidFill>
                <a:latin typeface="Times New Roman"/>
                <a:cs typeface="Times New Roman"/>
              </a:rPr>
              <a:t>ern</a:t>
            </a:r>
            <a:r>
              <a:rPr sz="1538" spc="41" dirty="0">
                <a:solidFill>
                  <a:srgbClr val="545454"/>
                </a:solidFill>
                <a:latin typeface="Times New Roman"/>
                <a:cs typeface="Times New Roman"/>
              </a:rPr>
              <a:t>a</a:t>
            </a:r>
            <a:r>
              <a:rPr sz="1538" spc="41" dirty="0">
                <a:solidFill>
                  <a:srgbClr val="333333"/>
                </a:solidFill>
                <a:latin typeface="PMingLiU"/>
                <a:cs typeface="PMingLiU"/>
              </a:rPr>
              <a:t>t</a:t>
            </a:r>
            <a:r>
              <a:rPr sz="1538" spc="41" dirty="0">
                <a:solidFill>
                  <a:srgbClr val="545454"/>
                </a:solidFill>
                <a:latin typeface="Times New Roman"/>
                <a:cs typeface="Times New Roman"/>
              </a:rPr>
              <a:t>e</a:t>
            </a:r>
            <a:r>
              <a:rPr sz="1538" spc="113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45" dirty="0">
                <a:solidFill>
                  <a:srgbClr val="424242"/>
                </a:solidFill>
                <a:latin typeface="Times New Roman"/>
                <a:cs typeface="Times New Roman"/>
              </a:rPr>
              <a:t>6600</a:t>
            </a:r>
            <a:r>
              <a:rPr sz="1538" spc="45" dirty="0">
                <a:solidFill>
                  <a:srgbClr val="161616"/>
                </a:solidFill>
                <a:latin typeface="Times New Roman"/>
                <a:cs typeface="Times New Roman"/>
              </a:rPr>
              <a:t>-</a:t>
            </a:r>
            <a:r>
              <a:rPr sz="1538" spc="49" dirty="0">
                <a:solidFill>
                  <a:srgbClr val="545454"/>
                </a:solidFill>
                <a:latin typeface="Times New Roman"/>
                <a:cs typeface="Times New Roman"/>
              </a:rPr>
              <a:t>6699</a:t>
            </a:r>
            <a:r>
              <a:rPr sz="1538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41" dirty="0">
                <a:solidFill>
                  <a:srgbClr val="424242"/>
                </a:solidFill>
                <a:latin typeface="Times New Roman"/>
                <a:cs typeface="Times New Roman"/>
              </a:rPr>
              <a:t>TCP </a:t>
            </a:r>
            <a:r>
              <a:rPr sz="1538" dirty="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sz="1725" dirty="0">
                <a:solidFill>
                  <a:srgbClr val="333333"/>
                </a:solidFill>
                <a:latin typeface="PMingLiU"/>
                <a:cs typeface="PMingLiU"/>
              </a:rPr>
              <a:t>f</a:t>
            </a:r>
            <a:r>
              <a:rPr sz="1538" dirty="0">
                <a:solidFill>
                  <a:srgbClr val="545454"/>
                </a:solidFill>
                <a:latin typeface="Times New Roman"/>
                <a:cs typeface="Times New Roman"/>
              </a:rPr>
              <a:t>au</a:t>
            </a:r>
            <a:r>
              <a:rPr sz="1613" dirty="0">
                <a:solidFill>
                  <a:srgbClr val="333333"/>
                </a:solidFill>
                <a:latin typeface="PMingLiU"/>
                <a:cs typeface="PMingLiU"/>
              </a:rPr>
              <a:t>lt</a:t>
            </a:r>
            <a:r>
              <a:rPr sz="1613" spc="184" dirty="0">
                <a:solidFill>
                  <a:srgbClr val="333333"/>
                </a:solidFill>
                <a:latin typeface="PMingLiU"/>
                <a:cs typeface="PMingLiU"/>
              </a:rPr>
              <a:t> </a:t>
            </a:r>
            <a:r>
              <a:rPr sz="1538" spc="60" dirty="0">
                <a:solidFill>
                  <a:srgbClr val="545454"/>
                </a:solidFill>
                <a:latin typeface="Times New Roman"/>
                <a:cs typeface="Times New Roman"/>
              </a:rPr>
              <a:t>6346</a:t>
            </a:r>
            <a:r>
              <a:rPr sz="1538" spc="68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38" spc="131" dirty="0">
                <a:solidFill>
                  <a:srgbClr val="424242"/>
                </a:solidFill>
                <a:latin typeface="Times New Roman"/>
                <a:cs typeface="Times New Roman"/>
              </a:rPr>
              <a:t>TCP</a:t>
            </a:r>
            <a:r>
              <a:rPr sz="1313" spc="131" dirty="0">
                <a:solidFill>
                  <a:srgbClr val="424242"/>
                </a:solidFill>
                <a:latin typeface="PMingLiU"/>
                <a:cs typeface="PMingLiU"/>
              </a:rPr>
              <a:t>/UD</a:t>
            </a:r>
            <a:r>
              <a:rPr sz="1538" spc="131" dirty="0">
                <a:solidFill>
                  <a:srgbClr val="424242"/>
                </a:solidFill>
                <a:latin typeface="Times New Roman"/>
                <a:cs typeface="Times New Roman"/>
              </a:rPr>
              <a:t>P</a:t>
            </a:r>
            <a:endParaRPr sz="1538">
              <a:latin typeface="Times New Roman"/>
              <a:cs typeface="Times New Roman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171DBD-9FAB-3DF8-2D3E-CC41E7EDB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5043" y="2868035"/>
            <a:ext cx="3093244" cy="1171575"/>
            <a:chOff x="322724" y="3824046"/>
            <a:chExt cx="4124325" cy="1562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0897" y="3824046"/>
              <a:ext cx="3155528" cy="1436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724" y="3985616"/>
              <a:ext cx="4123701" cy="140028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477820" y="3204642"/>
            <a:ext cx="3214211" cy="511969"/>
            <a:chOff x="4446426" y="4272855"/>
            <a:chExt cx="4285615" cy="68262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8411" y="4272855"/>
              <a:ext cx="233078" cy="6821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46426" y="4506237"/>
              <a:ext cx="4052570" cy="0"/>
            </a:xfrm>
            <a:custGeom>
              <a:avLst/>
              <a:gdLst/>
              <a:ahLst/>
              <a:cxnLst/>
              <a:rect l="l" t="t" r="r" b="b"/>
              <a:pathLst>
                <a:path w="4052570">
                  <a:moveTo>
                    <a:pt x="0" y="0"/>
                  </a:moveTo>
                  <a:lnTo>
                    <a:pt x="4051987" y="0"/>
                  </a:lnTo>
                </a:path>
              </a:pathLst>
            </a:custGeom>
            <a:ln w="26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4446426" y="4748595"/>
              <a:ext cx="4052570" cy="0"/>
            </a:xfrm>
            <a:custGeom>
              <a:avLst/>
              <a:gdLst/>
              <a:ahLst/>
              <a:cxnLst/>
              <a:rect l="l" t="t" r="r" b="b"/>
              <a:pathLst>
                <a:path w="4052570">
                  <a:moveTo>
                    <a:pt x="0" y="0"/>
                  </a:moveTo>
                  <a:lnTo>
                    <a:pt x="4051987" y="0"/>
                  </a:lnTo>
                </a:path>
              </a:pathLst>
            </a:custGeom>
            <a:ln w="17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17326" y="322120"/>
            <a:ext cx="4527709" cy="942246"/>
          </a:xfrm>
          <a:prstGeom prst="rect">
            <a:avLst/>
          </a:prstGeom>
        </p:spPr>
        <p:txBody>
          <a:bodyPr vert="horz" wrap="square" lIns="0" tIns="63818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540669" marR="3810" indent="-1531620">
              <a:lnSpc>
                <a:spcPct val="89600"/>
              </a:lnSpc>
              <a:spcBef>
                <a:spcPts val="503"/>
              </a:spcBef>
              <a:tabLst>
                <a:tab pos="1513523" algn="l"/>
                <a:tab pos="2740343" algn="l"/>
              </a:tabLst>
            </a:pPr>
            <a:r>
              <a:rPr sz="2438" spc="116" dirty="0">
                <a:solidFill>
                  <a:srgbClr val="DF3B11"/>
                </a:solidFill>
              </a:rPr>
              <a:t>T</a:t>
            </a:r>
            <a:r>
              <a:rPr sz="2963" spc="116" dirty="0">
                <a:solidFill>
                  <a:srgbClr val="DF3B11"/>
                </a:solidFill>
                <a:latin typeface="PMingLiU"/>
                <a:cs typeface="PMingLiU"/>
              </a:rPr>
              <a:t>i</a:t>
            </a:r>
            <a:r>
              <a:rPr sz="2438" spc="116" dirty="0">
                <a:solidFill>
                  <a:srgbClr val="DF3B11"/>
                </a:solidFill>
              </a:rPr>
              <a:t>mel</a:t>
            </a:r>
            <a:r>
              <a:rPr sz="2963" spc="116" dirty="0">
                <a:solidFill>
                  <a:srgbClr val="DF3B11"/>
                </a:solidFill>
                <a:latin typeface="PMingLiU"/>
                <a:cs typeface="PMingLiU"/>
              </a:rPr>
              <a:t>i</a:t>
            </a:r>
            <a:r>
              <a:rPr sz="2438" spc="116" dirty="0">
                <a:solidFill>
                  <a:srgbClr val="DF3B11"/>
                </a:solidFill>
              </a:rPr>
              <a:t>ne</a:t>
            </a:r>
            <a:r>
              <a:rPr sz="2438" dirty="0">
                <a:solidFill>
                  <a:srgbClr val="DF3B11"/>
                </a:solidFill>
              </a:rPr>
              <a:t>	</a:t>
            </a:r>
            <a:r>
              <a:rPr sz="2438" spc="38" dirty="0">
                <a:solidFill>
                  <a:srgbClr val="DF3B11"/>
                </a:solidFill>
              </a:rPr>
              <a:t>o</a:t>
            </a:r>
            <a:r>
              <a:rPr sz="3413" spc="38" dirty="0">
                <a:solidFill>
                  <a:srgbClr val="DF3B11"/>
                </a:solidFill>
                <a:latin typeface="PMingLiU"/>
                <a:cs typeface="PMingLiU"/>
              </a:rPr>
              <a:t>f</a:t>
            </a:r>
            <a:r>
              <a:rPr sz="3413" spc="390" dirty="0">
                <a:solidFill>
                  <a:srgbClr val="DF3B11"/>
                </a:solidFill>
                <a:latin typeface="PMingLiU"/>
                <a:cs typeface="PMingLiU"/>
              </a:rPr>
              <a:t> </a:t>
            </a:r>
            <a:r>
              <a:rPr sz="2438" spc="-19" dirty="0">
                <a:solidFill>
                  <a:srgbClr val="DF3B11"/>
                </a:solidFill>
              </a:rPr>
              <a:t>P2P</a:t>
            </a:r>
            <a:r>
              <a:rPr sz="2438" dirty="0">
                <a:solidFill>
                  <a:srgbClr val="DF3B11"/>
                </a:solidFill>
              </a:rPr>
              <a:t>	</a:t>
            </a:r>
            <a:r>
              <a:rPr sz="2438" spc="146" dirty="0">
                <a:solidFill>
                  <a:srgbClr val="DF3B11"/>
                </a:solidFill>
              </a:rPr>
              <a:t>ne</a:t>
            </a:r>
            <a:r>
              <a:rPr sz="3188" spc="146" dirty="0">
                <a:solidFill>
                  <a:srgbClr val="DF3B11"/>
                </a:solidFill>
                <a:latin typeface="PMingLiU"/>
                <a:cs typeface="PMingLiU"/>
              </a:rPr>
              <a:t>t</a:t>
            </a:r>
            <a:r>
              <a:rPr sz="2438" spc="146" dirty="0">
                <a:solidFill>
                  <a:srgbClr val="DF3B11"/>
                </a:solidFill>
              </a:rPr>
              <a:t>work</a:t>
            </a:r>
            <a:r>
              <a:rPr sz="2963" spc="146" dirty="0">
                <a:solidFill>
                  <a:srgbClr val="DF3B11"/>
                </a:solidFill>
                <a:latin typeface="PMingLiU"/>
                <a:cs typeface="PMingLiU"/>
              </a:rPr>
              <a:t>i</a:t>
            </a:r>
            <a:r>
              <a:rPr sz="2438" spc="146" dirty="0">
                <a:solidFill>
                  <a:srgbClr val="DF3B11"/>
                </a:solidFill>
              </a:rPr>
              <a:t>n</a:t>
            </a:r>
            <a:r>
              <a:rPr sz="3188" spc="146" dirty="0">
                <a:solidFill>
                  <a:srgbClr val="DF3B11"/>
                </a:solidFill>
                <a:latin typeface="PMingLiU"/>
                <a:cs typeface="PMingLiU"/>
              </a:rPr>
              <a:t>g </a:t>
            </a:r>
            <a:r>
              <a:rPr sz="2438" spc="116" dirty="0">
                <a:solidFill>
                  <a:srgbClr val="DF3B11"/>
                </a:solidFill>
              </a:rPr>
              <a:t>evolu</a:t>
            </a:r>
            <a:r>
              <a:rPr sz="2925" spc="116" dirty="0">
                <a:solidFill>
                  <a:srgbClr val="DF3B11"/>
                </a:solidFill>
                <a:latin typeface="PMingLiU"/>
                <a:cs typeface="PMingLiU"/>
              </a:rPr>
              <a:t>ti</a:t>
            </a:r>
            <a:r>
              <a:rPr sz="2438" spc="116" dirty="0">
                <a:solidFill>
                  <a:srgbClr val="DF3B11"/>
                </a:solidFill>
              </a:rPr>
              <a:t>on</a:t>
            </a:r>
            <a:endParaRPr sz="2438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5936" y="2389222"/>
            <a:ext cx="755333" cy="4456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12859" algn="ctr">
              <a:lnSpc>
                <a:spcPts val="1061"/>
              </a:lnSpc>
              <a:spcBef>
                <a:spcPts val="75"/>
              </a:spcBef>
            </a:pPr>
            <a:r>
              <a:rPr sz="938" spc="45" dirty="0">
                <a:solidFill>
                  <a:srgbClr val="696969"/>
                </a:solidFill>
                <a:latin typeface="Segoe UI Symbol"/>
                <a:cs typeface="Segoe UI Symbol"/>
              </a:rPr>
              <a:t>ARPANET</a:t>
            </a:r>
            <a:endParaRPr sz="938">
              <a:latin typeface="Segoe UI Symbol"/>
              <a:cs typeface="Segoe UI Symbol"/>
            </a:endParaRPr>
          </a:p>
          <a:p>
            <a:pPr algn="ctr">
              <a:lnSpc>
                <a:spcPts val="1181"/>
              </a:lnSpc>
            </a:pPr>
            <a:r>
              <a:rPr sz="1050" dirty="0">
                <a:solidFill>
                  <a:srgbClr val="595959"/>
                </a:solidFill>
                <a:latin typeface="PMingLiU"/>
                <a:cs typeface="PMingLiU"/>
              </a:rPr>
              <a:t>p</a:t>
            </a:r>
            <a:r>
              <a:rPr sz="938" dirty="0">
                <a:solidFill>
                  <a:srgbClr val="909090"/>
                </a:solidFill>
                <a:latin typeface="Segoe UI Symbol"/>
                <a:cs typeface="Segoe UI Symbol"/>
              </a:rPr>
              <a:t>r</a:t>
            </a: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o</a:t>
            </a:r>
            <a:r>
              <a:rPr sz="825" dirty="0">
                <a:solidFill>
                  <a:srgbClr val="696969"/>
                </a:solidFill>
                <a:latin typeface="PMingLiU"/>
                <a:cs typeface="PMingLiU"/>
              </a:rPr>
              <a:t>g</a:t>
            </a:r>
            <a:r>
              <a:rPr sz="825" spc="68" dirty="0">
                <a:solidFill>
                  <a:srgbClr val="696969"/>
                </a:solidFill>
                <a:latin typeface="PMingLiU"/>
                <a:cs typeface="PMingLiU"/>
              </a:rPr>
              <a:t>尺</a:t>
            </a:r>
            <a:r>
              <a:rPr sz="825" spc="45" dirty="0">
                <a:solidFill>
                  <a:srgbClr val="696969"/>
                </a:solidFill>
                <a:latin typeface="PMingLiU"/>
                <a:cs typeface="PMingLiU"/>
              </a:rPr>
              <a:t>t</a:t>
            </a:r>
            <a:r>
              <a:rPr sz="938" spc="45" dirty="0">
                <a:solidFill>
                  <a:srgbClr val="696969"/>
                </a:solidFill>
                <a:latin typeface="Segoe UI Symbol"/>
                <a:cs typeface="Segoe UI Symbol"/>
              </a:rPr>
              <a:t>m</a:t>
            </a:r>
            <a:r>
              <a:rPr sz="675" spc="56" dirty="0">
                <a:solidFill>
                  <a:srgbClr val="696969"/>
                </a:solidFill>
                <a:latin typeface="PMingLiU"/>
                <a:cs typeface="PMingLiU"/>
              </a:rPr>
              <a:t>沁</a:t>
            </a:r>
            <a:r>
              <a:rPr sz="825" spc="19" dirty="0">
                <a:solidFill>
                  <a:srgbClr val="696969"/>
                </a:solidFill>
                <a:latin typeface="Times New Roman"/>
                <a:cs typeface="Times New Roman"/>
              </a:rPr>
              <a:t>CS</a:t>
            </a:r>
            <a:endParaRPr sz="825">
              <a:latin typeface="Times New Roman"/>
              <a:cs typeface="Times New Roman"/>
            </a:endParaRPr>
          </a:p>
          <a:p>
            <a:pPr marR="3810" algn="ctr">
              <a:lnSpc>
                <a:spcPts val="1106"/>
              </a:lnSpc>
            </a:pP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co</a:t>
            </a:r>
            <a:r>
              <a:rPr sz="938" spc="-8" dirty="0">
                <a:solidFill>
                  <a:srgbClr val="595959"/>
                </a:solidFill>
                <a:latin typeface="Segoe UI Symbol"/>
                <a:cs typeface="Segoe UI Symbol"/>
              </a:rPr>
              <a:t>m</a:t>
            </a:r>
            <a:r>
              <a:rPr sz="938" spc="-8" dirty="0">
                <a:solidFill>
                  <a:srgbClr val="595959"/>
                </a:solidFill>
                <a:latin typeface="PMingLiU"/>
                <a:cs typeface="PMingLiU"/>
              </a:rPr>
              <a:t>pletl</a:t>
            </a:r>
            <a:r>
              <a:rPr sz="938" spc="-8" dirty="0">
                <a:solidFill>
                  <a:srgbClr val="595959"/>
                </a:solidFill>
                <a:latin typeface="Segoe UI Symbol"/>
                <a:cs typeface="Segoe UI Symbol"/>
              </a:rPr>
              <a:t>o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n.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9751" y="2936490"/>
            <a:ext cx="29146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26" dirty="0">
                <a:solidFill>
                  <a:srgbClr val="8EAF8E"/>
                </a:solidFill>
                <a:latin typeface="Times New Roman"/>
                <a:cs typeface="Times New Roman"/>
              </a:rPr>
              <a:t>1966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5395" y="2383612"/>
            <a:ext cx="870109" cy="458298"/>
          </a:xfrm>
          <a:prstGeom prst="rect">
            <a:avLst/>
          </a:prstGeom>
        </p:spPr>
        <p:txBody>
          <a:bodyPr vert="horz" wrap="square" lIns="0" tIns="34766" rIns="0" bIns="0" rtlCol="0">
            <a:spAutoFit/>
          </a:bodyPr>
          <a:lstStyle/>
          <a:p>
            <a:pPr marL="240983" marR="3810" indent="-231934">
              <a:lnSpc>
                <a:spcPts val="1110"/>
              </a:lnSpc>
              <a:spcBef>
                <a:spcPts val="274"/>
              </a:spcBef>
            </a:pPr>
            <a:r>
              <a:rPr sz="938" spc="68" dirty="0">
                <a:solidFill>
                  <a:srgbClr val="7E7E7E"/>
                </a:solidFill>
                <a:latin typeface="Segoe UI Symbol"/>
                <a:cs typeface="Segoe UI Symbol"/>
              </a:rPr>
              <a:t>TCP</a:t>
            </a:r>
            <a:r>
              <a:rPr sz="713" spc="68" dirty="0">
                <a:solidFill>
                  <a:srgbClr val="7E7E7E"/>
                </a:solidFill>
                <a:latin typeface="PMingLiU"/>
                <a:cs typeface="PMingLiU"/>
              </a:rPr>
              <a:t>/I</a:t>
            </a:r>
            <a:r>
              <a:rPr sz="938" spc="68" dirty="0">
                <a:solidFill>
                  <a:srgbClr val="7E7E7E"/>
                </a:solidFill>
                <a:latin typeface="Segoe UI Symbol"/>
                <a:cs typeface="Segoe UI Symbol"/>
              </a:rPr>
              <a:t>P</a:t>
            </a:r>
            <a:r>
              <a:rPr sz="938" spc="83" dirty="0">
                <a:solidFill>
                  <a:srgbClr val="7E7E7E"/>
                </a:solidFill>
                <a:latin typeface="Segoe UI Symbol"/>
                <a:cs typeface="Segoe UI Symbol"/>
              </a:rPr>
              <a:t> </a:t>
            </a:r>
            <a:r>
              <a:rPr sz="1088" spc="-8" dirty="0">
                <a:solidFill>
                  <a:srgbClr val="909090"/>
                </a:solidFill>
                <a:latin typeface="PMingLiU"/>
                <a:cs typeface="PMingLiU"/>
              </a:rPr>
              <a:t>proto</a:t>
            </a:r>
            <a:r>
              <a:rPr sz="938" spc="-8" dirty="0">
                <a:solidFill>
                  <a:srgbClr val="909090"/>
                </a:solidFill>
                <a:latin typeface="Segoe UI Symbol"/>
                <a:cs typeface="Segoe UI Symbol"/>
              </a:rPr>
              <a:t>col 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su</a:t>
            </a:r>
            <a:r>
              <a:rPr sz="1013" spc="-8" dirty="0">
                <a:solidFill>
                  <a:srgbClr val="7E7E7E"/>
                </a:solidFill>
                <a:latin typeface="PMingLiU"/>
                <a:cs typeface="PMingLiU"/>
              </a:rPr>
              <a:t>ct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e</a:t>
            </a:r>
            <a:r>
              <a:rPr sz="1013" spc="-8" dirty="0">
                <a:solidFill>
                  <a:srgbClr val="7E7E7E"/>
                </a:solidFill>
                <a:latin typeface="PMingLiU"/>
                <a:cs typeface="PMingLiU"/>
              </a:rPr>
              <a:t>i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s</a:t>
            </a:r>
            <a:endParaRPr sz="938">
              <a:latin typeface="Segoe UI Symbol"/>
              <a:cs typeface="Segoe UI Symbol"/>
            </a:endParaRPr>
          </a:p>
          <a:p>
            <a:pPr marL="76676">
              <a:lnSpc>
                <a:spcPts val="1099"/>
              </a:lnSpc>
            </a:pPr>
            <a:r>
              <a:rPr sz="750" spc="172" dirty="0">
                <a:solidFill>
                  <a:srgbClr val="7E7E7E"/>
                </a:solidFill>
                <a:latin typeface="PMingLiU"/>
                <a:cs typeface="PMingLiU"/>
              </a:rPr>
              <a:t>如</a:t>
            </a:r>
            <a:r>
              <a:rPr sz="938" spc="90" dirty="0">
                <a:solidFill>
                  <a:srgbClr val="7E7E7E"/>
                </a:solidFill>
                <a:latin typeface="Segoe UI Symbol"/>
                <a:cs typeface="Segoe UI Symbol"/>
              </a:rPr>
              <a:t>dard</a:t>
            </a:r>
            <a:r>
              <a:rPr sz="1013" spc="90" dirty="0">
                <a:solidFill>
                  <a:srgbClr val="A3A3A3"/>
                </a:solidFill>
                <a:latin typeface="PMingLiU"/>
                <a:cs typeface="PMingLiU"/>
              </a:rPr>
              <a:t>i</a:t>
            </a:r>
            <a:r>
              <a:rPr sz="938" spc="90" dirty="0">
                <a:solidFill>
                  <a:srgbClr val="7E7E7E"/>
                </a:solidFill>
                <a:latin typeface="Segoe UI Symbol"/>
                <a:cs typeface="Segoe UI Symbol"/>
              </a:rPr>
              <a:t>sed.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20789" y="2265238"/>
            <a:ext cx="902970" cy="589488"/>
          </a:xfrm>
          <a:prstGeom prst="rect">
            <a:avLst/>
          </a:prstGeom>
        </p:spPr>
        <p:txBody>
          <a:bodyPr vert="horz" wrap="square" lIns="0" tIns="19526" rIns="0" bIns="0" rtlCol="0">
            <a:spAutoFit/>
          </a:bodyPr>
          <a:lstStyle/>
          <a:p>
            <a:pPr marL="9525" marR="3810" indent="20479" algn="ctr">
              <a:lnSpc>
                <a:spcPct val="93600"/>
              </a:lnSpc>
              <a:spcBef>
                <a:spcPts val="153"/>
              </a:spcBef>
            </a:pPr>
            <a:r>
              <a:rPr sz="938" spc="41" dirty="0">
                <a:solidFill>
                  <a:srgbClr val="696969"/>
                </a:solidFill>
                <a:latin typeface="Segoe UI Symbol"/>
                <a:cs typeface="Segoe UI Symbol"/>
              </a:rPr>
              <a:t>Conce</a:t>
            </a:r>
            <a:r>
              <a:rPr sz="938" spc="79" dirty="0">
                <a:solidFill>
                  <a:srgbClr val="696969"/>
                </a:solidFill>
                <a:latin typeface="PMingLiU"/>
                <a:cs typeface="PMingLiU"/>
              </a:rPr>
              <a:t>以</a:t>
            </a:r>
            <a:r>
              <a:rPr sz="938" spc="23" dirty="0">
                <a:solidFill>
                  <a:srgbClr val="696969"/>
                </a:solidFill>
                <a:latin typeface="Segoe UI Symbol"/>
                <a:cs typeface="Segoe UI Symbol"/>
              </a:rPr>
              <a:t>o</a:t>
            </a:r>
            <a:r>
              <a:rPr sz="1013" spc="23" dirty="0">
                <a:solidFill>
                  <a:srgbClr val="696969"/>
                </a:solidFill>
                <a:latin typeface="PMingLiU"/>
                <a:cs typeface="PMingLiU"/>
              </a:rPr>
              <a:t>f</a:t>
            </a:r>
            <a:r>
              <a:rPr sz="938" spc="23" dirty="0">
                <a:solidFill>
                  <a:srgbClr val="696969"/>
                </a:solidFill>
                <a:latin typeface="Segoe UI Symbol"/>
                <a:cs typeface="Segoe UI Symbol"/>
              </a:rPr>
              <a:t>an </a:t>
            </a:r>
            <a:r>
              <a:rPr sz="938" spc="41" dirty="0">
                <a:solidFill>
                  <a:srgbClr val="696969"/>
                </a:solidFill>
                <a:latin typeface="Segoe UI Symbol"/>
                <a:cs typeface="Segoe UI Symbol"/>
              </a:rPr>
              <a:t>AS </a:t>
            </a:r>
            <a:r>
              <a:rPr sz="900" dirty="0">
                <a:solidFill>
                  <a:srgbClr val="696969"/>
                </a:solidFill>
                <a:latin typeface="PMingLiU"/>
                <a:cs typeface="PMingLiU"/>
              </a:rPr>
              <a:t>i</a:t>
            </a: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s</a:t>
            </a:r>
            <a:r>
              <a:rPr sz="938" spc="113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00" spc="71" dirty="0">
                <a:solidFill>
                  <a:srgbClr val="A3A3A3"/>
                </a:solidFill>
                <a:latin typeface="PMingLiU"/>
                <a:cs typeface="PMingLiU"/>
              </a:rPr>
              <a:t>i</a:t>
            </a:r>
            <a:r>
              <a:rPr sz="938" spc="71" dirty="0">
                <a:solidFill>
                  <a:srgbClr val="7E7E7E"/>
                </a:solidFill>
                <a:latin typeface="Segoe UI Symbol"/>
                <a:cs typeface="Segoe UI Symbol"/>
              </a:rPr>
              <a:t>nlrod</a:t>
            </a:r>
            <a:r>
              <a:rPr sz="675" spc="124" dirty="0">
                <a:solidFill>
                  <a:srgbClr val="7E7E7E"/>
                </a:solidFill>
                <a:latin typeface="PMingLiU"/>
                <a:cs typeface="PMingLiU"/>
              </a:rPr>
              <a:t>心</a:t>
            </a:r>
            <a:r>
              <a:rPr sz="938" spc="60" dirty="0">
                <a:solidFill>
                  <a:srgbClr val="7E7E7E"/>
                </a:solidFill>
                <a:latin typeface="Segoe UI Symbol"/>
                <a:cs typeface="Segoe UI Symbol"/>
              </a:rPr>
              <a:t>d </a:t>
            </a:r>
            <a:r>
              <a:rPr sz="975" spc="-8" dirty="0">
                <a:solidFill>
                  <a:srgbClr val="595959"/>
                </a:solidFill>
                <a:latin typeface="PMingLiU"/>
                <a:cs typeface="PMingLiU"/>
              </a:rPr>
              <a:t>f</a:t>
            </a:r>
            <a:r>
              <a:rPr sz="938" spc="-8" dirty="0">
                <a:solidFill>
                  <a:srgbClr val="909090"/>
                </a:solidFill>
                <a:latin typeface="Segoe UI Symbol"/>
                <a:cs typeface="Segoe UI Symbol"/>
              </a:rPr>
              <a:t>o</a:t>
            </a: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r</a:t>
            </a:r>
            <a:r>
              <a:rPr sz="938" spc="-53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n</a:t>
            </a:r>
            <a:r>
              <a:rPr sz="675" dirty="0">
                <a:solidFill>
                  <a:srgbClr val="7E7E7E"/>
                </a:solidFill>
                <a:latin typeface="PMingLiU"/>
                <a:cs typeface="PMingLiU"/>
              </a:rPr>
              <a:t>引WOf1</a:t>
            </a:r>
            <a:r>
              <a:rPr sz="675" spc="113" dirty="0">
                <a:solidFill>
                  <a:srgbClr val="7E7E7E"/>
                </a:solidFill>
                <a:latin typeface="PMingLiU"/>
                <a:cs typeface="PMingLiU"/>
              </a:rPr>
              <a:t>&lt; </a:t>
            </a:r>
            <a:r>
              <a:rPr sz="938" spc="60" dirty="0">
                <a:solidFill>
                  <a:srgbClr val="7E7E7E"/>
                </a:solidFill>
                <a:latin typeface="Segoe UI Symbol"/>
                <a:cs typeface="Segoe UI Symbol"/>
              </a:rPr>
              <a:t>la</a:t>
            </a:r>
            <a:r>
              <a:rPr sz="563" spc="60" dirty="0">
                <a:solidFill>
                  <a:srgbClr val="7E7E7E"/>
                </a:solidFill>
                <a:latin typeface="PMingLiU"/>
                <a:cs typeface="PMingLiU"/>
              </a:rPr>
              <a:t>y</a:t>
            </a:r>
            <a:r>
              <a:rPr sz="563" spc="68" dirty="0">
                <a:solidFill>
                  <a:srgbClr val="7E7E7E"/>
                </a:solidFill>
                <a:latin typeface="PMingLiU"/>
                <a:cs typeface="PMingLiU"/>
              </a:rPr>
              <a:t>百 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rou</a:t>
            </a:r>
            <a:r>
              <a:rPr sz="1013" spc="-8" dirty="0">
                <a:solidFill>
                  <a:srgbClr val="7E7E7E"/>
                </a:solidFill>
                <a:latin typeface="PMingLiU"/>
                <a:cs typeface="PMingLiU"/>
              </a:rPr>
              <a:t>ti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n</a:t>
            </a:r>
            <a:r>
              <a:rPr sz="1013" spc="-8" dirty="0">
                <a:solidFill>
                  <a:srgbClr val="7E7E7E"/>
                </a:solidFill>
                <a:latin typeface="PMingLiU"/>
                <a:cs typeface="PMingLiU"/>
              </a:rPr>
              <a:t>g</a:t>
            </a:r>
            <a:r>
              <a:rPr sz="1013" spc="-8" dirty="0">
                <a:solidFill>
                  <a:srgbClr val="A3A3A3"/>
                </a:solidFill>
                <a:latin typeface="PMingLiU"/>
                <a:cs typeface="PMingLiU"/>
              </a:rPr>
              <a:t>.</a:t>
            </a:r>
            <a:endParaRPr sz="1013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54047" y="2268044"/>
            <a:ext cx="902018" cy="583334"/>
          </a:xfrm>
          <a:prstGeom prst="rect">
            <a:avLst/>
          </a:prstGeom>
        </p:spPr>
        <p:txBody>
          <a:bodyPr vert="horz" wrap="square" lIns="0" tIns="37624" rIns="0" bIns="0" rtlCol="0">
            <a:spAutoFit/>
          </a:bodyPr>
          <a:lstStyle/>
          <a:p>
            <a:pPr marL="165259" marR="120491" indent="-133350">
              <a:lnSpc>
                <a:spcPct val="80200"/>
              </a:lnSpc>
              <a:spcBef>
                <a:spcPts val="296"/>
              </a:spcBef>
            </a:pPr>
            <a:r>
              <a:rPr sz="938" spc="270" dirty="0">
                <a:solidFill>
                  <a:srgbClr val="696969"/>
                </a:solidFill>
                <a:latin typeface="Segoe UI Symbol"/>
                <a:cs typeface="Segoe UI Symbol"/>
              </a:rPr>
              <a:t>W</a:t>
            </a:r>
            <a:r>
              <a:rPr sz="750" spc="225" dirty="0">
                <a:solidFill>
                  <a:srgbClr val="696969"/>
                </a:solidFill>
                <a:latin typeface="PMingLiU"/>
                <a:cs typeface="PMingLiU"/>
              </a:rPr>
              <a:t>叩</a:t>
            </a:r>
            <a:r>
              <a:rPr sz="938" spc="120" dirty="0">
                <a:solidFill>
                  <a:srgbClr val="696969"/>
                </a:solidFill>
                <a:latin typeface="Segoe UI Symbol"/>
                <a:cs typeface="Segoe UI Symbol"/>
              </a:rPr>
              <a:t>relea</a:t>
            </a:r>
            <a:r>
              <a:rPr sz="825" spc="210" dirty="0">
                <a:solidFill>
                  <a:srgbClr val="696969"/>
                </a:solidFill>
                <a:latin typeface="PMingLiU"/>
                <a:cs typeface="PMingLiU"/>
              </a:rPr>
              <a:t>函 </a:t>
            </a: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b</a:t>
            </a:r>
            <a:r>
              <a:rPr sz="1200" dirty="0">
                <a:solidFill>
                  <a:srgbClr val="696969"/>
                </a:solidFill>
                <a:latin typeface="PMingLiU"/>
                <a:cs typeface="PMingLiU"/>
              </a:rPr>
              <a:t>y</a:t>
            </a:r>
            <a:r>
              <a:rPr sz="1200" spc="-79" dirty="0">
                <a:solidFill>
                  <a:srgbClr val="696969"/>
                </a:solidFill>
                <a:latin typeface="PMingLiU"/>
                <a:cs typeface="PMingLiU"/>
              </a:rPr>
              <a:t> </a:t>
            </a:r>
            <a:r>
              <a:rPr sz="938" spc="71" dirty="0">
                <a:solidFill>
                  <a:srgbClr val="7E7E7E"/>
                </a:solidFill>
                <a:latin typeface="Segoe UI Symbol"/>
                <a:cs typeface="Segoe UI Symbol"/>
              </a:rPr>
              <a:t>CERN;</a:t>
            </a:r>
            <a:endParaRPr sz="938">
              <a:latin typeface="Segoe UI Symbol"/>
              <a:cs typeface="Segoe UI Symbol"/>
            </a:endParaRPr>
          </a:p>
          <a:p>
            <a:pPr marL="76676">
              <a:lnSpc>
                <a:spcPts val="990"/>
              </a:lnSpc>
            </a:pPr>
            <a:r>
              <a:rPr sz="938" spc="98" dirty="0">
                <a:solidFill>
                  <a:srgbClr val="696969"/>
                </a:solidFill>
                <a:latin typeface="Segoe UI Symbol"/>
                <a:cs typeface="Segoe UI Symbol"/>
              </a:rPr>
              <a:t>In</a:t>
            </a:r>
            <a:r>
              <a:rPr sz="563" spc="98" dirty="0">
                <a:solidFill>
                  <a:srgbClr val="696969"/>
                </a:solidFill>
                <a:latin typeface="PMingLiU"/>
                <a:cs typeface="PMingLiU"/>
              </a:rPr>
              <a:t>t</a:t>
            </a:r>
            <a:r>
              <a:rPr sz="563" spc="184" dirty="0">
                <a:solidFill>
                  <a:srgbClr val="696969"/>
                </a:solidFill>
                <a:latin typeface="PMingLiU"/>
                <a:cs typeface="PMingLiU"/>
              </a:rPr>
              <a:t>的</a:t>
            </a:r>
            <a:r>
              <a:rPr sz="938" spc="180" dirty="0">
                <a:solidFill>
                  <a:srgbClr val="696969"/>
                </a:solidFill>
                <a:latin typeface="Segoe UI Symbol"/>
                <a:cs typeface="Segoe UI Symbol"/>
              </a:rPr>
              <a:t>d</a:t>
            </a:r>
            <a:r>
              <a:rPr sz="713" spc="233" dirty="0">
                <a:solidFill>
                  <a:srgbClr val="696969"/>
                </a:solidFill>
                <a:latin typeface="PMingLiU"/>
                <a:cs typeface="PMingLiU"/>
              </a:rPr>
              <a:t>的</a:t>
            </a:r>
            <a:r>
              <a:rPr sz="938" spc="146" dirty="0">
                <a:solidFill>
                  <a:srgbClr val="696969"/>
                </a:solidFill>
                <a:latin typeface="Segoe UI Symbol"/>
                <a:cs typeface="Segoe UI Symbol"/>
              </a:rPr>
              <a:t>as</a:t>
            </a:r>
            <a:r>
              <a:rPr sz="938" spc="15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38" spc="120" dirty="0">
                <a:solidFill>
                  <a:srgbClr val="7E7E7E"/>
                </a:solidFill>
                <a:latin typeface="Segoe UI Symbol"/>
                <a:cs typeface="Segoe UI Symbol"/>
              </a:rPr>
              <a:t>a</a:t>
            </a:r>
            <a:endParaRPr sz="938">
              <a:latin typeface="Segoe UI Symbol"/>
              <a:cs typeface="Segoe UI Symbol"/>
            </a:endParaRPr>
          </a:p>
          <a:p>
            <a:pPr marL="9525">
              <a:lnSpc>
                <a:spcPts val="1196"/>
              </a:lnSpc>
            </a:pP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P2P</a:t>
            </a:r>
            <a:r>
              <a:rPr sz="1013" spc="-8" dirty="0">
                <a:solidFill>
                  <a:srgbClr val="909090"/>
                </a:solidFill>
                <a:latin typeface="PMingLiU"/>
                <a:cs typeface="PMingLiU"/>
              </a:rPr>
              <a:t>!pl)lic.lli0!'1.</a:t>
            </a:r>
            <a:endParaRPr sz="1013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2562" y="2689364"/>
            <a:ext cx="878681" cy="165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38" dirty="0">
                <a:solidFill>
                  <a:srgbClr val="909090"/>
                </a:solidFill>
                <a:latin typeface="Segoe UI Symbol"/>
                <a:cs typeface="Segoe UI Symbol"/>
              </a:rPr>
              <a:t>IC</a:t>
            </a:r>
            <a:r>
              <a:rPr sz="975" dirty="0">
                <a:solidFill>
                  <a:srgbClr val="696969"/>
                </a:solidFill>
                <a:latin typeface="PMingLiU"/>
                <a:cs typeface="PMingLiU"/>
              </a:rPr>
              <a:t>Q</a:t>
            </a:r>
            <a:r>
              <a:rPr sz="975" spc="214" dirty="0">
                <a:solidFill>
                  <a:srgbClr val="696969"/>
                </a:solidFill>
                <a:latin typeface="PMingLiU"/>
                <a:cs typeface="PMingLiU"/>
              </a:rPr>
              <a:t> </a:t>
            </a:r>
            <a:r>
              <a:rPr sz="1013" dirty="0">
                <a:solidFill>
                  <a:srgbClr val="7E7E7E"/>
                </a:solidFill>
                <a:latin typeface="PMingLiU"/>
                <a:cs typeface="PMingLiU"/>
              </a:rPr>
              <a:t>is</a:t>
            </a:r>
            <a:r>
              <a:rPr sz="1013" spc="-4" dirty="0">
                <a:solidFill>
                  <a:srgbClr val="7E7E7E"/>
                </a:solidFill>
                <a:latin typeface="PMingLiU"/>
                <a:cs typeface="PMingLiU"/>
              </a:rPr>
              <a:t> </a:t>
            </a:r>
            <a:r>
              <a:rPr sz="938" spc="-8" dirty="0">
                <a:solidFill>
                  <a:srgbClr val="484848"/>
                </a:solidFill>
                <a:latin typeface="Segoe UI Symbol"/>
                <a:cs typeface="Segoe UI Symbol"/>
              </a:rPr>
              <a:t>l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aunched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73676" y="1378839"/>
            <a:ext cx="933450" cy="1495826"/>
          </a:xfrm>
          <a:prstGeom prst="rect">
            <a:avLst/>
          </a:prstGeom>
        </p:spPr>
        <p:txBody>
          <a:bodyPr vert="horz" wrap="square" lIns="0" tIns="30004" rIns="0" bIns="0" rtlCol="0">
            <a:spAutoFit/>
          </a:bodyPr>
          <a:lstStyle/>
          <a:p>
            <a:pPr marL="9525" marR="3810" indent="953" algn="ctr">
              <a:lnSpc>
                <a:spcPct val="89800"/>
              </a:lnSpc>
              <a:spcBef>
                <a:spcPts val="236"/>
              </a:spcBef>
            </a:pP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P2P</a:t>
            </a:r>
            <a:r>
              <a:rPr sz="938" spc="244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ne</a:t>
            </a:r>
            <a:r>
              <a:rPr sz="713" spc="-8" dirty="0">
                <a:solidFill>
                  <a:srgbClr val="7E7E7E"/>
                </a:solidFill>
                <a:latin typeface="PMingLiU"/>
                <a:cs typeface="PMingLiU"/>
              </a:rPr>
              <a:t>切()11&lt;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In</a:t>
            </a:r>
            <a:r>
              <a:rPr sz="1313" spc="-8" dirty="0">
                <a:solidFill>
                  <a:srgbClr val="7E7E7E"/>
                </a:solidFill>
                <a:latin typeface="PMingLiU"/>
                <a:cs typeface="PMingLiU"/>
              </a:rPr>
              <a:t>g </a:t>
            </a: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a</a:t>
            </a:r>
            <a:r>
              <a:rPr sz="1013" dirty="0">
                <a:solidFill>
                  <a:srgbClr val="7E7E7E"/>
                </a:solidFill>
                <a:latin typeface="PMingLiU"/>
                <a:cs typeface="PMingLiU"/>
              </a:rPr>
              <a:t>t</a:t>
            </a: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Imc</a:t>
            </a:r>
            <a:r>
              <a:rPr sz="713" spc="45" dirty="0">
                <a:solidFill>
                  <a:srgbClr val="7E7E7E"/>
                </a:solidFill>
                <a:latin typeface="PMingLiU"/>
                <a:cs typeface="PMingLiU"/>
              </a:rPr>
              <a:t>飞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a</a:t>
            </a:r>
            <a:r>
              <a:rPr sz="1013" spc="-8" dirty="0">
                <a:solidFill>
                  <a:srgbClr val="7E7E7E"/>
                </a:solidFill>
                <a:latin typeface="PMingLiU"/>
                <a:cs typeface="PMingLiU"/>
              </a:rPr>
              <a:t>tt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en</a:t>
            </a:r>
            <a:r>
              <a:rPr sz="1013" spc="-8" dirty="0">
                <a:solidFill>
                  <a:srgbClr val="7E7E7E"/>
                </a:solidFill>
                <a:latin typeface="PMingLiU"/>
                <a:cs typeface="PMingLiU"/>
              </a:rPr>
              <a:t>ti</a:t>
            </a:r>
            <a:r>
              <a:rPr sz="938" spc="-8" dirty="0">
                <a:solidFill>
                  <a:srgbClr val="A3A3A3"/>
                </a:solidFill>
                <a:latin typeface="Segoe UI Symbol"/>
                <a:cs typeface="Segoe UI Symbol"/>
              </a:rPr>
              <a:t>o</a:t>
            </a:r>
            <a:r>
              <a:rPr sz="938" spc="-8" dirty="0">
                <a:solidFill>
                  <a:srgbClr val="595959"/>
                </a:solidFill>
                <a:latin typeface="Segoe UI Symbol"/>
                <a:cs typeface="Segoe UI Symbol"/>
              </a:rPr>
              <a:t>n </a:t>
            </a:r>
            <a:r>
              <a:rPr sz="938" dirty="0">
                <a:solidFill>
                  <a:srgbClr val="909090"/>
                </a:solidFill>
                <a:latin typeface="Segoe UI Symbol"/>
                <a:cs typeface="Segoe UI Symbol"/>
              </a:rPr>
              <a:t>due</a:t>
            </a:r>
            <a:r>
              <a:rPr sz="938" spc="23" dirty="0">
                <a:solidFill>
                  <a:srgbClr val="909090"/>
                </a:solidFill>
                <a:latin typeface="Segoe UI Symbol"/>
                <a:cs typeface="Segoe UI Symbol"/>
              </a:rPr>
              <a:t> </a:t>
            </a:r>
            <a:r>
              <a:rPr sz="1013" spc="-8" dirty="0">
                <a:solidFill>
                  <a:srgbClr val="696969"/>
                </a:solidFill>
                <a:latin typeface="PMingLiU"/>
                <a:cs typeface="PMingLiU"/>
              </a:rPr>
              <a:t>t</a:t>
            </a:r>
            <a:r>
              <a:rPr sz="938" spc="-8" dirty="0">
                <a:solidFill>
                  <a:srgbClr val="909090"/>
                </a:solidFill>
                <a:latin typeface="Segoe UI Symbol"/>
                <a:cs typeface="Segoe UI Symbol"/>
              </a:rPr>
              <a:t>o</a:t>
            </a:r>
            <a:r>
              <a:rPr sz="938" spc="-124" dirty="0">
                <a:solidFill>
                  <a:srgbClr val="909090"/>
                </a:solidFill>
                <a:latin typeface="Segoe UI Symbol"/>
                <a:cs typeface="Segoe UI Symbol"/>
              </a:rPr>
              <a:t> </a:t>
            </a:r>
            <a:r>
              <a:rPr sz="938" spc="45" dirty="0">
                <a:solidFill>
                  <a:srgbClr val="595959"/>
                </a:solidFill>
                <a:latin typeface="Segoe UI Symbol"/>
                <a:cs typeface="Segoe UI Symbol"/>
              </a:rPr>
              <a:t>N</a:t>
            </a:r>
            <a:r>
              <a:rPr sz="938" spc="45" dirty="0">
                <a:solidFill>
                  <a:srgbClr val="7E7E7E"/>
                </a:solidFill>
                <a:latin typeface="Segoe UI Symbol"/>
                <a:cs typeface="Segoe UI Symbol"/>
              </a:rPr>
              <a:t>a</a:t>
            </a:r>
            <a:r>
              <a:rPr sz="1125" spc="45" dirty="0">
                <a:solidFill>
                  <a:srgbClr val="7E7E7E"/>
                </a:solidFill>
                <a:latin typeface="PMingLiU"/>
                <a:cs typeface="PMingLiU"/>
              </a:rPr>
              <a:t>p</a:t>
            </a:r>
            <a:r>
              <a:rPr sz="938" spc="45" dirty="0">
                <a:solidFill>
                  <a:srgbClr val="7E7E7E"/>
                </a:solidFill>
                <a:latin typeface="Segoe UI Symbol"/>
                <a:cs typeface="Segoe UI Symbol"/>
              </a:rPr>
              <a:t>s</a:t>
            </a:r>
            <a:r>
              <a:rPr sz="713" spc="60" dirty="0">
                <a:solidFill>
                  <a:srgbClr val="7E7E7E"/>
                </a:solidFill>
                <a:latin typeface="PMingLiU"/>
                <a:cs typeface="PMingLiU"/>
              </a:rPr>
              <a:t>记</a:t>
            </a:r>
            <a:r>
              <a:rPr sz="938" spc="-19" dirty="0">
                <a:solidFill>
                  <a:srgbClr val="7E7E7E"/>
                </a:solidFill>
                <a:latin typeface="Segoe UI Symbol"/>
                <a:cs typeface="Segoe UI Symbol"/>
              </a:rPr>
              <a:t>r; </a:t>
            </a:r>
            <a:r>
              <a:rPr sz="938" spc="15" dirty="0">
                <a:solidFill>
                  <a:srgbClr val="7E7E7E"/>
                </a:solidFill>
                <a:latin typeface="Segoe UI Symbol"/>
                <a:cs typeface="Segoe UI Symbol"/>
              </a:rPr>
              <a:t>several </a:t>
            </a:r>
            <a:r>
              <a:rPr sz="938" spc="8" dirty="0">
                <a:solidFill>
                  <a:srgbClr val="696969"/>
                </a:solidFill>
                <a:latin typeface="Segoe UI Symbol"/>
                <a:cs typeface="Segoe UI Symbol"/>
              </a:rPr>
              <a:t>n</a:t>
            </a:r>
            <a:r>
              <a:rPr sz="750" spc="8" dirty="0">
                <a:solidFill>
                  <a:srgbClr val="696969"/>
                </a:solidFill>
                <a:latin typeface="PMingLiU"/>
                <a:cs typeface="PMingLiU"/>
              </a:rPr>
              <a:t>义</a:t>
            </a:r>
            <a:r>
              <a:rPr sz="938" spc="-15" dirty="0">
                <a:solidFill>
                  <a:srgbClr val="696969"/>
                </a:solidFill>
                <a:latin typeface="Segoe UI Symbol"/>
                <a:cs typeface="Segoe UI Symbol"/>
              </a:rPr>
              <a:t>works </a:t>
            </a:r>
            <a:r>
              <a:rPr sz="863" spc="-23" dirty="0">
                <a:solidFill>
                  <a:srgbClr val="7E7E7E"/>
                </a:solidFill>
                <a:latin typeface="PMingLiU"/>
                <a:cs typeface="PMingLiU"/>
              </a:rPr>
              <a:t>I.a</a:t>
            </a:r>
            <a:r>
              <a:rPr sz="938" spc="-23" dirty="0">
                <a:solidFill>
                  <a:srgbClr val="7E7E7E"/>
                </a:solidFill>
                <a:latin typeface="Segoe UI Symbol"/>
                <a:cs typeface="Segoe UI Symbol"/>
              </a:rPr>
              <a:t>u</a:t>
            </a:r>
            <a:r>
              <a:rPr sz="525" spc="-26" dirty="0">
                <a:solidFill>
                  <a:srgbClr val="7E7E7E"/>
                </a:solidFill>
                <a:latin typeface="PMingLiU"/>
                <a:cs typeface="PMingLiU"/>
              </a:rPr>
              <a:t>广</a:t>
            </a: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ched</a:t>
            </a:r>
            <a:r>
              <a:rPr sz="938" spc="4" dirty="0">
                <a:solidFill>
                  <a:srgbClr val="7E7E7E"/>
                </a:solidFill>
                <a:latin typeface="Segoe UI Symbol"/>
                <a:cs typeface="Segoe UI Symbol"/>
              </a:rPr>
              <a:t> </a:t>
            </a:r>
            <a:r>
              <a:rPr sz="1088" spc="-15" dirty="0">
                <a:solidFill>
                  <a:srgbClr val="696969"/>
                </a:solidFill>
                <a:latin typeface="PMingLiU"/>
                <a:cs typeface="PMingLiU"/>
              </a:rPr>
              <a:t>t</a:t>
            </a:r>
            <a:r>
              <a:rPr sz="938" spc="-15" dirty="0">
                <a:solidFill>
                  <a:srgbClr val="696969"/>
                </a:solidFill>
                <a:latin typeface="Segoe UI Symbol"/>
                <a:cs typeface="Segoe UI Symbol"/>
              </a:rPr>
              <a:t>o</a:t>
            </a:r>
            <a:r>
              <a:rPr sz="938" spc="-49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38" spc="-15" dirty="0">
                <a:solidFill>
                  <a:srgbClr val="7E7E7E"/>
                </a:solidFill>
                <a:latin typeface="Segoe UI Symbol"/>
                <a:cs typeface="Segoe UI Symbol"/>
              </a:rPr>
              <a:t>da</a:t>
            </a:r>
            <a:r>
              <a:rPr sz="1088" spc="-15" dirty="0">
                <a:solidFill>
                  <a:srgbClr val="595959"/>
                </a:solidFill>
                <a:latin typeface="PMingLiU"/>
                <a:cs typeface="PMingLiU"/>
              </a:rPr>
              <a:t>t</a:t>
            </a:r>
            <a:r>
              <a:rPr sz="938" spc="-15" dirty="0">
                <a:solidFill>
                  <a:srgbClr val="7E7E7E"/>
                </a:solidFill>
                <a:latin typeface="Segoe UI Symbol"/>
                <a:cs typeface="Segoe UI Symbol"/>
              </a:rPr>
              <a:t>e. </a:t>
            </a:r>
            <a:r>
              <a:rPr sz="938" spc="150" dirty="0">
                <a:solidFill>
                  <a:srgbClr val="696969"/>
                </a:solidFill>
                <a:latin typeface="Segoe UI Symbol"/>
                <a:cs typeface="Segoe UI Symbol"/>
              </a:rPr>
              <a:t>aswdl</a:t>
            </a:r>
            <a:r>
              <a:rPr sz="750" spc="236" dirty="0">
                <a:solidFill>
                  <a:srgbClr val="696969"/>
                </a:solidFill>
                <a:latin typeface="PMingLiU"/>
                <a:cs typeface="PMingLiU"/>
              </a:rPr>
              <a:t>心</a:t>
            </a:r>
            <a:r>
              <a:rPr sz="750" spc="109" dirty="0">
                <a:solidFill>
                  <a:srgbClr val="696969"/>
                </a:solidFill>
                <a:latin typeface="PMingLiU"/>
                <a:cs typeface="PMingLiU"/>
              </a:rPr>
              <a:t>t</a:t>
            </a:r>
            <a:r>
              <a:rPr sz="938" spc="109" dirty="0">
                <a:solidFill>
                  <a:srgbClr val="696969"/>
                </a:solidFill>
                <a:latin typeface="Segoe UI Symbol"/>
                <a:cs typeface="Segoe UI Symbol"/>
              </a:rPr>
              <a:t>he</a:t>
            </a:r>
            <a:endParaRPr sz="938">
              <a:latin typeface="Segoe UI Symbol"/>
              <a:cs typeface="Segoe UI Symbol"/>
            </a:endParaRPr>
          </a:p>
          <a:p>
            <a:pPr marL="2858" algn="ctr">
              <a:lnSpc>
                <a:spcPts val="1080"/>
              </a:lnSpc>
            </a:pPr>
            <a:r>
              <a:rPr sz="750" spc="83" dirty="0">
                <a:solidFill>
                  <a:srgbClr val="696969"/>
                </a:solidFill>
                <a:latin typeface="PMingLiU"/>
                <a:cs typeface="PMingLiU"/>
              </a:rPr>
              <a:t>J</a:t>
            </a:r>
            <a:r>
              <a:rPr sz="938" spc="83" dirty="0">
                <a:solidFill>
                  <a:srgbClr val="696969"/>
                </a:solidFill>
                <a:latin typeface="Segoe UI Symbol"/>
                <a:cs typeface="Segoe UI Symbol"/>
              </a:rPr>
              <a:t>X</a:t>
            </a:r>
            <a:r>
              <a:rPr sz="938" spc="83" dirty="0">
                <a:solidFill>
                  <a:srgbClr val="909090"/>
                </a:solidFill>
                <a:latin typeface="Segoe UI Symbol"/>
                <a:cs typeface="Segoe UI Symbol"/>
              </a:rPr>
              <a:t>TAa</a:t>
            </a:r>
            <a:r>
              <a:rPr sz="938" spc="83" dirty="0">
                <a:solidFill>
                  <a:srgbClr val="696969"/>
                </a:solidFill>
                <a:latin typeface="Segoe UI Symbol"/>
                <a:cs typeface="Segoe UI Symbol"/>
              </a:rPr>
              <a:t>nd</a:t>
            </a:r>
            <a:endParaRPr sz="938">
              <a:latin typeface="Segoe UI Symbol"/>
              <a:cs typeface="Segoe UI Symbol"/>
            </a:endParaRPr>
          </a:p>
          <a:p>
            <a:pPr algn="ctr">
              <a:lnSpc>
                <a:spcPts val="1088"/>
              </a:lnSpc>
            </a:pPr>
            <a:r>
              <a:rPr sz="788" spc="-8" dirty="0">
                <a:solidFill>
                  <a:srgbClr val="7E7E7E"/>
                </a:solidFill>
                <a:latin typeface="PMingLiU"/>
                <a:cs typeface="PMingLiU"/>
              </a:rPr>
              <a:t>J</a:t>
            </a:r>
            <a:r>
              <a:rPr sz="938" spc="-8" dirty="0">
                <a:solidFill>
                  <a:srgbClr val="595959"/>
                </a:solidFill>
                <a:latin typeface="Segoe UI Symbol"/>
                <a:cs typeface="Segoe UI Symbol"/>
              </a:rPr>
              <a:t>abbe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r</a:t>
            </a:r>
            <a:endParaRPr sz="938">
              <a:latin typeface="Segoe UI Symbol"/>
              <a:cs typeface="Segoe UI Symbol"/>
            </a:endParaRPr>
          </a:p>
          <a:p>
            <a:pPr marR="50959" algn="r">
              <a:lnSpc>
                <a:spcPts val="1103"/>
              </a:lnSpc>
            </a:pPr>
            <a:r>
              <a:rPr sz="750" spc="-11" dirty="0">
                <a:solidFill>
                  <a:srgbClr val="7E7E7E"/>
                </a:solidFill>
                <a:latin typeface="PMingLiU"/>
                <a:cs typeface="PMingLiU"/>
              </a:rPr>
              <a:t>叩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r</a:t>
            </a:r>
            <a:r>
              <a:rPr sz="675" spc="-15" dirty="0">
                <a:solidFill>
                  <a:srgbClr val="7E7E7E"/>
                </a:solidFill>
                <a:latin typeface="PMingLiU"/>
                <a:cs typeface="PMingLiU"/>
              </a:rPr>
              <a:t>寸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ard</a:t>
            </a:r>
            <a:r>
              <a:rPr sz="900" spc="-8" dirty="0">
                <a:solidFill>
                  <a:srgbClr val="A3A3A3"/>
                </a:solidFill>
                <a:latin typeface="PMingLiU"/>
                <a:cs typeface="PMingLiU"/>
              </a:rPr>
              <a:t>i</a:t>
            </a:r>
            <a:r>
              <a:rPr sz="900" spc="-15" dirty="0">
                <a:solidFill>
                  <a:srgbClr val="7E7E7E"/>
                </a:solidFill>
                <a:latin typeface="PMingLiU"/>
                <a:cs typeface="PMingLiU"/>
              </a:rPr>
              <a:t>炽仆</a:t>
            </a:r>
            <a:r>
              <a:rPr sz="900" spc="-19" dirty="0">
                <a:solidFill>
                  <a:srgbClr val="A3A3A3"/>
                </a:solidFill>
                <a:latin typeface="PMingLiU"/>
                <a:cs typeface="PMingLiU"/>
              </a:rPr>
              <a:t>i</a:t>
            </a:r>
            <a:r>
              <a:rPr sz="938" spc="-19" dirty="0">
                <a:solidFill>
                  <a:srgbClr val="7E7E7E"/>
                </a:solidFill>
                <a:latin typeface="Segoe UI Symbol"/>
                <a:cs typeface="Segoe UI Symbol"/>
              </a:rPr>
              <a:t>on</a:t>
            </a:r>
            <a:endParaRPr sz="938">
              <a:latin typeface="Segoe UI Symbol"/>
              <a:cs typeface="Segoe UI Symbol"/>
            </a:endParaRPr>
          </a:p>
          <a:p>
            <a:pPr marR="90964" algn="r">
              <a:lnSpc>
                <a:spcPts val="1196"/>
              </a:lnSpc>
            </a:pPr>
            <a:r>
              <a:rPr sz="1013" dirty="0">
                <a:solidFill>
                  <a:srgbClr val="7E7E7E"/>
                </a:solidFill>
                <a:latin typeface="PMingLiU"/>
                <a:cs typeface="PMingLiU"/>
              </a:rPr>
              <a:t>i</a:t>
            </a:r>
            <a:r>
              <a:rPr sz="1013" dirty="0">
                <a:solidFill>
                  <a:srgbClr val="7E7E7E"/>
                </a:solidFill>
                <a:latin typeface="Times New Roman"/>
                <a:cs typeface="Times New Roman"/>
              </a:rPr>
              <a:t>n</a:t>
            </a:r>
            <a:r>
              <a:rPr sz="1013" dirty="0">
                <a:solidFill>
                  <a:srgbClr val="7E7E7E"/>
                </a:solidFill>
                <a:latin typeface="PMingLiU"/>
                <a:cs typeface="PMingLiU"/>
              </a:rPr>
              <a:t>iti</a:t>
            </a:r>
            <a:r>
              <a:rPr sz="1013" dirty="0">
                <a:solidFill>
                  <a:srgbClr val="7E7E7E"/>
                </a:solidFill>
                <a:latin typeface="Times New Roman"/>
                <a:cs typeface="Times New Roman"/>
              </a:rPr>
              <a:t>a</a:t>
            </a:r>
            <a:r>
              <a:rPr sz="1013" dirty="0">
                <a:solidFill>
                  <a:srgbClr val="7E7E7E"/>
                </a:solidFill>
                <a:latin typeface="PMingLiU"/>
                <a:cs typeface="PMingLiU"/>
              </a:rPr>
              <a:t>ti</a:t>
            </a:r>
            <a:r>
              <a:rPr sz="1013" spc="79" dirty="0">
                <a:solidFill>
                  <a:srgbClr val="7E7E7E"/>
                </a:solidFill>
                <a:latin typeface="PMingLiU"/>
                <a:cs typeface="PMingLiU"/>
              </a:rPr>
              <a:t>啦</a:t>
            </a:r>
            <a:r>
              <a:rPr sz="1013" spc="41" dirty="0">
                <a:solidFill>
                  <a:srgbClr val="A3A3A3"/>
                </a:solidFill>
                <a:latin typeface="PMingLiU"/>
                <a:cs typeface="PMingLiU"/>
              </a:rPr>
              <a:t>．</a:t>
            </a:r>
            <a:endParaRPr sz="1013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14399" y="2943222"/>
            <a:ext cx="273368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68" dirty="0">
                <a:solidFill>
                  <a:srgbClr val="AABCAA"/>
                </a:solidFill>
                <a:latin typeface="Times New Roman"/>
                <a:cs typeface="Times New Roman"/>
              </a:rPr>
              <a:t>'</a:t>
            </a:r>
            <a:r>
              <a:rPr sz="975" spc="68" dirty="0">
                <a:solidFill>
                  <a:srgbClr val="7CA17C"/>
                </a:solidFill>
                <a:latin typeface="Times New Roman"/>
                <a:cs typeface="Times New Roman"/>
              </a:rPr>
              <a:t>976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8058" y="2941259"/>
            <a:ext cx="283845" cy="1539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38" spc="-15" dirty="0">
                <a:solidFill>
                  <a:srgbClr val="AABCAA"/>
                </a:solidFill>
                <a:latin typeface="Segoe UI Symbol"/>
                <a:cs typeface="Segoe UI Symbol"/>
              </a:rPr>
              <a:t>1</a:t>
            </a:r>
            <a:r>
              <a:rPr sz="938" spc="-15" dirty="0">
                <a:solidFill>
                  <a:srgbClr val="8EAF8E"/>
                </a:solidFill>
                <a:latin typeface="Segoe UI Symbol"/>
                <a:cs typeface="Segoe UI Symbol"/>
              </a:rPr>
              <a:t>983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8910" y="2943222"/>
            <a:ext cx="29908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41" dirty="0">
                <a:solidFill>
                  <a:srgbClr val="8EAF8E"/>
                </a:solidFill>
                <a:latin typeface="Times New Roman"/>
                <a:cs typeface="Times New Roman"/>
              </a:rPr>
              <a:t>1990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64148" y="2936490"/>
            <a:ext cx="29146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26" dirty="0">
                <a:solidFill>
                  <a:srgbClr val="7CA17C"/>
                </a:solidFill>
                <a:latin typeface="Times New Roman"/>
                <a:cs typeface="Times New Roman"/>
              </a:rPr>
              <a:t>1994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79385" y="2943222"/>
            <a:ext cx="29146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26" dirty="0">
                <a:solidFill>
                  <a:srgbClr val="7CA17C"/>
                </a:solidFill>
                <a:latin typeface="Times New Roman"/>
                <a:cs typeface="Times New Roman"/>
              </a:rPr>
              <a:t>1999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94008" y="3778008"/>
            <a:ext cx="29908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41" dirty="0">
                <a:solidFill>
                  <a:srgbClr val="7CA17C"/>
                </a:solidFill>
                <a:latin typeface="Times New Roman"/>
                <a:cs typeface="Times New Roman"/>
              </a:rPr>
              <a:t>1969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15969" y="3771276"/>
            <a:ext cx="259080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dirty="0">
                <a:solidFill>
                  <a:srgbClr val="8EAF8E"/>
                </a:solidFill>
                <a:latin typeface="Times New Roman"/>
                <a:cs typeface="Times New Roman"/>
              </a:rPr>
              <a:t>19</a:t>
            </a:r>
            <a:r>
              <a:rPr sz="788" spc="8" dirty="0">
                <a:solidFill>
                  <a:srgbClr val="8EAF8E"/>
                </a:solidFill>
                <a:latin typeface="PMingLiU"/>
                <a:cs typeface="PMingLiU"/>
              </a:rPr>
              <a:t>叨</a:t>
            </a:r>
            <a:endParaRPr sz="788">
              <a:latin typeface="PMingLiU"/>
              <a:cs typeface="PMingLiU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7930" y="3778008"/>
            <a:ext cx="29146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26" dirty="0">
                <a:solidFill>
                  <a:srgbClr val="7CA17C"/>
                </a:solidFill>
                <a:latin typeface="Times New Roman"/>
                <a:cs typeface="Times New Roman"/>
              </a:rPr>
              <a:t>1966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53168" y="3778008"/>
            <a:ext cx="29908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41" dirty="0">
                <a:solidFill>
                  <a:srgbClr val="7CA17C"/>
                </a:solidFill>
                <a:latin typeface="Times New Roman"/>
                <a:cs typeface="Times New Roman"/>
              </a:rPr>
              <a:t>1992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68405" y="3778008"/>
            <a:ext cx="289084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23" dirty="0">
                <a:solidFill>
                  <a:srgbClr val="8EAF8E"/>
                </a:solidFill>
                <a:latin typeface="Times New Roman"/>
                <a:cs typeface="Times New Roman"/>
              </a:rPr>
              <a:t>199</a:t>
            </a:r>
            <a:r>
              <a:rPr sz="975" spc="23" dirty="0">
                <a:solidFill>
                  <a:srgbClr val="AABCAA"/>
                </a:solidFill>
                <a:latin typeface="Times New Roman"/>
                <a:cs typeface="Times New Roman"/>
              </a:rPr>
              <a:t>6</a:t>
            </a:r>
            <a:endParaRPr sz="97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5406" y="3778008"/>
            <a:ext cx="291465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26" dirty="0">
                <a:solidFill>
                  <a:srgbClr val="8EAF8E"/>
                </a:solidFill>
                <a:latin typeface="Times New Roman"/>
                <a:cs typeface="Times New Roman"/>
              </a:rPr>
              <a:t>2000</a:t>
            </a:r>
            <a:endParaRPr sz="975">
              <a:latin typeface="Times New Roman"/>
              <a:cs typeface="Times New Roman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420462" y="4025230"/>
          <a:ext cx="4911566" cy="3620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3353">
                <a:tc>
                  <a:txBody>
                    <a:bodyPr/>
                    <a:lstStyle/>
                    <a:p>
                      <a:pPr marR="175260" algn="ctr">
                        <a:lnSpc>
                          <a:spcPts val="1445"/>
                        </a:lnSpc>
                        <a:spcBef>
                          <a:spcPts val="170"/>
                        </a:spcBef>
                      </a:pPr>
                      <a:r>
                        <a:rPr sz="900" spc="65" dirty="0">
                          <a:solidFill>
                            <a:srgbClr val="696969"/>
                          </a:solidFill>
                          <a:latin typeface="Segoe UI Symbol"/>
                          <a:cs typeface="Segoe UI Symbol"/>
                        </a:rPr>
                        <a:t>ARPANET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16193" marB="0"/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4"/>
                        </a:lnSpc>
                      </a:pPr>
                      <a:r>
                        <a:rPr sz="800" spc="75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白</a:t>
                      </a:r>
                      <a:r>
                        <a:rPr sz="90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rs1</a:t>
                      </a:r>
                      <a:r>
                        <a:rPr sz="100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f</a:t>
                      </a:r>
                      <a:r>
                        <a:rPr sz="90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ormal</a:t>
                      </a:r>
                      <a:r>
                        <a:rPr sz="900" spc="-4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00" spc="-25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use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155" algn="ctr">
                        <a:lnSpc>
                          <a:spcPts val="1445"/>
                        </a:lnSpc>
                        <a:spcBef>
                          <a:spcPts val="170"/>
                        </a:spcBef>
                      </a:pPr>
                      <a:r>
                        <a:rPr sz="900" spc="65" dirty="0">
                          <a:solidFill>
                            <a:srgbClr val="696969"/>
                          </a:solidFill>
                          <a:latin typeface="Segoe UI Symbol"/>
                          <a:cs typeface="Segoe UI Symbol"/>
                        </a:rPr>
                        <a:t>ARPANET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16193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305"/>
                        </a:lnSpc>
                        <a:spcBef>
                          <a:spcPts val="310"/>
                        </a:spcBef>
                      </a:pPr>
                      <a:r>
                        <a:rPr sz="900" spc="55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900" spc="55" dirty="0">
                          <a:solidFill>
                            <a:srgbClr val="484848"/>
                          </a:solidFill>
                          <a:latin typeface="Segoe UI Symbol"/>
                          <a:cs typeface="Segoe UI Symbol"/>
                        </a:rPr>
                        <a:t>RP</a:t>
                      </a:r>
                      <a:r>
                        <a:rPr sz="900" spc="55" dirty="0">
                          <a:solidFill>
                            <a:srgbClr val="696969"/>
                          </a:solidFill>
                          <a:latin typeface="Segoe UI Symbol"/>
                          <a:cs typeface="Segoe UI Symbol"/>
                        </a:rPr>
                        <a:t>ANET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29528" marB="0"/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ts val="1545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solidFill>
                            <a:srgbClr val="696969"/>
                          </a:solidFill>
                          <a:latin typeface="Segoe UI Symbol"/>
                          <a:cs typeface="Segoe UI Symbol"/>
                        </a:rPr>
                        <a:t>l</a:t>
                      </a:r>
                      <a:r>
                        <a:rPr sz="900" spc="-10" dirty="0">
                          <a:solidFill>
                            <a:srgbClr val="909090"/>
                          </a:solidFill>
                          <a:latin typeface="Segoe UI Symbol"/>
                          <a:cs typeface="Segoe UI Symbol"/>
                        </a:rPr>
                        <a:t>n</a:t>
                      </a:r>
                      <a:r>
                        <a:rPr sz="900" spc="-10" dirty="0">
                          <a:solidFill>
                            <a:srgbClr val="595959"/>
                          </a:solidFill>
                          <a:latin typeface="Segoe UI Symbol"/>
                          <a:cs typeface="Segoe UI Symbol"/>
                        </a:rPr>
                        <a:t>l</a:t>
                      </a:r>
                      <a:r>
                        <a:rPr sz="900" spc="-10" dirty="0">
                          <a:solidFill>
                            <a:srgbClr val="AABCAA"/>
                          </a:solidFill>
                          <a:latin typeface="Segoe UI Symbol"/>
                          <a:cs typeface="Segoe UI Symbol"/>
                        </a:rPr>
                        <a:t>.</a:t>
                      </a:r>
                      <a:r>
                        <a:rPr sz="900" spc="-1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erne</a:t>
                      </a:r>
                      <a:r>
                        <a:rPr sz="1000" spc="-1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t</a:t>
                      </a:r>
                      <a:endParaRPr sz="1000">
                        <a:latin typeface="PMingLiU"/>
                        <a:cs typeface="PMingLiU"/>
                      </a:endParaRPr>
                    </a:p>
                  </a:txBody>
                  <a:tcPr marL="0" marR="0" marT="6668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686">
                <a:tc>
                  <a:txBody>
                    <a:bodyPr/>
                    <a:lstStyle/>
                    <a:p>
                      <a:pPr marR="162560" algn="ctr">
                        <a:lnSpc>
                          <a:spcPts val="1545"/>
                        </a:lnSpc>
                      </a:pPr>
                      <a:r>
                        <a:rPr sz="1000" spc="-10" dirty="0">
                          <a:solidFill>
                            <a:srgbClr val="696969"/>
                          </a:solidFill>
                          <a:latin typeface="PMingLiU"/>
                          <a:cs typeface="PMingLiU"/>
                        </a:rPr>
                        <a:t>p</a:t>
                      </a:r>
                      <a:r>
                        <a:rPr sz="900" spc="-10" dirty="0">
                          <a:solidFill>
                            <a:srgbClr val="696969"/>
                          </a:solidFill>
                          <a:latin typeface="Segoe UI Symbol"/>
                          <a:cs typeface="Segoe UI Symbol"/>
                        </a:rPr>
                        <a:t>ro</a:t>
                      </a:r>
                      <a:r>
                        <a:rPr sz="1200" spc="-10" dirty="0">
                          <a:solidFill>
                            <a:srgbClr val="696969"/>
                          </a:solidFill>
                          <a:latin typeface="PMingLiU"/>
                          <a:cs typeface="PMingLiU"/>
                        </a:rPr>
                        <a:t>g</a:t>
                      </a:r>
                      <a:r>
                        <a:rPr sz="900" spc="-10" dirty="0">
                          <a:solidFill>
                            <a:srgbClr val="909090"/>
                          </a:solidFill>
                          <a:latin typeface="Segoe UI Symbol"/>
                          <a:cs typeface="Segoe UI Symbol"/>
                        </a:rPr>
                        <a:t>ram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ts val="1460"/>
                        </a:lnSpc>
                      </a:pPr>
                      <a:r>
                        <a:rPr sz="100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of</a:t>
                      </a:r>
                      <a:r>
                        <a:rPr sz="1000" spc="-45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 </a:t>
                      </a:r>
                      <a:r>
                        <a:rPr sz="900" spc="125" dirty="0">
                          <a:solidFill>
                            <a:srgbClr val="909090"/>
                          </a:solidFill>
                          <a:latin typeface="Segoe UI Symbol"/>
                          <a:cs typeface="Segoe UI Symbol"/>
                        </a:rPr>
                        <a:t>TCP.</a:t>
                      </a:r>
                      <a:r>
                        <a:rPr sz="900" spc="15" dirty="0">
                          <a:solidFill>
                            <a:srgbClr val="909090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 dirty="0">
                          <a:solidFill>
                            <a:srgbClr val="696969"/>
                          </a:solidFill>
                          <a:latin typeface="PMingLiU"/>
                          <a:cs typeface="PMingLiU"/>
                        </a:rPr>
                        <a:t>Appli</a:t>
                      </a:r>
                      <a:r>
                        <a:rPr sz="900" spc="-10" dirty="0">
                          <a:solidFill>
                            <a:srgbClr val="696969"/>
                          </a:solidFill>
                          <a:latin typeface="Segoe UI Symbol"/>
                          <a:cs typeface="Segoe UI Symbol"/>
                        </a:rPr>
                        <a:t>e</a:t>
                      </a:r>
                      <a:r>
                        <a:rPr sz="900" spc="-10" dirty="0">
                          <a:solidFill>
                            <a:srgbClr val="909090"/>
                          </a:solidFill>
                          <a:latin typeface="Segoe UI Symbol"/>
                          <a:cs typeface="Segoe UI Symbol"/>
                        </a:rPr>
                        <a:t>d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060" algn="ctr">
                        <a:lnSpc>
                          <a:spcPts val="1545"/>
                        </a:lnSpc>
                      </a:pPr>
                      <a:r>
                        <a:rPr sz="1100" spc="-1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offici</a:t>
                      </a:r>
                      <a:r>
                        <a:rPr sz="900" spc="-1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100" spc="-1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y</a:t>
                      </a:r>
                      <a:r>
                        <a:rPr sz="1100" spc="-3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忒</a:t>
                      </a:r>
                      <a:r>
                        <a:rPr sz="900" spc="-2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o</a:t>
                      </a:r>
                      <a:r>
                        <a:rPr sz="1000" spc="-2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pts</a:t>
                      </a:r>
                      <a:endParaRPr sz="1000">
                        <a:latin typeface="PMingLiU"/>
                        <a:cs typeface="PMingLiU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545"/>
                        </a:lnSpc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Offici</a:t>
                      </a:r>
                      <a:r>
                        <a:rPr sz="900" spc="-10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100" spc="-1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y</a:t>
                      </a:r>
                      <a:endParaRPr sz="1100">
                        <a:latin typeface="PMingLiU"/>
                        <a:cs typeface="PMingLiU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 algn="ctr">
                        <a:lnSpc>
                          <a:spcPts val="1460"/>
                        </a:lnSpc>
                      </a:pPr>
                      <a:r>
                        <a:rPr sz="700" spc="7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心</a:t>
                      </a:r>
                      <a:r>
                        <a:rPr sz="900" spc="45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mmerc</a:t>
                      </a:r>
                      <a:r>
                        <a:rPr sz="1000" spc="45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iali</a:t>
                      </a:r>
                      <a:r>
                        <a:rPr sz="900" spc="45" dirty="0">
                          <a:solidFill>
                            <a:srgbClr val="7E7E7E"/>
                          </a:solidFill>
                          <a:latin typeface="Segoe UI Symbol"/>
                          <a:cs typeface="Segoe UI Symbol"/>
                        </a:rPr>
                        <a:t>s</a:t>
                      </a:r>
                      <a:r>
                        <a:rPr sz="800" spc="50" dirty="0">
                          <a:solidFill>
                            <a:srgbClr val="7E7E7E"/>
                          </a:solidFill>
                          <a:latin typeface="PMingLiU"/>
                          <a:cs typeface="PMingLiU"/>
                        </a:rPr>
                        <a:t>的．</a:t>
                      </a:r>
                      <a:endParaRPr sz="800">
                        <a:latin typeface="PMingLiU"/>
                        <a:cs typeface="PMingLiU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1322989" y="4305079"/>
            <a:ext cx="805815" cy="327975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79058" marR="3810" indent="-70009">
              <a:lnSpc>
                <a:spcPts val="1163"/>
              </a:lnSpc>
              <a:spcBef>
                <a:spcPts val="158"/>
              </a:spcBef>
            </a:pP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Omm</a:t>
            </a:r>
            <a:r>
              <a:rPr sz="1013" dirty="0">
                <a:solidFill>
                  <a:srgbClr val="696969"/>
                </a:solidFill>
                <a:latin typeface="PMingLiU"/>
                <a:cs typeface="PMingLiU"/>
              </a:rPr>
              <a:t>i达</a:t>
            </a:r>
            <a:r>
              <a:rPr sz="1013" spc="-15" dirty="0">
                <a:solidFill>
                  <a:srgbClr val="696969"/>
                </a:solidFill>
                <a:latin typeface="PMingLiU"/>
                <a:cs typeface="PMingLiU"/>
              </a:rPr>
              <a:t>i</a:t>
            </a:r>
            <a:r>
              <a:rPr sz="938" spc="-15" dirty="0">
                <a:solidFill>
                  <a:srgbClr val="909090"/>
                </a:solidFill>
                <a:latin typeface="Segoe UI Symbol"/>
                <a:cs typeface="Segoe UI Symbol"/>
              </a:rPr>
              <a:t>on</a:t>
            </a:r>
            <a:r>
              <a:rPr sz="938" spc="-15" dirty="0">
                <a:solidFill>
                  <a:srgbClr val="696969"/>
                </a:solidFill>
                <a:latin typeface="Segoe UI Symbol"/>
                <a:cs typeface="Segoe UI Symbol"/>
              </a:rPr>
              <a:t>ed </a:t>
            </a:r>
            <a:r>
              <a:rPr sz="938" dirty="0">
                <a:solidFill>
                  <a:srgbClr val="595959"/>
                </a:solidFill>
                <a:latin typeface="Segoe UI Symbol"/>
                <a:cs typeface="Segoe UI Symbol"/>
              </a:rPr>
              <a:t>b</a:t>
            </a:r>
            <a:r>
              <a:rPr sz="1088" dirty="0">
                <a:solidFill>
                  <a:srgbClr val="7E7E7E"/>
                </a:solidFill>
                <a:latin typeface="PMingLiU"/>
                <a:cs typeface="PMingLiU"/>
              </a:rPr>
              <a:t>y</a:t>
            </a:r>
            <a:r>
              <a:rPr sz="1088" spc="-41" dirty="0">
                <a:solidFill>
                  <a:srgbClr val="7E7E7E"/>
                </a:solidFill>
                <a:latin typeface="PMingLiU"/>
                <a:cs typeface="PMingLiU"/>
              </a:rPr>
              <a:t> </a:t>
            </a: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US</a:t>
            </a:r>
            <a:r>
              <a:rPr sz="938" spc="120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38" spc="-15" dirty="0">
                <a:solidFill>
                  <a:srgbClr val="696969"/>
                </a:solidFill>
                <a:latin typeface="Segoe UI Symbol"/>
                <a:cs typeface="Segoe UI Symbol"/>
              </a:rPr>
              <a:t>DoD</a:t>
            </a:r>
            <a:r>
              <a:rPr sz="938" spc="-15" dirty="0">
                <a:solidFill>
                  <a:srgbClr val="A3A3A3"/>
                </a:solidFill>
                <a:latin typeface="Segoe UI Symbol"/>
                <a:cs typeface="Segoe UI Symbol"/>
              </a:rPr>
              <a:t>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44272" y="4311812"/>
            <a:ext cx="865823" cy="307616"/>
          </a:xfrm>
          <a:prstGeom prst="rect">
            <a:avLst/>
          </a:prstGeom>
        </p:spPr>
        <p:txBody>
          <a:bodyPr vert="horz" wrap="square" lIns="0" tIns="25241" rIns="0" bIns="0" rtlCol="0">
            <a:spAutoFit/>
          </a:bodyPr>
          <a:lstStyle/>
          <a:p>
            <a:pPr marL="349091" marR="3810" indent="-340043">
              <a:lnSpc>
                <a:spcPts val="1110"/>
              </a:lnSpc>
              <a:spcBef>
                <a:spcPts val="199"/>
              </a:spcBef>
            </a:pPr>
            <a:r>
              <a:rPr sz="975" spc="105" dirty="0">
                <a:solidFill>
                  <a:srgbClr val="696969"/>
                </a:solidFill>
                <a:latin typeface="PMingLiU"/>
                <a:cs typeface="PMingLiU"/>
              </a:rPr>
              <a:t>th</a:t>
            </a:r>
            <a:r>
              <a:rPr sz="938" spc="105" dirty="0">
                <a:solidFill>
                  <a:srgbClr val="696969"/>
                </a:solidFill>
                <a:latin typeface="Segoe UI Symbol"/>
                <a:cs typeface="Segoe UI Symbol"/>
              </a:rPr>
              <a:t>e</a:t>
            </a:r>
            <a:r>
              <a:rPr sz="713" spc="191" dirty="0">
                <a:solidFill>
                  <a:srgbClr val="696969"/>
                </a:solidFill>
                <a:latin typeface="PMingLiU"/>
                <a:cs typeface="PMingLiU"/>
              </a:rPr>
              <a:t>心</a:t>
            </a:r>
            <a:r>
              <a:rPr sz="938" spc="135" dirty="0">
                <a:solidFill>
                  <a:srgbClr val="696969"/>
                </a:solidFill>
                <a:latin typeface="Segoe UI Symbol"/>
                <a:cs typeface="Segoe UI Symbol"/>
              </a:rPr>
              <a:t>e</a:t>
            </a:r>
            <a:r>
              <a:rPr sz="938" spc="-34" dirty="0">
                <a:solidFill>
                  <a:srgbClr val="696969"/>
                </a:solidFill>
                <a:latin typeface="Segoe UI Symbol"/>
                <a:cs typeface="Segoe UI Symbol"/>
              </a:rPr>
              <a:t> </a:t>
            </a: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o</a:t>
            </a:r>
            <a:r>
              <a:rPr sz="1013" dirty="0">
                <a:solidFill>
                  <a:srgbClr val="696969"/>
                </a:solidFill>
                <a:latin typeface="PMingLiU"/>
                <a:cs typeface="PMingLiU"/>
              </a:rPr>
              <a:t>f</a:t>
            </a:r>
            <a:r>
              <a:rPr sz="1013" spc="-56" dirty="0">
                <a:solidFill>
                  <a:srgbClr val="696969"/>
                </a:solidFill>
                <a:latin typeface="PMingLiU"/>
                <a:cs typeface="PMingLiU"/>
              </a:rPr>
              <a:t> </a:t>
            </a:r>
            <a:r>
              <a:rPr sz="938" spc="60" dirty="0">
                <a:solidFill>
                  <a:srgbClr val="696969"/>
                </a:solidFill>
                <a:latin typeface="Segoe UI Symbol"/>
                <a:cs typeface="Segoe UI Symbol"/>
              </a:rPr>
              <a:t>TCP</a:t>
            </a:r>
            <a:r>
              <a:rPr sz="938" spc="60" dirty="0">
                <a:solidFill>
                  <a:srgbClr val="A3A3A3"/>
                </a:solidFill>
                <a:latin typeface="Segoe UI Symbol"/>
                <a:cs typeface="Segoe UI Symbol"/>
              </a:rPr>
              <a:t>/ </a:t>
            </a:r>
            <a:r>
              <a:rPr sz="938" spc="-19" dirty="0">
                <a:solidFill>
                  <a:srgbClr val="696969"/>
                </a:solidFill>
                <a:latin typeface="Segoe UI Symbol"/>
                <a:cs typeface="Segoe UI Symbol"/>
              </a:rPr>
              <a:t>IP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34969" y="4325275"/>
            <a:ext cx="901541" cy="44313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9525" marR="3810" algn="ctr">
              <a:lnSpc>
                <a:spcPct val="88900"/>
              </a:lnSpc>
              <a:spcBef>
                <a:spcPts val="210"/>
              </a:spcBef>
            </a:pP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d</a:t>
            </a:r>
            <a:r>
              <a:rPr sz="1013" dirty="0">
                <a:solidFill>
                  <a:srgbClr val="7E7E7E"/>
                </a:solidFill>
                <a:latin typeface="PMingLiU"/>
                <a:cs typeface="PMingLiU"/>
              </a:rPr>
              <a:t>i</a:t>
            </a: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sbanded:</a:t>
            </a:r>
            <a:r>
              <a:rPr sz="938" spc="4" dirty="0">
                <a:solidFill>
                  <a:srgbClr val="7E7E7E"/>
                </a:solidFill>
                <a:latin typeface="Segoe UI Symbol"/>
                <a:cs typeface="Segoe UI Symbol"/>
              </a:rPr>
              <a:t> </a:t>
            </a:r>
            <a:r>
              <a:rPr sz="938" dirty="0">
                <a:solidFill>
                  <a:srgbClr val="7E7E7E"/>
                </a:solidFill>
                <a:latin typeface="Segoe UI Symbol"/>
                <a:cs typeface="Segoe UI Symbol"/>
              </a:rPr>
              <a:t>lo</a:t>
            </a:r>
            <a:r>
              <a:rPr sz="938" spc="-30" dirty="0">
                <a:solidFill>
                  <a:srgbClr val="7E7E7E"/>
                </a:solidFill>
                <a:latin typeface="Segoe UI Symbol"/>
                <a:cs typeface="Segoe UI Symbol"/>
              </a:rPr>
              <a:t> </a:t>
            </a:r>
            <a:r>
              <a:rPr sz="938" spc="-19" dirty="0">
                <a:solidFill>
                  <a:srgbClr val="7E7E7E"/>
                </a:solidFill>
                <a:latin typeface="Segoe UI Symbol"/>
                <a:cs typeface="Segoe UI Symbol"/>
              </a:rPr>
              <a:t>be </a:t>
            </a:r>
            <a:r>
              <a:rPr sz="938" spc="8" dirty="0">
                <a:solidFill>
                  <a:srgbClr val="7E7E7E"/>
                </a:solidFill>
                <a:latin typeface="Segoe UI Symbol"/>
                <a:cs typeface="Segoe UI Symbol"/>
              </a:rPr>
              <a:t>re</a:t>
            </a:r>
            <a:r>
              <a:rPr sz="1013" spc="8" dirty="0">
                <a:solidFill>
                  <a:srgbClr val="7E7E7E"/>
                </a:solidFill>
                <a:latin typeface="PMingLiU"/>
                <a:cs typeface="PMingLiU"/>
              </a:rPr>
              <a:t>p</a:t>
            </a:r>
            <a:r>
              <a:rPr sz="938" spc="8" dirty="0">
                <a:solidFill>
                  <a:srgbClr val="7E7E7E"/>
                </a:solidFill>
                <a:latin typeface="Segoe UI Symbol"/>
                <a:cs typeface="Segoe UI Symbol"/>
              </a:rPr>
              <a:t>laced</a:t>
            </a:r>
            <a:r>
              <a:rPr sz="938" spc="49" dirty="0">
                <a:solidFill>
                  <a:srgbClr val="7E7E7E"/>
                </a:solidFill>
                <a:latin typeface="Segoe UI Symbol"/>
                <a:cs typeface="Segoe UI Symbol"/>
              </a:rPr>
              <a:t> </a:t>
            </a:r>
            <a:r>
              <a:rPr sz="938" spc="-19" dirty="0">
                <a:solidFill>
                  <a:srgbClr val="7E7E7E"/>
                </a:solidFill>
                <a:latin typeface="Segoe UI Symbol"/>
                <a:cs typeface="Segoe UI Symbol"/>
              </a:rPr>
              <a:t>b</a:t>
            </a:r>
            <a:r>
              <a:rPr sz="1088" spc="-19" dirty="0">
                <a:solidFill>
                  <a:srgbClr val="7E7E7E"/>
                </a:solidFill>
                <a:latin typeface="PMingLiU"/>
                <a:cs typeface="PMingLiU"/>
              </a:rPr>
              <a:t>y </a:t>
            </a:r>
            <a:r>
              <a:rPr sz="938" spc="56" dirty="0">
                <a:solidFill>
                  <a:srgbClr val="484848"/>
                </a:solidFill>
                <a:latin typeface="Segoe UI Symbol"/>
                <a:cs typeface="Segoe UI Symbol"/>
              </a:rPr>
              <a:t>N</a:t>
            </a:r>
            <a:r>
              <a:rPr sz="938" spc="56" dirty="0">
                <a:solidFill>
                  <a:srgbClr val="7E7E7E"/>
                </a:solidFill>
                <a:latin typeface="Segoe UI Symbol"/>
                <a:cs typeface="Segoe UI Symbol"/>
              </a:rPr>
              <a:t>SF</a:t>
            </a:r>
            <a:r>
              <a:rPr sz="938" spc="56" dirty="0">
                <a:solidFill>
                  <a:srgbClr val="484848"/>
                </a:solidFill>
                <a:latin typeface="Segoe UI Symbol"/>
                <a:cs typeface="Segoe UI Symbol"/>
              </a:rPr>
              <a:t>N</a:t>
            </a:r>
            <a:r>
              <a:rPr sz="938" spc="56" dirty="0">
                <a:solidFill>
                  <a:srgbClr val="696969"/>
                </a:solidFill>
                <a:latin typeface="Segoe UI Symbol"/>
                <a:cs typeface="Segoe UI Symbol"/>
              </a:rPr>
              <a:t>ET</a:t>
            </a:r>
            <a:r>
              <a:rPr sz="938" spc="56" dirty="0">
                <a:solidFill>
                  <a:srgbClr val="909090"/>
                </a:solidFill>
                <a:latin typeface="Segoe UI Symbol"/>
                <a:cs typeface="Segoe UI Symbol"/>
              </a:rPr>
              <a:t>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50592" y="4305079"/>
            <a:ext cx="735330" cy="4456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1174"/>
              </a:lnSpc>
              <a:spcBef>
                <a:spcPts val="75"/>
              </a:spcBef>
            </a:pPr>
            <a:r>
              <a:rPr sz="938" dirty="0">
                <a:solidFill>
                  <a:srgbClr val="696969"/>
                </a:solidFill>
                <a:latin typeface="Segoe UI Symbol"/>
                <a:cs typeface="Segoe UI Symbol"/>
              </a:rPr>
              <a:t>sh</a:t>
            </a:r>
            <a:r>
              <a:rPr sz="1013" dirty="0">
                <a:solidFill>
                  <a:srgbClr val="696969"/>
                </a:solidFill>
                <a:latin typeface="PMingLiU"/>
                <a:cs typeface="PMingLiU"/>
              </a:rPr>
              <a:t>ift</a:t>
            </a:r>
            <a:r>
              <a:rPr sz="1013" spc="-38" dirty="0">
                <a:solidFill>
                  <a:srgbClr val="696969"/>
                </a:solidFill>
                <a:latin typeface="PMingLiU"/>
                <a:cs typeface="PMingLiU"/>
              </a:rPr>
              <a:t> </a:t>
            </a:r>
            <a:r>
              <a:rPr sz="1013" spc="-38" dirty="0">
                <a:solidFill>
                  <a:srgbClr val="595959"/>
                </a:solidFill>
                <a:latin typeface="PMingLiU"/>
                <a:cs typeface="PMingLiU"/>
              </a:rPr>
              <a:t>t</a:t>
            </a:r>
            <a:r>
              <a:rPr sz="938" spc="-38" dirty="0">
                <a:solidFill>
                  <a:srgbClr val="595959"/>
                </a:solidFill>
                <a:latin typeface="Segoe UI Symbol"/>
                <a:cs typeface="Segoe UI Symbol"/>
              </a:rPr>
              <a:t>o</a:t>
            </a:r>
            <a:r>
              <a:rPr sz="938" spc="-34" dirty="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sz="938" spc="-38" dirty="0">
                <a:solidFill>
                  <a:srgbClr val="7E7E7E"/>
                </a:solidFill>
                <a:latin typeface="Segoe UI Symbol"/>
                <a:cs typeface="Segoe UI Symbol"/>
              </a:rPr>
              <a:t>c</a:t>
            </a:r>
            <a:r>
              <a:rPr sz="713" spc="-60" dirty="0">
                <a:solidFill>
                  <a:srgbClr val="7E7E7E"/>
                </a:solidFill>
                <a:latin typeface="PMingLiU"/>
                <a:cs typeface="PMingLiU"/>
              </a:rPr>
              <a:t>值</a:t>
            </a:r>
            <a:r>
              <a:rPr sz="938" spc="-15" dirty="0">
                <a:solidFill>
                  <a:srgbClr val="7E7E7E"/>
                </a:solidFill>
                <a:latin typeface="Segoe UI Symbol"/>
                <a:cs typeface="Segoe UI Symbol"/>
              </a:rPr>
              <a:t>en</a:t>
            </a:r>
            <a:r>
              <a:rPr sz="1013" spc="-15" dirty="0">
                <a:solidFill>
                  <a:srgbClr val="7E7E7E"/>
                </a:solidFill>
                <a:latin typeface="PMingLiU"/>
                <a:cs typeface="PMingLiU"/>
              </a:rPr>
              <a:t>IJ</a:t>
            </a:r>
            <a:endParaRPr sz="1013">
              <a:latin typeface="PMingLiU"/>
              <a:cs typeface="PMingLiU"/>
            </a:endParaRPr>
          </a:p>
          <a:p>
            <a:pPr marR="16193" algn="ctr">
              <a:lnSpc>
                <a:spcPts val="1080"/>
              </a:lnSpc>
            </a:pPr>
            <a:r>
              <a:rPr sz="750" spc="-56" dirty="0">
                <a:solidFill>
                  <a:srgbClr val="7E7E7E"/>
                </a:solidFill>
                <a:latin typeface="Segoe UI Symbol"/>
                <a:cs typeface="Segoe UI Symbol"/>
              </a:rPr>
              <a:t>GO</a:t>
            </a:r>
            <a:r>
              <a:rPr sz="525" spc="-38" dirty="0">
                <a:solidFill>
                  <a:srgbClr val="7E7E7E"/>
                </a:solidFill>
                <a:latin typeface="PMingLiU"/>
                <a:cs typeface="PMingLiU"/>
              </a:rPr>
              <a:t>八，</a:t>
            </a:r>
            <a:r>
              <a:rPr sz="938" spc="-19" dirty="0">
                <a:solidFill>
                  <a:srgbClr val="7E7E7E"/>
                </a:solidFill>
                <a:latin typeface="Segoe UI Symbol"/>
                <a:cs typeface="Segoe UI Symbol"/>
              </a:rPr>
              <a:t>er</a:t>
            </a:r>
            <a:endParaRPr sz="938">
              <a:latin typeface="Segoe UI Symbol"/>
              <a:cs typeface="Segoe UI Symbol"/>
            </a:endParaRPr>
          </a:p>
          <a:p>
            <a:pPr marR="17145" algn="ctr">
              <a:lnSpc>
                <a:spcPts val="1118"/>
              </a:lnSpc>
            </a:pP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n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e</a:t>
            </a:r>
            <a:r>
              <a:rPr sz="938" spc="-8" dirty="0">
                <a:solidFill>
                  <a:srgbClr val="7E7E7E"/>
                </a:solidFill>
                <a:latin typeface="PMingLiU"/>
                <a:cs typeface="PMingLiU"/>
              </a:rPr>
              <a:t>tw</a:t>
            </a:r>
            <a:r>
              <a:rPr sz="938" spc="-8" dirty="0">
                <a:solidFill>
                  <a:srgbClr val="7E7E7E"/>
                </a:solidFill>
                <a:latin typeface="Segoe UI Symbol"/>
                <a:cs typeface="Segoe UI Symbol"/>
              </a:rPr>
              <a:t>or1e1n9</a:t>
            </a:r>
            <a:r>
              <a:rPr sz="938" spc="-8" dirty="0">
                <a:solidFill>
                  <a:srgbClr val="A3A3A3"/>
                </a:solidFill>
                <a:latin typeface="Segoe UI Symbol"/>
                <a:cs typeface="Segoe UI Symbol"/>
              </a:rPr>
              <a:t>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34040" y="4298347"/>
            <a:ext cx="846296" cy="582499"/>
          </a:xfrm>
          <a:prstGeom prst="rect">
            <a:avLst/>
          </a:prstGeom>
        </p:spPr>
        <p:txBody>
          <a:bodyPr vert="horz" wrap="square" lIns="0" tIns="33814" rIns="0" bIns="0" rtlCol="0">
            <a:spAutoFit/>
          </a:bodyPr>
          <a:lstStyle/>
          <a:p>
            <a:pPr marL="9049" marR="3810" indent="5715" algn="ctr">
              <a:lnSpc>
                <a:spcPct val="84200"/>
              </a:lnSpc>
              <a:spcBef>
                <a:spcPts val="266"/>
              </a:spcBef>
            </a:pPr>
            <a:r>
              <a:rPr sz="1013" spc="-19" dirty="0">
                <a:solidFill>
                  <a:srgbClr val="909090"/>
                </a:solidFill>
                <a:latin typeface="PMingLiU"/>
                <a:cs typeface="PMingLiU"/>
              </a:rPr>
              <a:t>t</a:t>
            </a:r>
            <a:r>
              <a:rPr sz="938" spc="-19" dirty="0">
                <a:solidFill>
                  <a:srgbClr val="909090"/>
                </a:solidFill>
                <a:latin typeface="Segoe UI Symbol"/>
                <a:cs typeface="Segoe UI Symbol"/>
              </a:rPr>
              <a:t>o </a:t>
            </a:r>
            <a:r>
              <a:rPr sz="938" spc="-8" dirty="0">
                <a:solidFill>
                  <a:srgbClr val="A3A3A3"/>
                </a:solidFill>
                <a:latin typeface="Segoe UI Symbol"/>
                <a:cs typeface="Segoe UI Symbol"/>
              </a:rPr>
              <a:t>l</a:t>
            </a: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n</a:t>
            </a:r>
            <a:r>
              <a:rPr sz="1013" spc="-8" dirty="0">
                <a:solidFill>
                  <a:srgbClr val="909090"/>
                </a:solidFill>
                <a:latin typeface="PMingLiU"/>
                <a:cs typeface="PMingLiU"/>
              </a:rPr>
              <a:t>t</a:t>
            </a: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orne</a:t>
            </a:r>
            <a:r>
              <a:rPr sz="938" spc="-8" dirty="0">
                <a:solidFill>
                  <a:srgbClr val="696969"/>
                </a:solidFill>
                <a:latin typeface="PMingLiU"/>
                <a:cs typeface="PMingLiU"/>
              </a:rPr>
              <a:t>tw</a:t>
            </a: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or</a:t>
            </a:r>
            <a:r>
              <a:rPr sz="750" spc="-8" dirty="0">
                <a:solidFill>
                  <a:srgbClr val="696969"/>
                </a:solidFill>
                <a:latin typeface="PMingLiU"/>
                <a:cs typeface="PMingLiU"/>
              </a:rPr>
              <a:t>kJ</a:t>
            </a:r>
            <a:r>
              <a:rPr sz="938" spc="-8" dirty="0">
                <a:solidFill>
                  <a:srgbClr val="595959"/>
                </a:solidFill>
                <a:latin typeface="Segoe UI Symbol"/>
                <a:cs typeface="Segoe UI Symbol"/>
              </a:rPr>
              <a:t>n</a:t>
            </a:r>
            <a:r>
              <a:rPr sz="1200" spc="-8" dirty="0">
                <a:solidFill>
                  <a:srgbClr val="696969"/>
                </a:solidFill>
                <a:latin typeface="PMingLiU"/>
                <a:cs typeface="PMingLiU"/>
              </a:rPr>
              <a:t>g </a:t>
            </a:r>
            <a:r>
              <a:rPr sz="938" spc="75" dirty="0">
                <a:solidFill>
                  <a:srgbClr val="7E7E7E"/>
                </a:solidFill>
                <a:latin typeface="Segoe UI Symbol"/>
                <a:cs typeface="Segoe UI Symbol"/>
              </a:rPr>
              <a:t>PRN</a:t>
            </a:r>
            <a:r>
              <a:rPr sz="713" spc="86" dirty="0">
                <a:solidFill>
                  <a:srgbClr val="595959"/>
                </a:solidFill>
                <a:latin typeface="PMingLiU"/>
                <a:cs typeface="PMingLiU"/>
              </a:rPr>
              <a:t>七</a:t>
            </a:r>
            <a:r>
              <a:rPr sz="938" spc="60" dirty="0">
                <a:solidFill>
                  <a:srgbClr val="7E7E7E"/>
                </a:solidFill>
                <a:latin typeface="Segoe UI Symbol"/>
                <a:cs typeface="Segoe UI Symbol"/>
              </a:rPr>
              <a:t>Ta</a:t>
            </a:r>
            <a:r>
              <a:rPr sz="713" spc="45" dirty="0">
                <a:solidFill>
                  <a:srgbClr val="7E7E7E"/>
                </a:solidFill>
                <a:latin typeface="PMingLiU"/>
                <a:cs typeface="PMingLiU"/>
              </a:rPr>
              <a:t>心</a:t>
            </a:r>
            <a:endParaRPr sz="713">
              <a:latin typeface="PMingLiU"/>
              <a:cs typeface="PMingLiU"/>
            </a:endParaRPr>
          </a:p>
          <a:p>
            <a:pPr marR="4286" algn="ctr">
              <a:lnSpc>
                <a:spcPts val="1114"/>
              </a:lnSpc>
            </a:pPr>
            <a:r>
              <a:rPr sz="938" spc="53" dirty="0">
                <a:solidFill>
                  <a:srgbClr val="7E7E7E"/>
                </a:solidFill>
                <a:latin typeface="Segoe UI Symbol"/>
                <a:cs typeface="Segoe UI Symbol"/>
              </a:rPr>
              <a:t>A</a:t>
            </a:r>
            <a:r>
              <a:rPr sz="938" spc="53" dirty="0">
                <a:solidFill>
                  <a:srgbClr val="595959"/>
                </a:solidFill>
                <a:latin typeface="Segoe UI Symbol"/>
                <a:cs typeface="Segoe UI Symbol"/>
              </a:rPr>
              <a:t>RP</a:t>
            </a:r>
            <a:r>
              <a:rPr sz="938" spc="53" dirty="0">
                <a:solidFill>
                  <a:srgbClr val="7E7E7E"/>
                </a:solidFill>
                <a:latin typeface="Segoe UI Symbol"/>
                <a:cs typeface="Segoe UI Symbol"/>
              </a:rPr>
              <a:t>A</a:t>
            </a:r>
            <a:r>
              <a:rPr sz="938" spc="53" dirty="0">
                <a:solidFill>
                  <a:srgbClr val="484848"/>
                </a:solidFill>
                <a:latin typeface="Segoe UI Symbol"/>
                <a:cs typeface="Segoe UI Symbol"/>
              </a:rPr>
              <a:t>N</a:t>
            </a:r>
            <a:r>
              <a:rPr sz="938" spc="53" dirty="0">
                <a:solidFill>
                  <a:srgbClr val="696969"/>
                </a:solidFill>
                <a:latin typeface="Segoe UI Symbol"/>
                <a:cs typeface="Segoe UI Symbol"/>
              </a:rPr>
              <a:t>ET</a:t>
            </a:r>
            <a:r>
              <a:rPr sz="938" spc="53" dirty="0">
                <a:solidFill>
                  <a:srgbClr val="C6C6C6"/>
                </a:solidFill>
                <a:latin typeface="Segoe UI Symbol"/>
                <a:cs typeface="Segoe UI Symbol"/>
              </a:rPr>
              <a:t>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41627" y="4042525"/>
            <a:ext cx="559594" cy="29302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3813" marR="3810" indent="-14764">
              <a:lnSpc>
                <a:spcPts val="1005"/>
              </a:lnSpc>
              <a:spcBef>
                <a:spcPts val="285"/>
              </a:spcBef>
            </a:pP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N</a:t>
            </a:r>
            <a:r>
              <a:rPr sz="938" spc="-8" dirty="0">
                <a:solidFill>
                  <a:srgbClr val="909090"/>
                </a:solidFill>
                <a:latin typeface="Segoe UI Symbol"/>
                <a:cs typeface="Segoe UI Symbol"/>
              </a:rPr>
              <a:t>a</a:t>
            </a:r>
            <a:r>
              <a:rPr sz="1013" spc="-8" dirty="0">
                <a:solidFill>
                  <a:srgbClr val="696969"/>
                </a:solidFill>
                <a:latin typeface="PMingLiU"/>
                <a:cs typeface="PMingLiU"/>
              </a:rPr>
              <a:t>pst“is </a:t>
            </a:r>
            <a:r>
              <a:rPr sz="938" spc="-8" dirty="0">
                <a:solidFill>
                  <a:srgbClr val="484848"/>
                </a:solidFill>
                <a:latin typeface="Segoe UI Symbol"/>
                <a:cs typeface="Segoe UI Symbol"/>
              </a:rPr>
              <a:t>l</a:t>
            </a:r>
            <a:r>
              <a:rPr sz="938" spc="-8" dirty="0">
                <a:solidFill>
                  <a:srgbClr val="909090"/>
                </a:solidFill>
                <a:latin typeface="Segoe UI Symbol"/>
                <a:cs typeface="Segoe UI Symbol"/>
              </a:rPr>
              <a:t>a</a:t>
            </a:r>
            <a:r>
              <a:rPr sz="938" spc="-8" dirty="0">
                <a:solidFill>
                  <a:srgbClr val="696969"/>
                </a:solidFill>
                <a:latin typeface="Segoe UI Symbol"/>
                <a:cs typeface="Segoe UI Symbol"/>
              </a:rPr>
              <a:t>u</a:t>
            </a:r>
            <a:r>
              <a:rPr sz="938" spc="-8" dirty="0">
                <a:solidFill>
                  <a:srgbClr val="909090"/>
                </a:solidFill>
                <a:latin typeface="Segoe UI Symbol"/>
                <a:cs typeface="Segoe UI Symbol"/>
              </a:rPr>
              <a:t>nched.</a:t>
            </a:r>
            <a:endParaRPr sz="938">
              <a:latin typeface="Segoe UI Symbol"/>
              <a:cs typeface="Segoe UI Symbol"/>
            </a:endParaRPr>
          </a:p>
        </p:txBody>
      </p:sp>
      <p:sp>
        <p:nvSpPr>
          <p:cNvPr id="35" name="灯片编号占位符 34">
            <a:extLst>
              <a:ext uri="{FF2B5EF4-FFF2-40B4-BE49-F238E27FC236}">
                <a16:creationId xmlns:a16="http://schemas.microsoft.com/office/drawing/2014/main" id="{77677087-4627-85F0-6A43-71108F969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551" y="-287558"/>
            <a:ext cx="5916217" cy="1126975"/>
          </a:xfrm>
          <a:prstGeom prst="rect">
            <a:avLst/>
          </a:prstGeom>
        </p:spPr>
        <p:txBody>
          <a:bodyPr vert="horz" wrap="square" lIns="0" tIns="53314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87216">
              <a:spcBef>
                <a:spcPts val="79"/>
              </a:spcBef>
            </a:pPr>
            <a:r>
              <a:rPr spc="124" dirty="0"/>
              <a:t>P2P</a:t>
            </a:r>
            <a:r>
              <a:rPr spc="184" dirty="0"/>
              <a:t> </a:t>
            </a:r>
            <a:r>
              <a:rPr spc="158" dirty="0"/>
              <a:t>Techn</a:t>
            </a:r>
            <a:r>
              <a:rPr sz="2625" spc="158" dirty="0">
                <a:latin typeface="PMingLiU"/>
                <a:cs typeface="PMingLiU"/>
              </a:rPr>
              <a:t>i</a:t>
            </a:r>
            <a:r>
              <a:rPr spc="158" dirty="0"/>
              <a:t>cal</a:t>
            </a:r>
            <a:r>
              <a:rPr spc="41" dirty="0"/>
              <a:t> </a:t>
            </a:r>
            <a:r>
              <a:rPr spc="30" dirty="0"/>
              <a:t>Challen</a:t>
            </a:r>
            <a:r>
              <a:rPr sz="3825" spc="30" dirty="0">
                <a:latin typeface="PMingLiU"/>
                <a:cs typeface="PMingLiU"/>
              </a:rPr>
              <a:t>g</a:t>
            </a:r>
            <a:r>
              <a:rPr spc="30" dirty="0"/>
              <a:t>es</a:t>
            </a:r>
            <a:endParaRPr sz="382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4213" y="1445039"/>
            <a:ext cx="4589145" cy="28301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64807" indent="-251936">
              <a:spcBef>
                <a:spcPts val="75"/>
              </a:spcBef>
              <a:buChar char="•"/>
              <a:tabLst>
                <a:tab pos="364807" algn="l"/>
              </a:tabLst>
            </a:pPr>
            <a:r>
              <a:rPr sz="1988" spc="53" dirty="0">
                <a:solidFill>
                  <a:srgbClr val="0F0F0F"/>
                </a:solidFill>
                <a:latin typeface="Times New Roman"/>
                <a:cs typeface="Times New Roman"/>
              </a:rPr>
              <a:t>Peer</a:t>
            </a:r>
            <a:r>
              <a:rPr sz="1988" spc="1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063" spc="38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den</a:t>
            </a:r>
            <a:r>
              <a:rPr sz="2063" spc="38" dirty="0">
                <a:solidFill>
                  <a:srgbClr val="0F0F0F"/>
                </a:solidFill>
                <a:latin typeface="PMingLiU"/>
                <a:cs typeface="PMingLiU"/>
              </a:rPr>
              <a:t>tifi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ca</a:t>
            </a:r>
            <a:r>
              <a:rPr sz="2063" spc="38" dirty="0">
                <a:solidFill>
                  <a:srgbClr val="0F0F0F"/>
                </a:solidFill>
                <a:latin typeface="PMingLiU"/>
                <a:cs typeface="PMingLiU"/>
              </a:rPr>
              <a:t>ti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endParaRPr sz="1988">
              <a:latin typeface="Times New Roman"/>
              <a:cs typeface="Times New Roman"/>
            </a:endParaRPr>
          </a:p>
          <a:p>
            <a:pPr marL="371475" indent="-265271">
              <a:spcBef>
                <a:spcPts val="53"/>
              </a:spcBef>
              <a:buChar char="•"/>
              <a:tabLst>
                <a:tab pos="371475" algn="l"/>
              </a:tabLst>
            </a:pPr>
            <a:r>
              <a:rPr sz="1988" spc="41" dirty="0">
                <a:solidFill>
                  <a:srgbClr val="0F0F0F"/>
                </a:solidFill>
                <a:latin typeface="Times New Roman"/>
                <a:cs typeface="Times New Roman"/>
              </a:rPr>
              <a:t>Rou</a:t>
            </a:r>
            <a:r>
              <a:rPr sz="2063" spc="41" dirty="0">
                <a:solidFill>
                  <a:srgbClr val="0F0F0F"/>
                </a:solidFill>
                <a:latin typeface="PMingLiU"/>
                <a:cs typeface="PMingLiU"/>
              </a:rPr>
              <a:t>ti</a:t>
            </a:r>
            <a:r>
              <a:rPr sz="1988" spc="41" dirty="0">
                <a:solidFill>
                  <a:srgbClr val="0F0F0F"/>
                </a:solidFill>
                <a:latin typeface="Times New Roman"/>
                <a:cs typeface="Times New Roman"/>
              </a:rPr>
              <a:t>n</a:t>
            </a:r>
            <a:r>
              <a:rPr sz="2400" spc="41" dirty="0">
                <a:solidFill>
                  <a:srgbClr val="0F0F0F"/>
                </a:solidFill>
                <a:latin typeface="PMingLiU"/>
                <a:cs typeface="PMingLiU"/>
              </a:rPr>
              <a:t>g</a:t>
            </a:r>
            <a:r>
              <a:rPr sz="2400" spc="-184" dirty="0">
                <a:solidFill>
                  <a:srgbClr val="0F0F0F"/>
                </a:solidFill>
                <a:latin typeface="PMingLiU"/>
                <a:cs typeface="PMingLiU"/>
              </a:rPr>
              <a:t> </a:t>
            </a:r>
            <a:r>
              <a:rPr sz="2250" spc="26" dirty="0">
                <a:solidFill>
                  <a:srgbClr val="0F0F0F"/>
                </a:solidFill>
                <a:latin typeface="PMingLiU"/>
                <a:cs typeface="PMingLiU"/>
              </a:rPr>
              <a:t>p</a:t>
            </a:r>
            <a:r>
              <a:rPr sz="1988" spc="26" dirty="0">
                <a:solidFill>
                  <a:srgbClr val="0F0F0F"/>
                </a:solidFill>
                <a:latin typeface="Times New Roman"/>
                <a:cs typeface="Times New Roman"/>
              </a:rPr>
              <a:t>ro</a:t>
            </a:r>
            <a:r>
              <a:rPr sz="2063" spc="26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r>
              <a:rPr sz="1988" spc="26" dirty="0">
                <a:solidFill>
                  <a:srgbClr val="0F0F0F"/>
                </a:solidFill>
                <a:latin typeface="Times New Roman"/>
                <a:cs typeface="Times New Roman"/>
              </a:rPr>
              <a:t>ocols</a:t>
            </a:r>
            <a:endParaRPr sz="1988">
              <a:latin typeface="Times New Roman"/>
              <a:cs typeface="Times New Roman"/>
            </a:endParaRPr>
          </a:p>
          <a:p>
            <a:pPr marL="372428" indent="-259556">
              <a:lnSpc>
                <a:spcPts val="2655"/>
              </a:lnSpc>
              <a:spcBef>
                <a:spcPts val="26"/>
              </a:spcBef>
              <a:buChar char="•"/>
              <a:tabLst>
                <a:tab pos="372428" algn="l"/>
              </a:tabLst>
            </a:pP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Ne</a:t>
            </a:r>
            <a:r>
              <a:rPr sz="2025" spc="38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r>
              <a:rPr sz="1988" spc="161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025" spc="30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o</a:t>
            </a:r>
            <a:r>
              <a:rPr sz="2250" spc="30" dirty="0">
                <a:solidFill>
                  <a:srgbClr val="0F0F0F"/>
                </a:solidFill>
                <a:latin typeface="PMingLiU"/>
                <a:cs typeface="PMingLiU"/>
              </a:rPr>
              <a:t>p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olo</a:t>
            </a:r>
            <a:r>
              <a:rPr sz="2100" spc="30" dirty="0">
                <a:solidFill>
                  <a:srgbClr val="0F0F0F"/>
                </a:solidFill>
                <a:latin typeface="PMingLiU"/>
                <a:cs typeface="PMingLiU"/>
              </a:rPr>
              <a:t>gi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es</a:t>
            </a:r>
            <a:endParaRPr sz="1988">
              <a:latin typeface="Times New Roman"/>
              <a:cs typeface="Times New Roman"/>
            </a:endParaRPr>
          </a:p>
          <a:p>
            <a:pPr marL="364807" indent="-251936">
              <a:lnSpc>
                <a:spcPts val="2834"/>
              </a:lnSpc>
              <a:buChar char="•"/>
              <a:tabLst>
                <a:tab pos="364807" algn="l"/>
              </a:tabLst>
            </a:pPr>
            <a:r>
              <a:rPr sz="1988" spc="53" dirty="0">
                <a:solidFill>
                  <a:srgbClr val="0F0F0F"/>
                </a:solidFill>
                <a:latin typeface="Times New Roman"/>
                <a:cs typeface="Times New Roman"/>
              </a:rPr>
              <a:t>Peer</a:t>
            </a:r>
            <a:r>
              <a:rPr sz="1988" spc="-23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988" spc="41" dirty="0">
                <a:solidFill>
                  <a:srgbClr val="0F0F0F"/>
                </a:solidFill>
                <a:latin typeface="Times New Roman"/>
                <a:cs typeface="Times New Roman"/>
              </a:rPr>
              <a:t>d</a:t>
            </a:r>
            <a:r>
              <a:rPr sz="2100" spc="41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spc="41" dirty="0">
                <a:solidFill>
                  <a:srgbClr val="0F0F0F"/>
                </a:solidFill>
                <a:latin typeface="Times New Roman"/>
                <a:cs typeface="Times New Roman"/>
              </a:rPr>
              <a:t>scover</a:t>
            </a:r>
            <a:r>
              <a:rPr sz="2400" spc="41" dirty="0">
                <a:solidFill>
                  <a:srgbClr val="0F0F0F"/>
                </a:solidFill>
                <a:latin typeface="PMingLiU"/>
                <a:cs typeface="PMingLiU"/>
              </a:rPr>
              <a:t>y</a:t>
            </a:r>
            <a:endParaRPr sz="2400">
              <a:latin typeface="PMingLiU"/>
              <a:cs typeface="PMingLiU"/>
            </a:endParaRPr>
          </a:p>
          <a:p>
            <a:pPr marL="366236" indent="-253365">
              <a:spcBef>
                <a:spcPts val="79"/>
              </a:spcBef>
              <a:buChar char="•"/>
              <a:tabLst>
                <a:tab pos="366236" algn="l"/>
              </a:tabLst>
            </a:pPr>
            <a:r>
              <a:rPr sz="1988" spc="60" dirty="0">
                <a:solidFill>
                  <a:srgbClr val="0F0F0F"/>
                </a:solidFill>
                <a:latin typeface="Times New Roman"/>
                <a:cs typeface="Times New Roman"/>
              </a:rPr>
              <a:t>Commun</a:t>
            </a:r>
            <a:r>
              <a:rPr sz="2063" spc="60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spc="60" dirty="0">
                <a:solidFill>
                  <a:srgbClr val="0F0F0F"/>
                </a:solidFill>
                <a:latin typeface="Times New Roman"/>
                <a:cs typeface="Times New Roman"/>
              </a:rPr>
              <a:t>ca</a:t>
            </a:r>
            <a:r>
              <a:rPr sz="2063" spc="60" dirty="0">
                <a:solidFill>
                  <a:srgbClr val="0F0F0F"/>
                </a:solidFill>
                <a:latin typeface="PMingLiU"/>
                <a:cs typeface="PMingLiU"/>
              </a:rPr>
              <a:t>ti</a:t>
            </a:r>
            <a:r>
              <a:rPr sz="1988" spc="60" dirty="0">
                <a:solidFill>
                  <a:srgbClr val="0F0F0F"/>
                </a:solidFill>
                <a:latin typeface="Times New Roman"/>
                <a:cs typeface="Times New Roman"/>
              </a:rPr>
              <a:t>o</a:t>
            </a:r>
            <a:r>
              <a:rPr sz="1688" spc="60" dirty="0">
                <a:solidFill>
                  <a:srgbClr val="0F0F0F"/>
                </a:solidFill>
                <a:latin typeface="PMingLiU"/>
                <a:cs typeface="PMingLiU"/>
              </a:rPr>
              <a:t>n/</a:t>
            </a:r>
            <a:r>
              <a:rPr sz="1988" spc="60" dirty="0">
                <a:solidFill>
                  <a:srgbClr val="0F0F0F"/>
                </a:solidFill>
                <a:latin typeface="Times New Roman"/>
                <a:cs typeface="Times New Roman"/>
              </a:rPr>
              <a:t>coord</a:t>
            </a:r>
            <a:r>
              <a:rPr sz="2063" spc="60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spc="60" dirty="0">
                <a:solidFill>
                  <a:srgbClr val="0F0F0F"/>
                </a:solidFill>
                <a:latin typeface="Times New Roman"/>
                <a:cs typeface="Times New Roman"/>
              </a:rPr>
              <a:t>na</a:t>
            </a:r>
            <a:r>
              <a:rPr sz="2063" spc="60" dirty="0">
                <a:solidFill>
                  <a:srgbClr val="0F0F0F"/>
                </a:solidFill>
                <a:latin typeface="PMingLiU"/>
                <a:cs typeface="PMingLiU"/>
              </a:rPr>
              <a:t>ti</a:t>
            </a:r>
            <a:r>
              <a:rPr sz="1988" spc="60" dirty="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250" spc="26" dirty="0">
                <a:solidFill>
                  <a:srgbClr val="0F0F0F"/>
                </a:solidFill>
                <a:latin typeface="PMingLiU"/>
                <a:cs typeface="PMingLiU"/>
              </a:rPr>
              <a:t>p</a:t>
            </a:r>
            <a:r>
              <a:rPr sz="1988" spc="26" dirty="0">
                <a:solidFill>
                  <a:srgbClr val="0F0F0F"/>
                </a:solidFill>
                <a:latin typeface="Times New Roman"/>
                <a:cs typeface="Times New Roman"/>
              </a:rPr>
              <a:t>ro</a:t>
            </a:r>
            <a:r>
              <a:rPr sz="2063" spc="26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r>
              <a:rPr sz="1988" spc="26" dirty="0">
                <a:solidFill>
                  <a:srgbClr val="0F0F0F"/>
                </a:solidFill>
                <a:latin typeface="Times New Roman"/>
                <a:cs typeface="Times New Roman"/>
              </a:rPr>
              <a:t>ocols</a:t>
            </a:r>
            <a:endParaRPr sz="1988">
              <a:latin typeface="Times New Roman"/>
              <a:cs typeface="Times New Roman"/>
            </a:endParaRPr>
          </a:p>
          <a:p>
            <a:pPr marL="365760" indent="-356235">
              <a:spcBef>
                <a:spcPts val="34"/>
              </a:spcBef>
              <a:buChar char="•"/>
              <a:tabLst>
                <a:tab pos="365760" algn="l"/>
              </a:tabLst>
            </a:pPr>
            <a:r>
              <a:rPr sz="2325" dirty="0">
                <a:solidFill>
                  <a:srgbClr val="0F0F0F"/>
                </a:solidFill>
                <a:latin typeface="PMingLiU"/>
                <a:cs typeface="PMingLiU"/>
              </a:rPr>
              <a:t>Q</a:t>
            </a:r>
            <a:r>
              <a:rPr sz="1988" dirty="0">
                <a:solidFill>
                  <a:srgbClr val="0F0F0F"/>
                </a:solidFill>
                <a:latin typeface="Times New Roman"/>
                <a:cs typeface="Times New Roman"/>
              </a:rPr>
              <a:t>ual</a:t>
            </a:r>
            <a:r>
              <a:rPr sz="2063" dirty="0">
                <a:solidFill>
                  <a:srgbClr val="0F0F0F"/>
                </a:solidFill>
                <a:latin typeface="PMingLiU"/>
                <a:cs typeface="PMingLiU"/>
              </a:rPr>
              <a:t>ity</a:t>
            </a:r>
            <a:r>
              <a:rPr sz="2063" spc="135" dirty="0">
                <a:solidFill>
                  <a:srgbClr val="0F0F0F"/>
                </a:solidFill>
                <a:latin typeface="PMingLiU"/>
                <a:cs typeface="PMingLiU"/>
              </a:rPr>
              <a:t> </a:t>
            </a:r>
            <a:r>
              <a:rPr sz="1988" spc="53" dirty="0">
                <a:solidFill>
                  <a:srgbClr val="0F0F0F"/>
                </a:solidFill>
                <a:latin typeface="Times New Roman"/>
                <a:cs typeface="Times New Roman"/>
              </a:rPr>
              <a:t>o</a:t>
            </a:r>
            <a:r>
              <a:rPr sz="2138" spc="53" dirty="0">
                <a:solidFill>
                  <a:srgbClr val="0F0F0F"/>
                </a:solidFill>
                <a:latin typeface="PMingLiU"/>
                <a:cs typeface="PMingLiU"/>
              </a:rPr>
              <a:t>f</a:t>
            </a:r>
            <a:r>
              <a:rPr sz="2138" spc="45" dirty="0">
                <a:solidFill>
                  <a:srgbClr val="0F0F0F"/>
                </a:solidFill>
                <a:latin typeface="PMingLiU"/>
                <a:cs typeface="PMingLiU"/>
              </a:rPr>
              <a:t> 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serv</a:t>
            </a:r>
            <a:r>
              <a:rPr sz="2063" spc="30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spc="30" dirty="0">
                <a:solidFill>
                  <a:srgbClr val="0F0F0F"/>
                </a:solidFill>
                <a:latin typeface="Times New Roman"/>
                <a:cs typeface="Times New Roman"/>
              </a:rPr>
              <a:t>ce</a:t>
            </a:r>
            <a:endParaRPr sz="1988">
              <a:latin typeface="Times New Roman"/>
              <a:cs typeface="Times New Roman"/>
            </a:endParaRPr>
          </a:p>
          <a:p>
            <a:pPr marL="360044" lvl="1" indent="-247174">
              <a:lnSpc>
                <a:spcPts val="2475"/>
              </a:lnSpc>
              <a:spcBef>
                <a:spcPts val="229"/>
              </a:spcBef>
              <a:buChar char="•"/>
              <a:tabLst>
                <a:tab pos="360044" algn="l"/>
              </a:tabLst>
            </a:pP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Secur</a:t>
            </a:r>
            <a:r>
              <a:rPr sz="2063" spc="38" dirty="0">
                <a:solidFill>
                  <a:srgbClr val="0F0F0F"/>
                </a:solidFill>
                <a:latin typeface="PMingLiU"/>
                <a:cs typeface="PMingLiU"/>
              </a:rPr>
              <a:t>ity</a:t>
            </a:r>
            <a:endParaRPr sz="2063">
              <a:latin typeface="PMingLiU"/>
              <a:cs typeface="PMingLiU"/>
            </a:endParaRPr>
          </a:p>
          <a:p>
            <a:pPr marL="364807" lvl="1" indent="-251936">
              <a:lnSpc>
                <a:spcPts val="2880"/>
              </a:lnSpc>
              <a:buChar char="•"/>
              <a:tabLst>
                <a:tab pos="364807" algn="l"/>
              </a:tabLst>
            </a:pPr>
            <a:r>
              <a:rPr sz="1988" dirty="0">
                <a:solidFill>
                  <a:srgbClr val="0F0F0F"/>
                </a:solidFill>
                <a:latin typeface="Times New Roman"/>
                <a:cs typeface="Times New Roman"/>
              </a:rPr>
              <a:t>F</a:t>
            </a:r>
            <a:r>
              <a:rPr sz="2100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dirty="0">
                <a:solidFill>
                  <a:srgbClr val="0F0F0F"/>
                </a:solidFill>
                <a:latin typeface="Times New Roman"/>
                <a:cs typeface="Times New Roman"/>
              </a:rPr>
              <a:t>ne-</a:t>
            </a:r>
            <a:r>
              <a:rPr sz="2400" spc="38" dirty="0">
                <a:solidFill>
                  <a:srgbClr val="0F0F0F"/>
                </a:solidFill>
                <a:latin typeface="PMingLiU"/>
                <a:cs typeface="PMingLiU"/>
              </a:rPr>
              <a:t>g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ra</a:t>
            </a:r>
            <a:r>
              <a:rPr sz="2100" spc="38" dirty="0">
                <a:solidFill>
                  <a:srgbClr val="0F0F0F"/>
                </a:solidFill>
                <a:latin typeface="PMingLiU"/>
                <a:cs typeface="PMingLiU"/>
              </a:rPr>
              <a:t>i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ned</a:t>
            </a:r>
            <a:r>
              <a:rPr sz="1988" spc="83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988" spc="38" dirty="0">
                <a:solidFill>
                  <a:srgbClr val="0F0F0F"/>
                </a:solidFill>
                <a:latin typeface="Times New Roman"/>
                <a:cs typeface="Times New Roman"/>
              </a:rPr>
              <a:t>resource</a:t>
            </a:r>
            <a:r>
              <a:rPr sz="1988" spc="206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988" spc="-8" dirty="0">
                <a:solidFill>
                  <a:srgbClr val="0F0F0F"/>
                </a:solidFill>
                <a:latin typeface="Times New Roman"/>
                <a:cs typeface="Times New Roman"/>
              </a:rPr>
              <a:t>mana</a:t>
            </a:r>
            <a:r>
              <a:rPr sz="2400" spc="-8" dirty="0">
                <a:solidFill>
                  <a:srgbClr val="0F0F0F"/>
                </a:solidFill>
                <a:latin typeface="PMingLiU"/>
                <a:cs typeface="PMingLiU"/>
              </a:rPr>
              <a:t>g</a:t>
            </a:r>
            <a:r>
              <a:rPr sz="1988" spc="-8" dirty="0">
                <a:solidFill>
                  <a:srgbClr val="0F0F0F"/>
                </a:solidFill>
                <a:latin typeface="Times New Roman"/>
                <a:cs typeface="Times New Roman"/>
              </a:rPr>
              <a:t>emen</a:t>
            </a:r>
            <a:r>
              <a:rPr sz="2025" spc="-8" dirty="0">
                <a:solidFill>
                  <a:srgbClr val="0F0F0F"/>
                </a:solidFill>
                <a:latin typeface="PMingLiU"/>
                <a:cs typeface="PMingLiU"/>
              </a:rPr>
              <a:t>t</a:t>
            </a:r>
            <a:endParaRPr sz="2025">
              <a:latin typeface="PMingLiU"/>
              <a:cs typeface="PMingLiU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B7F446-B6E7-1ADC-B644-3CC33D03B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DB7ED6-798D-F5A8-768D-27D12C4B5D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43</a:t>
            </a:fld>
            <a:endParaRPr lang="en-US" altLang="zh-CN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51AD2A0-255C-F353-290C-44B7D17F67A8}"/>
              </a:ext>
            </a:extLst>
          </p:cNvPr>
          <p:cNvSpPr txBox="1"/>
          <p:nvPr/>
        </p:nvSpPr>
        <p:spPr>
          <a:xfrm>
            <a:off x="804430" y="2059345"/>
            <a:ext cx="7304134" cy="1024810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10066" algn="ctr">
              <a:spcBef>
                <a:spcPts val="600"/>
              </a:spcBef>
              <a:buClr>
                <a:srgbClr val="0000FF"/>
              </a:buClr>
            </a:pPr>
            <a:r>
              <a:rPr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2947</TotalTime>
  <Words>3289</Words>
  <Application>Microsoft Office PowerPoint</Application>
  <PresentationFormat>全屏显示(16:9)</PresentationFormat>
  <Paragraphs>544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MS Sans Serif</vt:lpstr>
      <vt:lpstr>PMingLiU</vt:lpstr>
      <vt:lpstr>Arial</vt:lpstr>
      <vt:lpstr>Arial Narrow</vt:lpstr>
      <vt:lpstr>Calibri</vt:lpstr>
      <vt:lpstr>Segoe UI Symbol</vt:lpstr>
      <vt:lpstr>Symbol</vt:lpstr>
      <vt:lpstr>Times New Roman</vt:lpstr>
      <vt:lpstr>Wingdings</vt:lpstr>
      <vt:lpstr>NTHU UniCloud</vt:lpstr>
      <vt:lpstr>CSC6032 – Advanced Operating Systems P2P Systems</vt:lpstr>
      <vt:lpstr>PowerPoint 演示文稿</vt:lpstr>
      <vt:lpstr>Client-Server Model</vt:lpstr>
      <vt:lpstr>Client/Server Limitations</vt:lpstr>
      <vt:lpstr>P2P Model</vt:lpstr>
      <vt:lpstr>P2P Network</vt:lpstr>
      <vt:lpstr>Application Layer Overlay</vt:lpstr>
      <vt:lpstr>Client-Server &amp; P2P Network</vt:lpstr>
      <vt:lpstr>P2P Network Features</vt:lpstr>
      <vt:lpstr>P2P Computing Features</vt:lpstr>
      <vt:lpstr>P2P Architecture</vt:lpstr>
      <vt:lpstr>P2P Network Characteristics</vt:lpstr>
      <vt:lpstr>Client Server vs. P2P Example </vt:lpstr>
      <vt:lpstr>Large Scale Data Sharing of P2P </vt:lpstr>
      <vt:lpstr>P2P History: 1969 - 1995</vt:lpstr>
      <vt:lpstr>P2P History: 1995 - 1999</vt:lpstr>
      <vt:lpstr>P2P History: 1999 - Today</vt:lpstr>
      <vt:lpstr>P2P Benefits</vt:lpstr>
      <vt:lpstr>The traditional network architecture</vt:lpstr>
      <vt:lpstr>hybrid P2P network architecture</vt:lpstr>
      <vt:lpstr>P2P must be disruptive…</vt:lpstr>
      <vt:lpstr>Bandwidth and Storage Growth</vt:lpstr>
      <vt:lpstr>Moore's Law</vt:lpstr>
      <vt:lpstr>Peer-peer networking</vt:lpstr>
      <vt:lpstr>Peer-peer networking</vt:lpstr>
      <vt:lpstr>How it works</vt:lpstr>
      <vt:lpstr>Classification of the P2P Systems</vt:lpstr>
      <vt:lpstr>What P2P is good for?</vt:lpstr>
      <vt:lpstr>P2P Application Areas</vt:lpstr>
      <vt:lpstr>File-sharing vs. Stream．ing</vt:lpstr>
      <vt:lpstr>Example P2P Applications</vt:lpstr>
      <vt:lpstr>Instant Messaging</vt:lpstr>
      <vt:lpstr>File exchange</vt:lpstr>
      <vt:lpstr>Collaboration</vt:lpstr>
      <vt:lpstr>从IPS sharing</vt:lpstr>
      <vt:lpstr>．</vt:lpstr>
      <vt:lpstr>从obile ad hoc communication</vt:lpstr>
      <vt:lpstr>Content Distribution</vt:lpstr>
      <vt:lpstr>从iddleware</vt:lpstr>
      <vt:lpstr>Port Numbers Used by Various P2P Applications</vt:lpstr>
      <vt:lpstr>Timeline of P2P networking evolution</vt:lpstr>
      <vt:lpstr>P2P Technical Challenges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318</cp:revision>
  <dcterms:created xsi:type="dcterms:W3CDTF">2015-06-05T07:23:35Z</dcterms:created>
  <dcterms:modified xsi:type="dcterms:W3CDTF">2026-09-27T02:49:22Z</dcterms:modified>
</cp:coreProperties>
</file>