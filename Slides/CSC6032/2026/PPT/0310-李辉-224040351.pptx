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32"/>
  </p:notesMasterIdLst>
  <p:sldIdLst>
    <p:sldId id="256" r:id="rId3"/>
    <p:sldId id="529" r:id="rId4"/>
    <p:sldId id="568" r:id="rId5"/>
    <p:sldId id="516" r:id="rId6"/>
    <p:sldId id="569" r:id="rId7"/>
    <p:sldId id="570" r:id="rId8"/>
    <p:sldId id="521" r:id="rId9"/>
    <p:sldId id="572" r:id="rId10"/>
    <p:sldId id="571" r:id="rId11"/>
    <p:sldId id="573" r:id="rId12"/>
    <p:sldId id="532" r:id="rId13"/>
    <p:sldId id="575" r:id="rId14"/>
    <p:sldId id="574" r:id="rId15"/>
    <p:sldId id="579" r:id="rId16"/>
    <p:sldId id="580" r:id="rId17"/>
    <p:sldId id="604" r:id="rId18"/>
    <p:sldId id="584" r:id="rId19"/>
    <p:sldId id="591" r:id="rId20"/>
    <p:sldId id="592" r:id="rId21"/>
    <p:sldId id="605" r:id="rId22"/>
    <p:sldId id="606" r:id="rId23"/>
    <p:sldId id="607" r:id="rId24"/>
    <p:sldId id="608" r:id="rId25"/>
    <p:sldId id="593" r:id="rId26"/>
    <p:sldId id="609" r:id="rId27"/>
    <p:sldId id="610" r:id="rId28"/>
    <p:sldId id="597" r:id="rId29"/>
    <p:sldId id="564" r:id="rId30"/>
    <p:sldId id="598" r:id="rId3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2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D7EC03-9693-5841-8777-448DDBD84D20}" v="2245" dt="2026-03-04T09:33:33.107"/>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451" autoAdjust="0"/>
    <p:restoredTop sz="71509"/>
  </p:normalViewPr>
  <p:slideViewPr>
    <p:cSldViewPr snapToGrid="0">
      <p:cViewPr varScale="1">
        <p:scale>
          <a:sx n="45" d="100"/>
          <a:sy n="45" d="100"/>
        </p:scale>
        <p:origin x="1136" y="44"/>
      </p:cViewPr>
      <p:guideLst/>
    </p:cSldViewPr>
  </p:slideViewPr>
  <p:notesTextViewPr>
    <p:cViewPr>
      <p:scale>
        <a:sx n="20" d="100"/>
        <a:sy n="2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 Mao (SDS,118010224)" userId="1bbae264-552e-41b8-9f18-7e823f2686ac" providerId="ADAL" clId="{42D7EC03-9693-5841-8777-448DDBD84D20}"/>
    <pc:docChg chg="undo redo custSel addSld delSld modSld sldOrd">
      <pc:chgData name="Yu Mao (SDS,118010224)" userId="1bbae264-552e-41b8-9f18-7e823f2686ac" providerId="ADAL" clId="{42D7EC03-9693-5841-8777-448DDBD84D20}" dt="2026-03-04T09:36:02.417" v="16552" actId="20577"/>
      <pc:docMkLst>
        <pc:docMk/>
      </pc:docMkLst>
      <pc:sldChg chg="modSp mod">
        <pc:chgData name="Yu Mao (SDS,118010224)" userId="1bbae264-552e-41b8-9f18-7e823f2686ac" providerId="ADAL" clId="{42D7EC03-9693-5841-8777-448DDBD84D20}" dt="2026-03-04T06:57:32.788" v="13842" actId="1076"/>
        <pc:sldMkLst>
          <pc:docMk/>
          <pc:sldMk cId="406468066" sldId="256"/>
        </pc:sldMkLst>
        <pc:spChg chg="mod">
          <ac:chgData name="Yu Mao (SDS,118010224)" userId="1bbae264-552e-41b8-9f18-7e823f2686ac" providerId="ADAL" clId="{42D7EC03-9693-5841-8777-448DDBD84D20}" dt="2026-03-04T06:57:32.788" v="13842" actId="1076"/>
          <ac:spMkLst>
            <pc:docMk/>
            <pc:sldMk cId="406468066" sldId="256"/>
            <ac:spMk id="2" creationId="{00000000-0000-0000-0000-000000000000}"/>
          </ac:spMkLst>
        </pc:spChg>
        <pc:spChg chg="mod">
          <ac:chgData name="Yu Mao (SDS,118010224)" userId="1bbae264-552e-41b8-9f18-7e823f2686ac" providerId="ADAL" clId="{42D7EC03-9693-5841-8777-448DDBD84D20}" dt="2026-03-02T12:27:13.717" v="76" actId="113"/>
          <ac:spMkLst>
            <pc:docMk/>
            <pc:sldMk cId="406468066" sldId="256"/>
            <ac:spMk id="3" creationId="{00000000-0000-0000-0000-000000000000}"/>
          </ac:spMkLst>
        </pc:spChg>
      </pc:sldChg>
      <pc:sldChg chg="addSp delSp modSp mod">
        <pc:chgData name="Yu Mao (SDS,118010224)" userId="1bbae264-552e-41b8-9f18-7e823f2686ac" providerId="ADAL" clId="{42D7EC03-9693-5841-8777-448DDBD84D20}" dt="2026-03-04T08:32:48.906" v="16250" actId="113"/>
        <pc:sldMkLst>
          <pc:docMk/>
          <pc:sldMk cId="255285262" sldId="516"/>
        </pc:sldMkLst>
        <pc:spChg chg="mod">
          <ac:chgData name="Yu Mao (SDS,118010224)" userId="1bbae264-552e-41b8-9f18-7e823f2686ac" providerId="ADAL" clId="{42D7EC03-9693-5841-8777-448DDBD84D20}" dt="2026-03-04T08:32:26.778" v="16245" actId="20577"/>
          <ac:spMkLst>
            <pc:docMk/>
            <pc:sldMk cId="255285262" sldId="516"/>
            <ac:spMk id="2" creationId="{00000000-0000-0000-0000-000000000000}"/>
          </ac:spMkLst>
        </pc:spChg>
        <pc:spChg chg="mod">
          <ac:chgData name="Yu Mao (SDS,118010224)" userId="1bbae264-552e-41b8-9f18-7e823f2686ac" providerId="ADAL" clId="{42D7EC03-9693-5841-8777-448DDBD84D20}" dt="2026-03-04T08:32:48.906" v="16250" actId="113"/>
          <ac:spMkLst>
            <pc:docMk/>
            <pc:sldMk cId="255285262" sldId="516"/>
            <ac:spMk id="3" creationId="{00000000-0000-0000-0000-000000000000}"/>
          </ac:spMkLst>
        </pc:spChg>
        <pc:spChg chg="del mod">
          <ac:chgData name="Yu Mao (SDS,118010224)" userId="1bbae264-552e-41b8-9f18-7e823f2686ac" providerId="ADAL" clId="{42D7EC03-9693-5841-8777-448DDBD84D20}" dt="2026-03-03T09:48:11.472" v="1029" actId="478"/>
          <ac:spMkLst>
            <pc:docMk/>
            <pc:sldMk cId="255285262" sldId="516"/>
            <ac:spMk id="4" creationId="{A4D8AE41-E9DB-DC4B-0813-8BAB041C6816}"/>
          </ac:spMkLst>
        </pc:spChg>
        <pc:spChg chg="add mod">
          <ac:chgData name="Yu Mao (SDS,118010224)" userId="1bbae264-552e-41b8-9f18-7e823f2686ac" providerId="ADAL" clId="{42D7EC03-9693-5841-8777-448DDBD84D20}" dt="2026-03-03T10:18:52.151" v="1961" actId="14100"/>
          <ac:spMkLst>
            <pc:docMk/>
            <pc:sldMk cId="255285262" sldId="516"/>
            <ac:spMk id="5" creationId="{BF3760E3-A7FD-2CF2-C56D-A1C76F3AECAE}"/>
          </ac:spMkLst>
        </pc:spChg>
        <pc:spChg chg="add del mod">
          <ac:chgData name="Yu Mao (SDS,118010224)" userId="1bbae264-552e-41b8-9f18-7e823f2686ac" providerId="ADAL" clId="{42D7EC03-9693-5841-8777-448DDBD84D20}" dt="2026-03-03T09:27:08.295" v="794" actId="478"/>
          <ac:spMkLst>
            <pc:docMk/>
            <pc:sldMk cId="255285262" sldId="516"/>
            <ac:spMk id="6" creationId="{0E9D9B90-BC73-A2CC-0B49-2B27B3EA5548}"/>
          </ac:spMkLst>
        </pc:spChg>
        <pc:spChg chg="add del mod">
          <ac:chgData name="Yu Mao (SDS,118010224)" userId="1bbae264-552e-41b8-9f18-7e823f2686ac" providerId="ADAL" clId="{42D7EC03-9693-5841-8777-448DDBD84D20}" dt="2026-03-03T09:27:50.337" v="802" actId="478"/>
          <ac:spMkLst>
            <pc:docMk/>
            <pc:sldMk cId="255285262" sldId="516"/>
            <ac:spMk id="7" creationId="{78646724-BC25-FF36-4E44-AC29745BA83B}"/>
          </ac:spMkLst>
        </pc:spChg>
        <pc:spChg chg="add del mod">
          <ac:chgData name="Yu Mao (SDS,118010224)" userId="1bbae264-552e-41b8-9f18-7e823f2686ac" providerId="ADAL" clId="{42D7EC03-9693-5841-8777-448DDBD84D20}" dt="2026-03-03T09:27:49.629" v="801" actId="478"/>
          <ac:spMkLst>
            <pc:docMk/>
            <pc:sldMk cId="255285262" sldId="516"/>
            <ac:spMk id="8" creationId="{52AB1D8B-4A3A-5426-14F9-B0332796A2CC}"/>
          </ac:spMkLst>
        </pc:spChg>
        <pc:spChg chg="add del mod">
          <ac:chgData name="Yu Mao (SDS,118010224)" userId="1bbae264-552e-41b8-9f18-7e823f2686ac" providerId="ADAL" clId="{42D7EC03-9693-5841-8777-448DDBD84D20}" dt="2026-03-03T09:29:44.822" v="825" actId="478"/>
          <ac:spMkLst>
            <pc:docMk/>
            <pc:sldMk cId="255285262" sldId="516"/>
            <ac:spMk id="11" creationId="{AF33B1E3-A303-A24A-5C74-CB99A0A151B0}"/>
          </ac:spMkLst>
        </pc:spChg>
        <pc:spChg chg="add mod">
          <ac:chgData name="Yu Mao (SDS,118010224)" userId="1bbae264-552e-41b8-9f18-7e823f2686ac" providerId="ADAL" clId="{42D7EC03-9693-5841-8777-448DDBD84D20}" dt="2026-03-03T09:35:01.371" v="871"/>
          <ac:spMkLst>
            <pc:docMk/>
            <pc:sldMk cId="255285262" sldId="516"/>
            <ac:spMk id="14" creationId="{28DAEC9B-07B3-A14C-D26E-CEEFDAE1B2F5}"/>
          </ac:spMkLst>
        </pc:spChg>
        <pc:spChg chg="add mod">
          <ac:chgData name="Yu Mao (SDS,118010224)" userId="1bbae264-552e-41b8-9f18-7e823f2686ac" providerId="ADAL" clId="{42D7EC03-9693-5841-8777-448DDBD84D20}" dt="2026-03-04T05:35:49.282" v="11250" actId="20577"/>
          <ac:spMkLst>
            <pc:docMk/>
            <pc:sldMk cId="255285262" sldId="516"/>
            <ac:spMk id="15" creationId="{97F7FC92-C626-1F6A-6786-AEA70B651CC1}"/>
          </ac:spMkLst>
        </pc:spChg>
        <pc:spChg chg="add mod">
          <ac:chgData name="Yu Mao (SDS,118010224)" userId="1bbae264-552e-41b8-9f18-7e823f2686ac" providerId="ADAL" clId="{42D7EC03-9693-5841-8777-448DDBD84D20}" dt="2026-03-03T09:47:10.641" v="1013" actId="767"/>
          <ac:spMkLst>
            <pc:docMk/>
            <pc:sldMk cId="255285262" sldId="516"/>
            <ac:spMk id="17" creationId="{4339D41C-D654-E4E7-C3CD-2D3C8B64DF8F}"/>
          </ac:spMkLst>
        </pc:spChg>
        <pc:spChg chg="add mod">
          <ac:chgData name="Yu Mao (SDS,118010224)" userId="1bbae264-552e-41b8-9f18-7e823f2686ac" providerId="ADAL" clId="{42D7EC03-9693-5841-8777-448DDBD84D20}" dt="2026-03-03T12:52:47.273" v="3134"/>
          <ac:spMkLst>
            <pc:docMk/>
            <pc:sldMk cId="255285262" sldId="516"/>
            <ac:spMk id="18" creationId="{0F377D96-767E-726E-F5A8-6302D930A13F}"/>
          </ac:spMkLst>
        </pc:spChg>
        <pc:picChg chg="del">
          <ac:chgData name="Yu Mao (SDS,118010224)" userId="1bbae264-552e-41b8-9f18-7e823f2686ac" providerId="ADAL" clId="{42D7EC03-9693-5841-8777-448DDBD84D20}" dt="2026-03-03T09:19:41.392" v="700" actId="478"/>
          <ac:picMkLst>
            <pc:docMk/>
            <pc:sldMk cId="255285262" sldId="516"/>
            <ac:picMk id="9" creationId="{A89CE623-1DD3-787F-09D0-8C8117805EFF}"/>
          </ac:picMkLst>
        </pc:picChg>
        <pc:picChg chg="add mod">
          <ac:chgData name="Yu Mao (SDS,118010224)" userId="1bbae264-552e-41b8-9f18-7e823f2686ac" providerId="ADAL" clId="{42D7EC03-9693-5841-8777-448DDBD84D20}" dt="2026-03-03T10:18:41.101" v="1958" actId="1076"/>
          <ac:picMkLst>
            <pc:docMk/>
            <pc:sldMk cId="255285262" sldId="516"/>
            <ac:picMk id="10" creationId="{179B9C70-CD49-D0CC-3B7F-20D1E32DC985}"/>
          </ac:picMkLst>
        </pc:picChg>
        <pc:picChg chg="add del mod">
          <ac:chgData name="Yu Mao (SDS,118010224)" userId="1bbae264-552e-41b8-9f18-7e823f2686ac" providerId="ADAL" clId="{42D7EC03-9693-5841-8777-448DDBD84D20}" dt="2026-03-03T09:29:51.425" v="830" actId="478"/>
          <ac:picMkLst>
            <pc:docMk/>
            <pc:sldMk cId="255285262" sldId="516"/>
            <ac:picMk id="12" creationId="{B0AA1AC4-C6E4-2420-72B2-A18049E7C99C}"/>
          </ac:picMkLst>
        </pc:picChg>
        <pc:picChg chg="add del mod modCrop">
          <ac:chgData name="Yu Mao (SDS,118010224)" userId="1bbae264-552e-41b8-9f18-7e823f2686ac" providerId="ADAL" clId="{42D7EC03-9693-5841-8777-448DDBD84D20}" dt="2026-03-03T10:19:08.469" v="1964" actId="1076"/>
          <ac:picMkLst>
            <pc:docMk/>
            <pc:sldMk cId="255285262" sldId="516"/>
            <ac:picMk id="13" creationId="{1527617F-2E30-2077-DB9D-2744ED059484}"/>
          </ac:picMkLst>
        </pc:picChg>
        <pc:picChg chg="add del mod">
          <ac:chgData name="Yu Mao (SDS,118010224)" userId="1bbae264-552e-41b8-9f18-7e823f2686ac" providerId="ADAL" clId="{42D7EC03-9693-5841-8777-448DDBD84D20}" dt="2026-03-03T09:37:17.527" v="967" actId="478"/>
          <ac:picMkLst>
            <pc:docMk/>
            <pc:sldMk cId="255285262" sldId="516"/>
            <ac:picMk id="16" creationId="{7AEB1E03-5507-3700-BD74-7BD5AF94A5F9}"/>
          </ac:picMkLst>
        </pc:picChg>
      </pc:sldChg>
      <pc:sldChg chg="del">
        <pc:chgData name="Yu Mao (SDS,118010224)" userId="1bbae264-552e-41b8-9f18-7e823f2686ac" providerId="ADAL" clId="{42D7EC03-9693-5841-8777-448DDBD84D20}" dt="2026-03-03T10:13:36.233" v="1729" actId="2696"/>
        <pc:sldMkLst>
          <pc:docMk/>
          <pc:sldMk cId="403208159" sldId="517"/>
        </pc:sldMkLst>
      </pc:sldChg>
      <pc:sldChg chg="del">
        <pc:chgData name="Yu Mao (SDS,118010224)" userId="1bbae264-552e-41b8-9f18-7e823f2686ac" providerId="ADAL" clId="{42D7EC03-9693-5841-8777-448DDBD84D20}" dt="2026-03-03T10:13:36.239" v="1730" actId="2696"/>
        <pc:sldMkLst>
          <pc:docMk/>
          <pc:sldMk cId="3854283588" sldId="520"/>
        </pc:sldMkLst>
      </pc:sldChg>
      <pc:sldChg chg="modSp mod">
        <pc:chgData name="Yu Mao (SDS,118010224)" userId="1bbae264-552e-41b8-9f18-7e823f2686ac" providerId="ADAL" clId="{42D7EC03-9693-5841-8777-448DDBD84D20}" dt="2026-03-03T14:53:14.300" v="4964" actId="20577"/>
        <pc:sldMkLst>
          <pc:docMk/>
          <pc:sldMk cId="555238349" sldId="521"/>
        </pc:sldMkLst>
        <pc:spChg chg="mod">
          <ac:chgData name="Yu Mao (SDS,118010224)" userId="1bbae264-552e-41b8-9f18-7e823f2686ac" providerId="ADAL" clId="{42D7EC03-9693-5841-8777-448DDBD84D20}" dt="2026-03-03T14:53:14.300" v="4964" actId="20577"/>
          <ac:spMkLst>
            <pc:docMk/>
            <pc:sldMk cId="555238349" sldId="521"/>
            <ac:spMk id="2" creationId="{E68AB607-D6AC-79C6-B8C1-241BAD7DF7EF}"/>
          </ac:spMkLst>
        </pc:spChg>
        <pc:spChg chg="mod">
          <ac:chgData name="Yu Mao (SDS,118010224)" userId="1bbae264-552e-41b8-9f18-7e823f2686ac" providerId="ADAL" clId="{42D7EC03-9693-5841-8777-448DDBD84D20}" dt="2026-03-03T13:00:51.871" v="3165" actId="113"/>
          <ac:spMkLst>
            <pc:docMk/>
            <pc:sldMk cId="555238349" sldId="521"/>
            <ac:spMk id="3" creationId="{1F167971-78C9-2C18-1981-165940526981}"/>
          </ac:spMkLst>
        </pc:spChg>
      </pc:sldChg>
      <pc:sldChg chg="modSp del mod">
        <pc:chgData name="Yu Mao (SDS,118010224)" userId="1bbae264-552e-41b8-9f18-7e823f2686ac" providerId="ADAL" clId="{42D7EC03-9693-5841-8777-448DDBD84D20}" dt="2026-03-03T13:14:37.186" v="3199" actId="2696"/>
        <pc:sldMkLst>
          <pc:docMk/>
          <pc:sldMk cId="3818148330" sldId="524"/>
        </pc:sldMkLst>
        <pc:spChg chg="mod">
          <ac:chgData name="Yu Mao (SDS,118010224)" userId="1bbae264-552e-41b8-9f18-7e823f2686ac" providerId="ADAL" clId="{42D7EC03-9693-5841-8777-448DDBD84D20}" dt="2026-03-03T13:14:22.321" v="3195" actId="20577"/>
          <ac:spMkLst>
            <pc:docMk/>
            <pc:sldMk cId="3818148330" sldId="524"/>
            <ac:spMk id="3" creationId="{6344EABD-2CF8-5B62-DBCE-5CB6886FCDA7}"/>
          </ac:spMkLst>
        </pc:spChg>
      </pc:sldChg>
      <pc:sldChg chg="modSp del mod">
        <pc:chgData name="Yu Mao (SDS,118010224)" userId="1bbae264-552e-41b8-9f18-7e823f2686ac" providerId="ADAL" clId="{42D7EC03-9693-5841-8777-448DDBD84D20}" dt="2026-03-03T14:53:07.690" v="4961" actId="2696"/>
        <pc:sldMkLst>
          <pc:docMk/>
          <pc:sldMk cId="906385589" sldId="525"/>
        </pc:sldMkLst>
        <pc:spChg chg="mod">
          <ac:chgData name="Yu Mao (SDS,118010224)" userId="1bbae264-552e-41b8-9f18-7e823f2686ac" providerId="ADAL" clId="{42D7EC03-9693-5841-8777-448DDBD84D20}" dt="2026-03-03T14:02:44.260" v="4192" actId="1076"/>
          <ac:spMkLst>
            <pc:docMk/>
            <pc:sldMk cId="906385589" sldId="525"/>
            <ac:spMk id="3" creationId="{5243712C-2C33-90AC-77EB-373B201BD294}"/>
          </ac:spMkLst>
        </pc:spChg>
      </pc:sldChg>
      <pc:sldChg chg="addSp delSp modSp del mod">
        <pc:chgData name="Yu Mao (SDS,118010224)" userId="1bbae264-552e-41b8-9f18-7e823f2686ac" providerId="ADAL" clId="{42D7EC03-9693-5841-8777-448DDBD84D20}" dt="2026-03-03T14:53:08.556" v="4962" actId="2696"/>
        <pc:sldMkLst>
          <pc:docMk/>
          <pc:sldMk cId="3104565738" sldId="526"/>
        </pc:sldMkLst>
        <pc:spChg chg="add del mod">
          <ac:chgData name="Yu Mao (SDS,118010224)" userId="1bbae264-552e-41b8-9f18-7e823f2686ac" providerId="ADAL" clId="{42D7EC03-9693-5841-8777-448DDBD84D20}" dt="2026-03-03T09:35:20.950" v="878" actId="21"/>
          <ac:spMkLst>
            <pc:docMk/>
            <pc:sldMk cId="3104565738" sldId="526"/>
            <ac:spMk id="5" creationId="{BBF59311-A0FA-16EB-345E-AEC2779A6155}"/>
          </ac:spMkLst>
        </pc:spChg>
      </pc:sldChg>
      <pc:sldChg chg="del">
        <pc:chgData name="Yu Mao (SDS,118010224)" userId="1bbae264-552e-41b8-9f18-7e823f2686ac" providerId="ADAL" clId="{42D7EC03-9693-5841-8777-448DDBD84D20}" dt="2026-03-04T00:43:56.023" v="4983" actId="2696"/>
        <pc:sldMkLst>
          <pc:docMk/>
          <pc:sldMk cId="2389247276" sldId="527"/>
        </pc:sldMkLst>
      </pc:sldChg>
      <pc:sldChg chg="add del">
        <pc:chgData name="Yu Mao (SDS,118010224)" userId="1bbae264-552e-41b8-9f18-7e823f2686ac" providerId="ADAL" clId="{42D7EC03-9693-5841-8777-448DDBD84D20}" dt="2026-03-04T00:43:54.472" v="4982" actId="2696"/>
        <pc:sldMkLst>
          <pc:docMk/>
          <pc:sldMk cId="659027300" sldId="528"/>
        </pc:sldMkLst>
      </pc:sldChg>
      <pc:sldChg chg="modSp mod">
        <pc:chgData name="Yu Mao (SDS,118010224)" userId="1bbae264-552e-41b8-9f18-7e823f2686ac" providerId="ADAL" clId="{42D7EC03-9693-5841-8777-448DDBD84D20}" dt="2026-03-04T08:56:20.949" v="16470" actId="20577"/>
        <pc:sldMkLst>
          <pc:docMk/>
          <pc:sldMk cId="3163033413" sldId="529"/>
        </pc:sldMkLst>
        <pc:spChg chg="mod">
          <ac:chgData name="Yu Mao (SDS,118010224)" userId="1bbae264-552e-41b8-9f18-7e823f2686ac" providerId="ADAL" clId="{42D7EC03-9693-5841-8777-448DDBD84D20}" dt="2026-03-04T08:56:20.949" v="16470" actId="20577"/>
          <ac:spMkLst>
            <pc:docMk/>
            <pc:sldMk cId="3163033413" sldId="529"/>
            <ac:spMk id="3" creationId="{2A80A5A7-93F7-336A-9D94-7FA992438288}"/>
          </ac:spMkLst>
        </pc:spChg>
      </pc:sldChg>
      <pc:sldChg chg="del">
        <pc:chgData name="Yu Mao (SDS,118010224)" userId="1bbae264-552e-41b8-9f18-7e823f2686ac" providerId="ADAL" clId="{42D7EC03-9693-5841-8777-448DDBD84D20}" dt="2026-03-03T12:53:24.438" v="3137" actId="2696"/>
        <pc:sldMkLst>
          <pc:docMk/>
          <pc:sldMk cId="2171825644" sldId="530"/>
        </pc:sldMkLst>
      </pc:sldChg>
      <pc:sldChg chg="modSp add del mod">
        <pc:chgData name="Yu Mao (SDS,118010224)" userId="1bbae264-552e-41b8-9f18-7e823f2686ac" providerId="ADAL" clId="{42D7EC03-9693-5841-8777-448DDBD84D20}" dt="2026-03-03T08:57:39.470" v="122" actId="2696"/>
        <pc:sldMkLst>
          <pc:docMk/>
          <pc:sldMk cId="117779136" sldId="531"/>
        </pc:sldMkLst>
      </pc:sldChg>
      <pc:sldChg chg="addSp delSp modSp mod">
        <pc:chgData name="Yu Mao (SDS,118010224)" userId="1bbae264-552e-41b8-9f18-7e823f2686ac" providerId="ADAL" clId="{42D7EC03-9693-5841-8777-448DDBD84D20}" dt="2026-03-04T05:36:01.758" v="11253" actId="20577"/>
        <pc:sldMkLst>
          <pc:docMk/>
          <pc:sldMk cId="157511617" sldId="532"/>
        </pc:sldMkLst>
        <pc:spChg chg="add mod">
          <ac:chgData name="Yu Mao (SDS,118010224)" userId="1bbae264-552e-41b8-9f18-7e823f2686ac" providerId="ADAL" clId="{42D7EC03-9693-5841-8777-448DDBD84D20}" dt="2026-03-04T01:30:21.158" v="5886" actId="1076"/>
          <ac:spMkLst>
            <pc:docMk/>
            <pc:sldMk cId="157511617" sldId="532"/>
            <ac:spMk id="2" creationId="{808CE8DD-ECD4-0F10-1E0E-DC27EA64D426}"/>
          </ac:spMkLst>
        </pc:spChg>
        <pc:spChg chg="add del mod">
          <ac:chgData name="Yu Mao (SDS,118010224)" userId="1bbae264-552e-41b8-9f18-7e823f2686ac" providerId="ADAL" clId="{42D7EC03-9693-5841-8777-448DDBD84D20}" dt="2026-03-04T01:19:17.614" v="5455"/>
          <ac:spMkLst>
            <pc:docMk/>
            <pc:sldMk cId="157511617" sldId="532"/>
            <ac:spMk id="3" creationId="{4AF06E4A-F635-518E-0303-A66206E9554D}"/>
          </ac:spMkLst>
        </pc:spChg>
        <pc:spChg chg="mod">
          <ac:chgData name="Yu Mao (SDS,118010224)" userId="1bbae264-552e-41b8-9f18-7e823f2686ac" providerId="ADAL" clId="{42D7EC03-9693-5841-8777-448DDBD84D20}" dt="2026-03-04T01:20:05.547" v="5515" actId="1076"/>
          <ac:spMkLst>
            <pc:docMk/>
            <pc:sldMk cId="157511617" sldId="532"/>
            <ac:spMk id="5" creationId="{D337A3A8-A18E-BA84-C43F-B25DFE84EE7B}"/>
          </ac:spMkLst>
        </pc:spChg>
        <pc:spChg chg="add del mod">
          <ac:chgData name="Yu Mao (SDS,118010224)" userId="1bbae264-552e-41b8-9f18-7e823f2686ac" providerId="ADAL" clId="{42D7EC03-9693-5841-8777-448DDBD84D20}" dt="2026-03-04T01:19:20.043" v="5460"/>
          <ac:spMkLst>
            <pc:docMk/>
            <pc:sldMk cId="157511617" sldId="532"/>
            <ac:spMk id="6" creationId="{7DEC70CD-4656-48BD-0074-B868E15339DF}"/>
          </ac:spMkLst>
        </pc:spChg>
        <pc:spChg chg="add mod">
          <ac:chgData name="Yu Mao (SDS,118010224)" userId="1bbae264-552e-41b8-9f18-7e823f2686ac" providerId="ADAL" clId="{42D7EC03-9693-5841-8777-448DDBD84D20}" dt="2026-03-04T01:30:21.158" v="5886" actId="1076"/>
          <ac:spMkLst>
            <pc:docMk/>
            <pc:sldMk cId="157511617" sldId="532"/>
            <ac:spMk id="7" creationId="{337A21B3-DEF0-43A4-0E8F-14B094182939}"/>
          </ac:spMkLst>
        </pc:spChg>
        <pc:spChg chg="mod">
          <ac:chgData name="Yu Mao (SDS,118010224)" userId="1bbae264-552e-41b8-9f18-7e823f2686ac" providerId="ADAL" clId="{42D7EC03-9693-5841-8777-448DDBD84D20}" dt="2026-03-04T04:46:51.246" v="10289" actId="20577"/>
          <ac:spMkLst>
            <pc:docMk/>
            <pc:sldMk cId="157511617" sldId="532"/>
            <ac:spMk id="9" creationId="{DFC22260-1939-BED1-CE2F-50645A3E627F}"/>
          </ac:spMkLst>
        </pc:spChg>
        <pc:spChg chg="add del mod">
          <ac:chgData name="Yu Mao (SDS,118010224)" userId="1bbae264-552e-41b8-9f18-7e823f2686ac" providerId="ADAL" clId="{42D7EC03-9693-5841-8777-448DDBD84D20}" dt="2026-03-04T01:19:19.821" v="5458"/>
          <ac:spMkLst>
            <pc:docMk/>
            <pc:sldMk cId="157511617" sldId="532"/>
            <ac:spMk id="10" creationId="{08E4820F-FCEB-5B0D-9825-3B6C0EBDBCF1}"/>
          </ac:spMkLst>
        </pc:spChg>
        <pc:spChg chg="add del mod">
          <ac:chgData name="Yu Mao (SDS,118010224)" userId="1bbae264-552e-41b8-9f18-7e823f2686ac" providerId="ADAL" clId="{42D7EC03-9693-5841-8777-448DDBD84D20}" dt="2026-03-04T01:20:03.935" v="5513"/>
          <ac:spMkLst>
            <pc:docMk/>
            <pc:sldMk cId="157511617" sldId="532"/>
            <ac:spMk id="11" creationId="{8AB393C2-864A-ED98-BFC4-C9878646450E}"/>
          </ac:spMkLst>
        </pc:spChg>
        <pc:spChg chg="add mod">
          <ac:chgData name="Yu Mao (SDS,118010224)" userId="1bbae264-552e-41b8-9f18-7e823f2686ac" providerId="ADAL" clId="{42D7EC03-9693-5841-8777-448DDBD84D20}" dt="2026-03-04T01:30:21.158" v="5886" actId="1076"/>
          <ac:spMkLst>
            <pc:docMk/>
            <pc:sldMk cId="157511617" sldId="532"/>
            <ac:spMk id="12" creationId="{704BBA38-332B-A82C-3A87-9F368B6DD3AB}"/>
          </ac:spMkLst>
        </pc:spChg>
        <pc:spChg chg="add mod">
          <ac:chgData name="Yu Mao (SDS,118010224)" userId="1bbae264-552e-41b8-9f18-7e823f2686ac" providerId="ADAL" clId="{42D7EC03-9693-5841-8777-448DDBD84D20}" dt="2026-03-04T01:30:21.158" v="5886" actId="1076"/>
          <ac:spMkLst>
            <pc:docMk/>
            <pc:sldMk cId="157511617" sldId="532"/>
            <ac:spMk id="13" creationId="{C62B0A7F-C7E9-7D0B-4830-76E14EE4F774}"/>
          </ac:spMkLst>
        </pc:spChg>
        <pc:spChg chg="add mod">
          <ac:chgData name="Yu Mao (SDS,118010224)" userId="1bbae264-552e-41b8-9f18-7e823f2686ac" providerId="ADAL" clId="{42D7EC03-9693-5841-8777-448DDBD84D20}" dt="2026-03-04T01:30:21.158" v="5886" actId="1076"/>
          <ac:spMkLst>
            <pc:docMk/>
            <pc:sldMk cId="157511617" sldId="532"/>
            <ac:spMk id="20" creationId="{3B9F18EA-D8C3-D079-2F11-9777F801CBD9}"/>
          </ac:spMkLst>
        </pc:spChg>
        <pc:spChg chg="add mod">
          <ac:chgData name="Yu Mao (SDS,118010224)" userId="1bbae264-552e-41b8-9f18-7e823f2686ac" providerId="ADAL" clId="{42D7EC03-9693-5841-8777-448DDBD84D20}" dt="2026-03-04T01:30:21.158" v="5886" actId="1076"/>
          <ac:spMkLst>
            <pc:docMk/>
            <pc:sldMk cId="157511617" sldId="532"/>
            <ac:spMk id="21" creationId="{A5C93215-E48C-DC45-8D51-59DFE6624037}"/>
          </ac:spMkLst>
        </pc:spChg>
        <pc:spChg chg="add del mod">
          <ac:chgData name="Yu Mao (SDS,118010224)" userId="1bbae264-552e-41b8-9f18-7e823f2686ac" providerId="ADAL" clId="{42D7EC03-9693-5841-8777-448DDBD84D20}" dt="2026-03-04T01:25:35.637" v="5632"/>
          <ac:spMkLst>
            <pc:docMk/>
            <pc:sldMk cId="157511617" sldId="532"/>
            <ac:spMk id="22" creationId="{9578C608-3FF9-A75D-F2C4-52F6DC790898}"/>
          </ac:spMkLst>
        </pc:spChg>
        <pc:spChg chg="add mod">
          <ac:chgData name="Yu Mao (SDS,118010224)" userId="1bbae264-552e-41b8-9f18-7e823f2686ac" providerId="ADAL" clId="{42D7EC03-9693-5841-8777-448DDBD84D20}" dt="2026-03-04T05:36:01.758" v="11253" actId="20577"/>
          <ac:spMkLst>
            <pc:docMk/>
            <pc:sldMk cId="157511617" sldId="532"/>
            <ac:spMk id="23" creationId="{19D1A923-B48E-F891-0D2D-1975E9546504}"/>
          </ac:spMkLst>
        </pc:spChg>
        <pc:picChg chg="del">
          <ac:chgData name="Yu Mao (SDS,118010224)" userId="1bbae264-552e-41b8-9f18-7e823f2686ac" providerId="ADAL" clId="{42D7EC03-9693-5841-8777-448DDBD84D20}" dt="2026-03-04T01:04:41.412" v="5095" actId="478"/>
          <ac:picMkLst>
            <pc:docMk/>
            <pc:sldMk cId="157511617" sldId="532"/>
            <ac:picMk id="8" creationId="{85334230-E921-1953-6AAA-DDAD70017E65}"/>
          </ac:picMkLst>
        </pc:picChg>
        <pc:cxnChg chg="add mod">
          <ac:chgData name="Yu Mao (SDS,118010224)" userId="1bbae264-552e-41b8-9f18-7e823f2686ac" providerId="ADAL" clId="{42D7EC03-9693-5841-8777-448DDBD84D20}" dt="2026-03-04T01:30:21.158" v="5886" actId="1076"/>
          <ac:cxnSpMkLst>
            <pc:docMk/>
            <pc:sldMk cId="157511617" sldId="532"/>
            <ac:cxnSpMk id="15" creationId="{77B625A7-2F96-90DF-6439-2F244FD017C7}"/>
          </ac:cxnSpMkLst>
        </pc:cxnChg>
        <pc:cxnChg chg="add mod">
          <ac:chgData name="Yu Mao (SDS,118010224)" userId="1bbae264-552e-41b8-9f18-7e823f2686ac" providerId="ADAL" clId="{42D7EC03-9693-5841-8777-448DDBD84D20}" dt="2026-03-04T01:30:21.158" v="5886" actId="1076"/>
          <ac:cxnSpMkLst>
            <pc:docMk/>
            <pc:sldMk cId="157511617" sldId="532"/>
            <ac:cxnSpMk id="17" creationId="{C8873BB8-2626-2B69-D852-9B0D8BFD2F85}"/>
          </ac:cxnSpMkLst>
        </pc:cxnChg>
      </pc:sldChg>
      <pc:sldChg chg="addSp delSp modSp add del mod">
        <pc:chgData name="Yu Mao (SDS,118010224)" userId="1bbae264-552e-41b8-9f18-7e823f2686ac" providerId="ADAL" clId="{42D7EC03-9693-5841-8777-448DDBD84D20}" dt="2026-03-04T03:55:23.936" v="8919" actId="2696"/>
        <pc:sldMkLst>
          <pc:docMk/>
          <pc:sldMk cId="1608133832" sldId="533"/>
        </pc:sldMkLst>
        <pc:spChg chg="mod">
          <ac:chgData name="Yu Mao (SDS,118010224)" userId="1bbae264-552e-41b8-9f18-7e823f2686ac" providerId="ADAL" clId="{42D7EC03-9693-5841-8777-448DDBD84D20}" dt="2026-03-04T03:36:26.850" v="8688" actId="20577"/>
          <ac:spMkLst>
            <pc:docMk/>
            <pc:sldMk cId="1608133832" sldId="533"/>
            <ac:spMk id="5" creationId="{8EB26800-C45D-81AD-315E-90493428576B}"/>
          </ac:spMkLst>
        </pc:spChg>
        <pc:spChg chg="mod">
          <ac:chgData name="Yu Mao (SDS,118010224)" userId="1bbae264-552e-41b8-9f18-7e823f2686ac" providerId="ADAL" clId="{42D7EC03-9693-5841-8777-448DDBD84D20}" dt="2026-03-04T03:49:21.652" v="8724" actId="20577"/>
          <ac:spMkLst>
            <pc:docMk/>
            <pc:sldMk cId="1608133832" sldId="533"/>
            <ac:spMk id="9" creationId="{8D336522-8842-DA03-582E-49911712F269}"/>
          </ac:spMkLst>
        </pc:spChg>
        <pc:picChg chg="add mod">
          <ac:chgData name="Yu Mao (SDS,118010224)" userId="1bbae264-552e-41b8-9f18-7e823f2686ac" providerId="ADAL" clId="{42D7EC03-9693-5841-8777-448DDBD84D20}" dt="2026-03-04T03:48:55.738" v="8721" actId="1076"/>
          <ac:picMkLst>
            <pc:docMk/>
            <pc:sldMk cId="1608133832" sldId="533"/>
            <ac:picMk id="2" creationId="{76EA798F-94FC-B07B-601F-EF142CF3D645}"/>
          </ac:picMkLst>
        </pc:picChg>
        <pc:picChg chg="del">
          <ac:chgData name="Yu Mao (SDS,118010224)" userId="1bbae264-552e-41b8-9f18-7e823f2686ac" providerId="ADAL" clId="{42D7EC03-9693-5841-8777-448DDBD84D20}" dt="2026-03-04T03:48:49.699" v="8718" actId="478"/>
          <ac:picMkLst>
            <pc:docMk/>
            <pc:sldMk cId="1608133832" sldId="533"/>
            <ac:picMk id="3" creationId="{B8466461-2A69-C4E5-14EA-4A0C859909B1}"/>
          </ac:picMkLst>
        </pc:picChg>
      </pc:sldChg>
      <pc:sldChg chg="del">
        <pc:chgData name="Yu Mao (SDS,118010224)" userId="1bbae264-552e-41b8-9f18-7e823f2686ac" providerId="ADAL" clId="{42D7EC03-9693-5841-8777-448DDBD84D20}" dt="2026-03-04T03:55:26.439" v="8920" actId="2696"/>
        <pc:sldMkLst>
          <pc:docMk/>
          <pc:sldMk cId="2633629310" sldId="534"/>
        </pc:sldMkLst>
      </pc:sldChg>
      <pc:sldChg chg="del">
        <pc:chgData name="Yu Mao (SDS,118010224)" userId="1bbae264-552e-41b8-9f18-7e823f2686ac" providerId="ADAL" clId="{42D7EC03-9693-5841-8777-448DDBD84D20}" dt="2026-03-04T03:55:27.256" v="8921" actId="2696"/>
        <pc:sldMkLst>
          <pc:docMk/>
          <pc:sldMk cId="2709614430" sldId="535"/>
        </pc:sldMkLst>
      </pc:sldChg>
      <pc:sldChg chg="addSp delSp modSp del mod">
        <pc:chgData name="Yu Mao (SDS,118010224)" userId="1bbae264-552e-41b8-9f18-7e823f2686ac" providerId="ADAL" clId="{42D7EC03-9693-5841-8777-448DDBD84D20}" dt="2026-03-04T03:55:27.890" v="8922" actId="2696"/>
        <pc:sldMkLst>
          <pc:docMk/>
          <pc:sldMk cId="582087049" sldId="536"/>
        </pc:sldMkLst>
        <pc:spChg chg="add del mod">
          <ac:chgData name="Yu Mao (SDS,118010224)" userId="1bbae264-552e-41b8-9f18-7e823f2686ac" providerId="ADAL" clId="{42D7EC03-9693-5841-8777-448DDBD84D20}" dt="2026-03-03T09:32:25.530" v="870" actId="21"/>
          <ac:spMkLst>
            <pc:docMk/>
            <pc:sldMk cId="582087049" sldId="536"/>
            <ac:spMk id="2" creationId="{23426FA9-965D-1D2B-75DF-76A70C0EABA6}"/>
          </ac:spMkLst>
        </pc:spChg>
      </pc:sldChg>
      <pc:sldChg chg="del">
        <pc:chgData name="Yu Mao (SDS,118010224)" userId="1bbae264-552e-41b8-9f18-7e823f2686ac" providerId="ADAL" clId="{42D7EC03-9693-5841-8777-448DDBD84D20}" dt="2026-03-04T03:55:28.761" v="8923" actId="2696"/>
        <pc:sldMkLst>
          <pc:docMk/>
          <pc:sldMk cId="3062617660" sldId="537"/>
        </pc:sldMkLst>
      </pc:sldChg>
      <pc:sldChg chg="del">
        <pc:chgData name="Yu Mao (SDS,118010224)" userId="1bbae264-552e-41b8-9f18-7e823f2686ac" providerId="ADAL" clId="{42D7EC03-9693-5841-8777-448DDBD84D20}" dt="2026-03-04T04:25:58.880" v="9210" actId="2696"/>
        <pc:sldMkLst>
          <pc:docMk/>
          <pc:sldMk cId="1696716942" sldId="538"/>
        </pc:sldMkLst>
      </pc:sldChg>
      <pc:sldChg chg="del">
        <pc:chgData name="Yu Mao (SDS,118010224)" userId="1bbae264-552e-41b8-9f18-7e823f2686ac" providerId="ADAL" clId="{42D7EC03-9693-5841-8777-448DDBD84D20}" dt="2026-03-04T06:43:53.576" v="13361" actId="2696"/>
        <pc:sldMkLst>
          <pc:docMk/>
          <pc:sldMk cId="2369363028" sldId="539"/>
        </pc:sldMkLst>
      </pc:sldChg>
      <pc:sldChg chg="del">
        <pc:chgData name="Yu Mao (SDS,118010224)" userId="1bbae264-552e-41b8-9f18-7e823f2686ac" providerId="ADAL" clId="{42D7EC03-9693-5841-8777-448DDBD84D20}" dt="2026-03-04T06:43:54.311" v="13362" actId="2696"/>
        <pc:sldMkLst>
          <pc:docMk/>
          <pc:sldMk cId="1719157090" sldId="540"/>
        </pc:sldMkLst>
      </pc:sldChg>
      <pc:sldChg chg="del">
        <pc:chgData name="Yu Mao (SDS,118010224)" userId="1bbae264-552e-41b8-9f18-7e823f2686ac" providerId="ADAL" clId="{42D7EC03-9693-5841-8777-448DDBD84D20}" dt="2026-03-04T06:43:54.941" v="13363" actId="2696"/>
        <pc:sldMkLst>
          <pc:docMk/>
          <pc:sldMk cId="2469895731" sldId="541"/>
        </pc:sldMkLst>
      </pc:sldChg>
      <pc:sldChg chg="del">
        <pc:chgData name="Yu Mao (SDS,118010224)" userId="1bbae264-552e-41b8-9f18-7e823f2686ac" providerId="ADAL" clId="{42D7EC03-9693-5841-8777-448DDBD84D20}" dt="2026-03-04T06:43:55.328" v="13364" actId="2696"/>
        <pc:sldMkLst>
          <pc:docMk/>
          <pc:sldMk cId="686589308" sldId="542"/>
        </pc:sldMkLst>
      </pc:sldChg>
      <pc:sldChg chg="del">
        <pc:chgData name="Yu Mao (SDS,118010224)" userId="1bbae264-552e-41b8-9f18-7e823f2686ac" providerId="ADAL" clId="{42D7EC03-9693-5841-8777-448DDBD84D20}" dt="2026-03-04T06:43:55.618" v="13365" actId="2696"/>
        <pc:sldMkLst>
          <pc:docMk/>
          <pc:sldMk cId="2806781132" sldId="543"/>
        </pc:sldMkLst>
      </pc:sldChg>
      <pc:sldChg chg="del">
        <pc:chgData name="Yu Mao (SDS,118010224)" userId="1bbae264-552e-41b8-9f18-7e823f2686ac" providerId="ADAL" clId="{42D7EC03-9693-5841-8777-448DDBD84D20}" dt="2026-03-04T06:43:55.936" v="13366" actId="2696"/>
        <pc:sldMkLst>
          <pc:docMk/>
          <pc:sldMk cId="1973202634" sldId="544"/>
        </pc:sldMkLst>
      </pc:sldChg>
      <pc:sldChg chg="del">
        <pc:chgData name="Yu Mao (SDS,118010224)" userId="1bbae264-552e-41b8-9f18-7e823f2686ac" providerId="ADAL" clId="{42D7EC03-9693-5841-8777-448DDBD84D20}" dt="2026-03-04T06:43:56.288" v="13367" actId="2696"/>
        <pc:sldMkLst>
          <pc:docMk/>
          <pc:sldMk cId="4168058720" sldId="545"/>
        </pc:sldMkLst>
      </pc:sldChg>
      <pc:sldChg chg="del">
        <pc:chgData name="Yu Mao (SDS,118010224)" userId="1bbae264-552e-41b8-9f18-7e823f2686ac" providerId="ADAL" clId="{42D7EC03-9693-5841-8777-448DDBD84D20}" dt="2026-03-04T06:43:56.612" v="13368" actId="2696"/>
        <pc:sldMkLst>
          <pc:docMk/>
          <pc:sldMk cId="3681252618" sldId="546"/>
        </pc:sldMkLst>
      </pc:sldChg>
      <pc:sldChg chg="del">
        <pc:chgData name="Yu Mao (SDS,118010224)" userId="1bbae264-552e-41b8-9f18-7e823f2686ac" providerId="ADAL" clId="{42D7EC03-9693-5841-8777-448DDBD84D20}" dt="2026-03-04T06:43:56.947" v="13369" actId="2696"/>
        <pc:sldMkLst>
          <pc:docMk/>
          <pc:sldMk cId="293478466" sldId="547"/>
        </pc:sldMkLst>
      </pc:sldChg>
      <pc:sldChg chg="del">
        <pc:chgData name="Yu Mao (SDS,118010224)" userId="1bbae264-552e-41b8-9f18-7e823f2686ac" providerId="ADAL" clId="{42D7EC03-9693-5841-8777-448DDBD84D20}" dt="2026-03-04T06:43:57.271" v="13370" actId="2696"/>
        <pc:sldMkLst>
          <pc:docMk/>
          <pc:sldMk cId="2604596148" sldId="548"/>
        </pc:sldMkLst>
      </pc:sldChg>
      <pc:sldChg chg="del">
        <pc:chgData name="Yu Mao (SDS,118010224)" userId="1bbae264-552e-41b8-9f18-7e823f2686ac" providerId="ADAL" clId="{42D7EC03-9693-5841-8777-448DDBD84D20}" dt="2026-03-04T06:43:57.593" v="13371" actId="2696"/>
        <pc:sldMkLst>
          <pc:docMk/>
          <pc:sldMk cId="1487211315" sldId="549"/>
        </pc:sldMkLst>
      </pc:sldChg>
      <pc:sldChg chg="del">
        <pc:chgData name="Yu Mao (SDS,118010224)" userId="1bbae264-552e-41b8-9f18-7e823f2686ac" providerId="ADAL" clId="{42D7EC03-9693-5841-8777-448DDBD84D20}" dt="2026-03-04T06:43:57.940" v="13372" actId="2696"/>
        <pc:sldMkLst>
          <pc:docMk/>
          <pc:sldMk cId="24786654" sldId="550"/>
        </pc:sldMkLst>
      </pc:sldChg>
      <pc:sldChg chg="del">
        <pc:chgData name="Yu Mao (SDS,118010224)" userId="1bbae264-552e-41b8-9f18-7e823f2686ac" providerId="ADAL" clId="{42D7EC03-9693-5841-8777-448DDBD84D20}" dt="2026-03-04T06:43:58.250" v="13373" actId="2696"/>
        <pc:sldMkLst>
          <pc:docMk/>
          <pc:sldMk cId="3546416483" sldId="551"/>
        </pc:sldMkLst>
      </pc:sldChg>
      <pc:sldChg chg="del">
        <pc:chgData name="Yu Mao (SDS,118010224)" userId="1bbae264-552e-41b8-9f18-7e823f2686ac" providerId="ADAL" clId="{42D7EC03-9693-5841-8777-448DDBD84D20}" dt="2026-03-04T06:43:58.555" v="13374" actId="2696"/>
        <pc:sldMkLst>
          <pc:docMk/>
          <pc:sldMk cId="2162473000" sldId="552"/>
        </pc:sldMkLst>
      </pc:sldChg>
      <pc:sldChg chg="del">
        <pc:chgData name="Yu Mao (SDS,118010224)" userId="1bbae264-552e-41b8-9f18-7e823f2686ac" providerId="ADAL" clId="{42D7EC03-9693-5841-8777-448DDBD84D20}" dt="2026-03-04T06:43:58.862" v="13375" actId="2696"/>
        <pc:sldMkLst>
          <pc:docMk/>
          <pc:sldMk cId="3240286028" sldId="553"/>
        </pc:sldMkLst>
      </pc:sldChg>
      <pc:sldChg chg="del">
        <pc:chgData name="Yu Mao (SDS,118010224)" userId="1bbae264-552e-41b8-9f18-7e823f2686ac" providerId="ADAL" clId="{42D7EC03-9693-5841-8777-448DDBD84D20}" dt="2026-03-04T06:50:10.422" v="13455" actId="2696"/>
        <pc:sldMkLst>
          <pc:docMk/>
          <pc:sldMk cId="1457435969" sldId="554"/>
        </pc:sldMkLst>
      </pc:sldChg>
      <pc:sldChg chg="del">
        <pc:chgData name="Yu Mao (SDS,118010224)" userId="1bbae264-552e-41b8-9f18-7e823f2686ac" providerId="ADAL" clId="{42D7EC03-9693-5841-8777-448DDBD84D20}" dt="2026-03-04T08:25:16.218" v="16174" actId="2696"/>
        <pc:sldMkLst>
          <pc:docMk/>
          <pc:sldMk cId="2938869795" sldId="555"/>
        </pc:sldMkLst>
      </pc:sldChg>
      <pc:sldChg chg="del">
        <pc:chgData name="Yu Mao (SDS,118010224)" userId="1bbae264-552e-41b8-9f18-7e823f2686ac" providerId="ADAL" clId="{42D7EC03-9693-5841-8777-448DDBD84D20}" dt="2026-03-04T08:25:16.226" v="16175" actId="2696"/>
        <pc:sldMkLst>
          <pc:docMk/>
          <pc:sldMk cId="139621384" sldId="556"/>
        </pc:sldMkLst>
      </pc:sldChg>
      <pc:sldChg chg="del">
        <pc:chgData name="Yu Mao (SDS,118010224)" userId="1bbae264-552e-41b8-9f18-7e823f2686ac" providerId="ADAL" clId="{42D7EC03-9693-5841-8777-448DDBD84D20}" dt="2026-03-04T08:25:16.231" v="16176" actId="2696"/>
        <pc:sldMkLst>
          <pc:docMk/>
          <pc:sldMk cId="1623411696" sldId="557"/>
        </pc:sldMkLst>
      </pc:sldChg>
      <pc:sldChg chg="del">
        <pc:chgData name="Yu Mao (SDS,118010224)" userId="1bbae264-552e-41b8-9f18-7e823f2686ac" providerId="ADAL" clId="{42D7EC03-9693-5841-8777-448DDBD84D20}" dt="2026-03-04T08:25:16.236" v="16177" actId="2696"/>
        <pc:sldMkLst>
          <pc:docMk/>
          <pc:sldMk cId="3870745878" sldId="558"/>
        </pc:sldMkLst>
      </pc:sldChg>
      <pc:sldChg chg="del">
        <pc:chgData name="Yu Mao (SDS,118010224)" userId="1bbae264-552e-41b8-9f18-7e823f2686ac" providerId="ADAL" clId="{42D7EC03-9693-5841-8777-448DDBD84D20}" dt="2026-03-04T08:25:16.245" v="16178" actId="2696"/>
        <pc:sldMkLst>
          <pc:docMk/>
          <pc:sldMk cId="567482538" sldId="559"/>
        </pc:sldMkLst>
      </pc:sldChg>
      <pc:sldChg chg="del">
        <pc:chgData name="Yu Mao (SDS,118010224)" userId="1bbae264-552e-41b8-9f18-7e823f2686ac" providerId="ADAL" clId="{42D7EC03-9693-5841-8777-448DDBD84D20}" dt="2026-03-04T08:25:16.248" v="16179" actId="2696"/>
        <pc:sldMkLst>
          <pc:docMk/>
          <pc:sldMk cId="3950446307" sldId="560"/>
        </pc:sldMkLst>
      </pc:sldChg>
      <pc:sldChg chg="del">
        <pc:chgData name="Yu Mao (SDS,118010224)" userId="1bbae264-552e-41b8-9f18-7e823f2686ac" providerId="ADAL" clId="{42D7EC03-9693-5841-8777-448DDBD84D20}" dt="2026-03-04T08:25:16.251" v="16180" actId="2696"/>
        <pc:sldMkLst>
          <pc:docMk/>
          <pc:sldMk cId="3367549062" sldId="561"/>
        </pc:sldMkLst>
      </pc:sldChg>
      <pc:sldChg chg="del">
        <pc:chgData name="Yu Mao (SDS,118010224)" userId="1bbae264-552e-41b8-9f18-7e823f2686ac" providerId="ADAL" clId="{42D7EC03-9693-5841-8777-448DDBD84D20}" dt="2026-03-04T08:25:16.254" v="16181" actId="2696"/>
        <pc:sldMkLst>
          <pc:docMk/>
          <pc:sldMk cId="898974971" sldId="562"/>
        </pc:sldMkLst>
      </pc:sldChg>
      <pc:sldChg chg="del">
        <pc:chgData name="Yu Mao (SDS,118010224)" userId="1bbae264-552e-41b8-9f18-7e823f2686ac" providerId="ADAL" clId="{42D7EC03-9693-5841-8777-448DDBD84D20}" dt="2026-03-04T08:25:16.260" v="16182" actId="2696"/>
        <pc:sldMkLst>
          <pc:docMk/>
          <pc:sldMk cId="3877593687" sldId="563"/>
        </pc:sldMkLst>
      </pc:sldChg>
      <pc:sldChg chg="modSp mod">
        <pc:chgData name="Yu Mao (SDS,118010224)" userId="1bbae264-552e-41b8-9f18-7e823f2686ac" providerId="ADAL" clId="{42D7EC03-9693-5841-8777-448DDBD84D20}" dt="2026-03-04T09:36:02.417" v="16552" actId="20577"/>
        <pc:sldMkLst>
          <pc:docMk/>
          <pc:sldMk cId="1979849636" sldId="564"/>
        </pc:sldMkLst>
        <pc:spChg chg="mod">
          <ac:chgData name="Yu Mao (SDS,118010224)" userId="1bbae264-552e-41b8-9f18-7e823f2686ac" providerId="ADAL" clId="{42D7EC03-9693-5841-8777-448DDBD84D20}" dt="2026-03-04T08:30:43.340" v="16225" actId="20577"/>
          <ac:spMkLst>
            <pc:docMk/>
            <pc:sldMk cId="1979849636" sldId="564"/>
            <ac:spMk id="2" creationId="{53FF7D9F-1225-843A-172D-12A2CC82D7FA}"/>
          </ac:spMkLst>
        </pc:spChg>
        <pc:spChg chg="mod">
          <ac:chgData name="Yu Mao (SDS,118010224)" userId="1bbae264-552e-41b8-9f18-7e823f2686ac" providerId="ADAL" clId="{42D7EC03-9693-5841-8777-448DDBD84D20}" dt="2026-03-04T09:36:02.417" v="16552" actId="20577"/>
          <ac:spMkLst>
            <pc:docMk/>
            <pc:sldMk cId="1979849636" sldId="564"/>
            <ac:spMk id="5" creationId="{3AA9750D-869A-C200-2EE5-D8B1E07F9F12}"/>
          </ac:spMkLst>
        </pc:spChg>
      </pc:sldChg>
      <pc:sldChg chg="del">
        <pc:chgData name="Yu Mao (SDS,118010224)" userId="1bbae264-552e-41b8-9f18-7e823f2686ac" providerId="ADAL" clId="{42D7EC03-9693-5841-8777-448DDBD84D20}" dt="2026-03-04T08:25:22.890" v="16184" actId="2696"/>
        <pc:sldMkLst>
          <pc:docMk/>
          <pc:sldMk cId="4095027198" sldId="565"/>
        </pc:sldMkLst>
      </pc:sldChg>
      <pc:sldChg chg="del">
        <pc:chgData name="Yu Mao (SDS,118010224)" userId="1bbae264-552e-41b8-9f18-7e823f2686ac" providerId="ADAL" clId="{42D7EC03-9693-5841-8777-448DDBD84D20}" dt="2026-03-04T08:31:10.159" v="16235" actId="2696"/>
        <pc:sldMkLst>
          <pc:docMk/>
          <pc:sldMk cId="328201324" sldId="567"/>
        </pc:sldMkLst>
      </pc:sldChg>
      <pc:sldChg chg="modSp add mod">
        <pc:chgData name="Yu Mao (SDS,118010224)" userId="1bbae264-552e-41b8-9f18-7e823f2686ac" providerId="ADAL" clId="{42D7EC03-9693-5841-8777-448DDBD84D20}" dt="2026-03-04T08:56:25.540" v="16474" actId="20577"/>
        <pc:sldMkLst>
          <pc:docMk/>
          <pc:sldMk cId="1880278150" sldId="568"/>
        </pc:sldMkLst>
        <pc:spChg chg="mod">
          <ac:chgData name="Yu Mao (SDS,118010224)" userId="1bbae264-552e-41b8-9f18-7e823f2686ac" providerId="ADAL" clId="{42D7EC03-9693-5841-8777-448DDBD84D20}" dt="2026-03-04T08:56:25.540" v="16474" actId="20577"/>
          <ac:spMkLst>
            <pc:docMk/>
            <pc:sldMk cId="1880278150" sldId="568"/>
            <ac:spMk id="3" creationId="{610C287E-DA45-B6C1-4EA1-3D7ED7A97DCC}"/>
          </ac:spMkLst>
        </pc:spChg>
      </pc:sldChg>
      <pc:sldChg chg="addSp delSp modSp add mod">
        <pc:chgData name="Yu Mao (SDS,118010224)" userId="1bbae264-552e-41b8-9f18-7e823f2686ac" providerId="ADAL" clId="{42D7EC03-9693-5841-8777-448DDBD84D20}" dt="2026-03-04T08:35:34.862" v="16265" actId="115"/>
        <pc:sldMkLst>
          <pc:docMk/>
          <pc:sldMk cId="1903581766" sldId="569"/>
        </pc:sldMkLst>
        <pc:spChg chg="mod">
          <ac:chgData name="Yu Mao (SDS,118010224)" userId="1bbae264-552e-41b8-9f18-7e823f2686ac" providerId="ADAL" clId="{42D7EC03-9693-5841-8777-448DDBD84D20}" dt="2026-03-04T08:32:23.421" v="16243" actId="20577"/>
          <ac:spMkLst>
            <pc:docMk/>
            <pc:sldMk cId="1903581766" sldId="569"/>
            <ac:spMk id="2" creationId="{626D9756-56B7-EE66-92F7-4FC9256975F8}"/>
          </ac:spMkLst>
        </pc:spChg>
        <pc:spChg chg="mod">
          <ac:chgData name="Yu Mao (SDS,118010224)" userId="1bbae264-552e-41b8-9f18-7e823f2686ac" providerId="ADAL" clId="{42D7EC03-9693-5841-8777-448DDBD84D20}" dt="2026-03-04T08:35:34.862" v="16265" actId="115"/>
          <ac:spMkLst>
            <pc:docMk/>
            <pc:sldMk cId="1903581766" sldId="569"/>
            <ac:spMk id="3" creationId="{B3E3E48B-2F1C-7752-1DC2-F99ED42A7C55}"/>
          </ac:spMkLst>
        </pc:spChg>
        <pc:spChg chg="add del mod">
          <ac:chgData name="Yu Mao (SDS,118010224)" userId="1bbae264-552e-41b8-9f18-7e823f2686ac" providerId="ADAL" clId="{42D7EC03-9693-5841-8777-448DDBD84D20}" dt="2026-03-03T10:32:46.043" v="2121" actId="478"/>
          <ac:spMkLst>
            <pc:docMk/>
            <pc:sldMk cId="1903581766" sldId="569"/>
            <ac:spMk id="4" creationId="{09F65BDC-4DD4-6260-13D1-29ED09E02981}"/>
          </ac:spMkLst>
        </pc:spChg>
        <pc:spChg chg="del">
          <ac:chgData name="Yu Mao (SDS,118010224)" userId="1bbae264-552e-41b8-9f18-7e823f2686ac" providerId="ADAL" clId="{42D7EC03-9693-5841-8777-448DDBD84D20}" dt="2026-03-03T10:01:56.312" v="1494" actId="478"/>
          <ac:spMkLst>
            <pc:docMk/>
            <pc:sldMk cId="1903581766" sldId="569"/>
            <ac:spMk id="5" creationId="{161ED043-47E4-AC59-3FD4-22D1DEF2BEEA}"/>
          </ac:spMkLst>
        </pc:spChg>
        <pc:spChg chg="add mod">
          <ac:chgData name="Yu Mao (SDS,118010224)" userId="1bbae264-552e-41b8-9f18-7e823f2686ac" providerId="ADAL" clId="{42D7EC03-9693-5841-8777-448DDBD84D20}" dt="2026-03-04T05:35:52.157" v="11251" actId="20577"/>
          <ac:spMkLst>
            <pc:docMk/>
            <pc:sldMk cId="1903581766" sldId="569"/>
            <ac:spMk id="6" creationId="{DBA3CCE3-E7CB-4EC2-B79E-9E62B68C192C}"/>
          </ac:spMkLst>
        </pc:spChg>
        <pc:spChg chg="add mod">
          <ac:chgData name="Yu Mao (SDS,118010224)" userId="1bbae264-552e-41b8-9f18-7e823f2686ac" providerId="ADAL" clId="{42D7EC03-9693-5841-8777-448DDBD84D20}" dt="2026-03-03T12:52:49.600" v="3135"/>
          <ac:spMkLst>
            <pc:docMk/>
            <pc:sldMk cId="1903581766" sldId="569"/>
            <ac:spMk id="7" creationId="{7815D6B6-9B0F-91C4-4AF4-F8F148252E99}"/>
          </ac:spMkLst>
        </pc:spChg>
        <pc:spChg chg="del">
          <ac:chgData name="Yu Mao (SDS,118010224)" userId="1bbae264-552e-41b8-9f18-7e823f2686ac" providerId="ADAL" clId="{42D7EC03-9693-5841-8777-448DDBD84D20}" dt="2026-03-03T10:01:56.312" v="1494" actId="478"/>
          <ac:spMkLst>
            <pc:docMk/>
            <pc:sldMk cId="1903581766" sldId="569"/>
            <ac:spMk id="15" creationId="{7C90B03F-38C9-475B-9E21-1D513D9EAF16}"/>
          </ac:spMkLst>
        </pc:spChg>
        <pc:picChg chg="del">
          <ac:chgData name="Yu Mao (SDS,118010224)" userId="1bbae264-552e-41b8-9f18-7e823f2686ac" providerId="ADAL" clId="{42D7EC03-9693-5841-8777-448DDBD84D20}" dt="2026-03-03T10:01:56.312" v="1494" actId="478"/>
          <ac:picMkLst>
            <pc:docMk/>
            <pc:sldMk cId="1903581766" sldId="569"/>
            <ac:picMk id="10" creationId="{EAB1BF50-0DCC-4B46-7948-D393B3E3CE08}"/>
          </ac:picMkLst>
        </pc:picChg>
        <pc:picChg chg="del">
          <ac:chgData name="Yu Mao (SDS,118010224)" userId="1bbae264-552e-41b8-9f18-7e823f2686ac" providerId="ADAL" clId="{42D7EC03-9693-5841-8777-448DDBD84D20}" dt="2026-03-03T10:01:56.312" v="1494" actId="478"/>
          <ac:picMkLst>
            <pc:docMk/>
            <pc:sldMk cId="1903581766" sldId="569"/>
            <ac:picMk id="13" creationId="{331F11A8-E47C-23B2-D859-6D995C1F0AEF}"/>
          </ac:picMkLst>
        </pc:picChg>
        <pc:picChg chg="add del">
          <ac:chgData name="Yu Mao (SDS,118010224)" userId="1bbae264-552e-41b8-9f18-7e823f2686ac" providerId="ADAL" clId="{42D7EC03-9693-5841-8777-448DDBD84D20}" dt="2026-03-03T10:31:09.761" v="2100" actId="478"/>
          <ac:picMkLst>
            <pc:docMk/>
            <pc:sldMk cId="1903581766" sldId="569"/>
            <ac:picMk id="1026" creationId="{9B606CAC-B49C-2C6F-C349-A9B7FEB195D5}"/>
          </ac:picMkLst>
        </pc:picChg>
        <pc:picChg chg="add mod">
          <ac:chgData name="Yu Mao (SDS,118010224)" userId="1bbae264-552e-41b8-9f18-7e823f2686ac" providerId="ADAL" clId="{42D7EC03-9693-5841-8777-448DDBD84D20}" dt="2026-03-03T10:33:37.656" v="2147" actId="1076"/>
          <ac:picMkLst>
            <pc:docMk/>
            <pc:sldMk cId="1903581766" sldId="569"/>
            <ac:picMk id="1028" creationId="{B6D99A46-DBF6-E073-F284-811E8DE3F2EA}"/>
          </ac:picMkLst>
        </pc:picChg>
        <pc:picChg chg="add mod">
          <ac:chgData name="Yu Mao (SDS,118010224)" userId="1bbae264-552e-41b8-9f18-7e823f2686ac" providerId="ADAL" clId="{42D7EC03-9693-5841-8777-448DDBD84D20}" dt="2026-03-03T10:33:37.656" v="2147" actId="1076"/>
          <ac:picMkLst>
            <pc:docMk/>
            <pc:sldMk cId="1903581766" sldId="569"/>
            <ac:picMk id="1030" creationId="{B872C660-B9E6-A09E-C604-DD81E75C1265}"/>
          </ac:picMkLst>
        </pc:picChg>
        <pc:picChg chg="add mod">
          <ac:chgData name="Yu Mao (SDS,118010224)" userId="1bbae264-552e-41b8-9f18-7e823f2686ac" providerId="ADAL" clId="{42D7EC03-9693-5841-8777-448DDBD84D20}" dt="2026-03-03T10:33:37.656" v="2147" actId="1076"/>
          <ac:picMkLst>
            <pc:docMk/>
            <pc:sldMk cId="1903581766" sldId="569"/>
            <ac:picMk id="1032" creationId="{EE9F0CF5-70A3-42D7-AD84-F78EDFC5DA03}"/>
          </ac:picMkLst>
        </pc:picChg>
      </pc:sldChg>
      <pc:sldChg chg="modSp add mod">
        <pc:chgData name="Yu Mao (SDS,118010224)" userId="1bbae264-552e-41b8-9f18-7e823f2686ac" providerId="ADAL" clId="{42D7EC03-9693-5841-8777-448DDBD84D20}" dt="2026-03-04T08:57:02.689" v="16478" actId="20577"/>
        <pc:sldMkLst>
          <pc:docMk/>
          <pc:sldMk cId="839341751" sldId="570"/>
        </pc:sldMkLst>
        <pc:spChg chg="mod">
          <ac:chgData name="Yu Mao (SDS,118010224)" userId="1bbae264-552e-41b8-9f18-7e823f2686ac" providerId="ADAL" clId="{42D7EC03-9693-5841-8777-448DDBD84D20}" dt="2026-03-04T08:57:02.689" v="16478" actId="20577"/>
          <ac:spMkLst>
            <pc:docMk/>
            <pc:sldMk cId="839341751" sldId="570"/>
            <ac:spMk id="3" creationId="{7EE54056-656D-FAB2-5CA0-B72480ABEB9A}"/>
          </ac:spMkLst>
        </pc:spChg>
      </pc:sldChg>
      <pc:sldChg chg="addSp delSp modSp add mod">
        <pc:chgData name="Yu Mao (SDS,118010224)" userId="1bbae264-552e-41b8-9f18-7e823f2686ac" providerId="ADAL" clId="{42D7EC03-9693-5841-8777-448DDBD84D20}" dt="2026-03-04T05:35:58.515" v="11252" actId="20577"/>
        <pc:sldMkLst>
          <pc:docMk/>
          <pc:sldMk cId="2590356030" sldId="571"/>
        </pc:sldMkLst>
        <pc:spChg chg="mod">
          <ac:chgData name="Yu Mao (SDS,118010224)" userId="1bbae264-552e-41b8-9f18-7e823f2686ac" providerId="ADAL" clId="{42D7EC03-9693-5841-8777-448DDBD84D20}" dt="2026-03-03T14:53:20.651" v="4970" actId="20577"/>
          <ac:spMkLst>
            <pc:docMk/>
            <pc:sldMk cId="2590356030" sldId="571"/>
            <ac:spMk id="2" creationId="{18615376-899F-EC62-0EA4-F2E6DB2506D0}"/>
          </ac:spMkLst>
        </pc:spChg>
        <pc:spChg chg="del mod">
          <ac:chgData name="Yu Mao (SDS,118010224)" userId="1bbae264-552e-41b8-9f18-7e823f2686ac" providerId="ADAL" clId="{42D7EC03-9693-5841-8777-448DDBD84D20}" dt="2026-03-03T14:05:49.792" v="4279" actId="478"/>
          <ac:spMkLst>
            <pc:docMk/>
            <pc:sldMk cId="2590356030" sldId="571"/>
            <ac:spMk id="3" creationId="{DA562C2A-435E-6232-FE07-E0EE94EC355B}"/>
          </ac:spMkLst>
        </pc:spChg>
        <pc:spChg chg="add mod">
          <ac:chgData name="Yu Mao (SDS,118010224)" userId="1bbae264-552e-41b8-9f18-7e823f2686ac" providerId="ADAL" clId="{42D7EC03-9693-5841-8777-448DDBD84D20}" dt="2026-03-04T05:35:58.515" v="11252" actId="20577"/>
          <ac:spMkLst>
            <pc:docMk/>
            <pc:sldMk cId="2590356030" sldId="571"/>
            <ac:spMk id="12" creationId="{FC4DECE0-A55E-18B6-26B0-2FC424543F79}"/>
          </ac:spMkLst>
        </pc:spChg>
        <pc:spChg chg="add mod">
          <ac:chgData name="Yu Mao (SDS,118010224)" userId="1bbae264-552e-41b8-9f18-7e823f2686ac" providerId="ADAL" clId="{42D7EC03-9693-5841-8777-448DDBD84D20}" dt="2026-03-03T14:49:55.303" v="4929" actId="1076"/>
          <ac:spMkLst>
            <pc:docMk/>
            <pc:sldMk cId="2590356030" sldId="571"/>
            <ac:spMk id="13" creationId="{9786F1E9-C395-2138-28F1-972C28955AF8}"/>
          </ac:spMkLst>
        </pc:spChg>
        <pc:spChg chg="add mod">
          <ac:chgData name="Yu Mao (SDS,118010224)" userId="1bbae264-552e-41b8-9f18-7e823f2686ac" providerId="ADAL" clId="{42D7EC03-9693-5841-8777-448DDBD84D20}" dt="2026-03-03T14:49:55.303" v="4929" actId="1076"/>
          <ac:spMkLst>
            <pc:docMk/>
            <pc:sldMk cId="2590356030" sldId="571"/>
            <ac:spMk id="14" creationId="{16549777-004A-933A-B527-B5C3AE6B65C6}"/>
          </ac:spMkLst>
        </pc:spChg>
        <pc:spChg chg="add mod">
          <ac:chgData name="Yu Mao (SDS,118010224)" userId="1bbae264-552e-41b8-9f18-7e823f2686ac" providerId="ADAL" clId="{42D7EC03-9693-5841-8777-448DDBD84D20}" dt="2026-03-04T00:41:49.904" v="4977" actId="1076"/>
          <ac:spMkLst>
            <pc:docMk/>
            <pc:sldMk cId="2590356030" sldId="571"/>
            <ac:spMk id="15" creationId="{D8674289-C865-03A3-E3B8-446E1596744A}"/>
          </ac:spMkLst>
        </pc:spChg>
        <pc:spChg chg="add mod">
          <ac:chgData name="Yu Mao (SDS,118010224)" userId="1bbae264-552e-41b8-9f18-7e823f2686ac" providerId="ADAL" clId="{42D7EC03-9693-5841-8777-448DDBD84D20}" dt="2026-03-03T13:42:51.960" v="4051" actId="1076"/>
          <ac:spMkLst>
            <pc:docMk/>
            <pc:sldMk cId="2590356030" sldId="571"/>
            <ac:spMk id="16" creationId="{4B0F2D75-C376-4798-578C-BB29E406FDF4}"/>
          </ac:spMkLst>
        </pc:spChg>
        <pc:spChg chg="add mod">
          <ac:chgData name="Yu Mao (SDS,118010224)" userId="1bbae264-552e-41b8-9f18-7e823f2686ac" providerId="ADAL" clId="{42D7EC03-9693-5841-8777-448DDBD84D20}" dt="2026-03-03T13:42:49.770" v="4048" actId="1076"/>
          <ac:spMkLst>
            <pc:docMk/>
            <pc:sldMk cId="2590356030" sldId="571"/>
            <ac:spMk id="17" creationId="{9F7D4D28-B00E-38FE-A3F0-EEB56B4B2851}"/>
          </ac:spMkLst>
        </pc:spChg>
        <pc:spChg chg="add mod">
          <ac:chgData name="Yu Mao (SDS,118010224)" userId="1bbae264-552e-41b8-9f18-7e823f2686ac" providerId="ADAL" clId="{42D7EC03-9693-5841-8777-448DDBD84D20}" dt="2026-03-03T14:49:55.303" v="4929" actId="1076"/>
          <ac:spMkLst>
            <pc:docMk/>
            <pc:sldMk cId="2590356030" sldId="571"/>
            <ac:spMk id="18" creationId="{9EE8EF1E-1DE4-8C0A-FA01-52AC41736318}"/>
          </ac:spMkLst>
        </pc:spChg>
        <pc:spChg chg="add mod">
          <ac:chgData name="Yu Mao (SDS,118010224)" userId="1bbae264-552e-41b8-9f18-7e823f2686ac" providerId="ADAL" clId="{42D7EC03-9693-5841-8777-448DDBD84D20}" dt="2026-03-04T00:41:57.953" v="4978" actId="1076"/>
          <ac:spMkLst>
            <pc:docMk/>
            <pc:sldMk cId="2590356030" sldId="571"/>
            <ac:spMk id="19" creationId="{54A8B7FA-DB55-243E-A2E9-ED5B5B82717E}"/>
          </ac:spMkLst>
        </pc:spChg>
        <pc:spChg chg="add mod">
          <ac:chgData name="Yu Mao (SDS,118010224)" userId="1bbae264-552e-41b8-9f18-7e823f2686ac" providerId="ADAL" clId="{42D7EC03-9693-5841-8777-448DDBD84D20}" dt="2026-03-04T01:09:16.059" v="5206" actId="1076"/>
          <ac:spMkLst>
            <pc:docMk/>
            <pc:sldMk cId="2590356030" sldId="571"/>
            <ac:spMk id="20" creationId="{76790F05-1DAA-6EB2-3F87-0101F6AB6D78}"/>
          </ac:spMkLst>
        </pc:spChg>
        <pc:spChg chg="add mod">
          <ac:chgData name="Yu Mao (SDS,118010224)" userId="1bbae264-552e-41b8-9f18-7e823f2686ac" providerId="ADAL" clId="{42D7EC03-9693-5841-8777-448DDBD84D20}" dt="2026-03-04T01:09:06.575" v="5203" actId="1076"/>
          <ac:spMkLst>
            <pc:docMk/>
            <pc:sldMk cId="2590356030" sldId="571"/>
            <ac:spMk id="21" creationId="{95E130A4-4FFE-1308-FB5C-9B1EF435C390}"/>
          </ac:spMkLst>
        </pc:spChg>
        <pc:spChg chg="add mod">
          <ac:chgData name="Yu Mao (SDS,118010224)" userId="1bbae264-552e-41b8-9f18-7e823f2686ac" providerId="ADAL" clId="{42D7EC03-9693-5841-8777-448DDBD84D20}" dt="2026-03-04T01:09:01.391" v="5202" actId="1076"/>
          <ac:spMkLst>
            <pc:docMk/>
            <pc:sldMk cId="2590356030" sldId="571"/>
            <ac:spMk id="22" creationId="{DDC044A9-9C02-057B-599B-BAD663063938}"/>
          </ac:spMkLst>
        </pc:spChg>
        <pc:spChg chg="add mod">
          <ac:chgData name="Yu Mao (SDS,118010224)" userId="1bbae264-552e-41b8-9f18-7e823f2686ac" providerId="ADAL" clId="{42D7EC03-9693-5841-8777-448DDBD84D20}" dt="2026-03-03T14:05:32.133" v="4273"/>
          <ac:spMkLst>
            <pc:docMk/>
            <pc:sldMk cId="2590356030" sldId="571"/>
            <ac:spMk id="25" creationId="{A31DCDBB-0F36-4FA3-611E-0C33176CCE6D}"/>
          </ac:spMkLst>
        </pc:spChg>
        <pc:spChg chg="add mod">
          <ac:chgData name="Yu Mao (SDS,118010224)" userId="1bbae264-552e-41b8-9f18-7e823f2686ac" providerId="ADAL" clId="{42D7EC03-9693-5841-8777-448DDBD84D20}" dt="2026-03-04T01:09:56.209" v="5210" actId="14100"/>
          <ac:spMkLst>
            <pc:docMk/>
            <pc:sldMk cId="2590356030" sldId="571"/>
            <ac:spMk id="26" creationId="{45411456-53E4-BE29-5BE7-D3F1EA5BB922}"/>
          </ac:spMkLst>
        </pc:spChg>
        <pc:cxnChg chg="add del mod">
          <ac:chgData name="Yu Mao (SDS,118010224)" userId="1bbae264-552e-41b8-9f18-7e823f2686ac" providerId="ADAL" clId="{42D7EC03-9693-5841-8777-448DDBD84D20}" dt="2026-03-03T14:03:09.025" v="4197" actId="478"/>
          <ac:cxnSpMkLst>
            <pc:docMk/>
            <pc:sldMk cId="2590356030" sldId="571"/>
            <ac:cxnSpMk id="6" creationId="{C2F4562C-3C3C-8675-CFDE-D806AD4FFF2F}"/>
          </ac:cxnSpMkLst>
        </pc:cxnChg>
        <pc:cxnChg chg="add del mod">
          <ac:chgData name="Yu Mao (SDS,118010224)" userId="1bbae264-552e-41b8-9f18-7e823f2686ac" providerId="ADAL" clId="{42D7EC03-9693-5841-8777-448DDBD84D20}" dt="2026-03-03T13:34:04.122" v="3875" actId="478"/>
          <ac:cxnSpMkLst>
            <pc:docMk/>
            <pc:sldMk cId="2590356030" sldId="571"/>
            <ac:cxnSpMk id="8" creationId="{D17C4F2E-CAEF-7085-0CD1-7C289255DFBE}"/>
          </ac:cxnSpMkLst>
        </pc:cxnChg>
        <pc:cxnChg chg="add mod">
          <ac:chgData name="Yu Mao (SDS,118010224)" userId="1bbae264-552e-41b8-9f18-7e823f2686ac" providerId="ADAL" clId="{42D7EC03-9693-5841-8777-448DDBD84D20}" dt="2026-03-03T14:03:12.118" v="4198" actId="1076"/>
          <ac:cxnSpMkLst>
            <pc:docMk/>
            <pc:sldMk cId="2590356030" sldId="571"/>
            <ac:cxnSpMk id="9" creationId="{91D38509-C038-85BB-3F67-641B8E2B01D0}"/>
          </ac:cxnSpMkLst>
        </pc:cxnChg>
        <pc:cxnChg chg="add mod">
          <ac:chgData name="Yu Mao (SDS,118010224)" userId="1bbae264-552e-41b8-9f18-7e823f2686ac" providerId="ADAL" clId="{42D7EC03-9693-5841-8777-448DDBD84D20}" dt="2026-03-03T14:49:55.303" v="4929" actId="1076"/>
          <ac:cxnSpMkLst>
            <pc:docMk/>
            <pc:sldMk cId="2590356030" sldId="571"/>
            <ac:cxnSpMk id="16" creationId="{464E7410-346E-CEE5-D885-A932D70D780D}"/>
          </ac:cxnSpMkLst>
        </pc:cxnChg>
        <pc:cxnChg chg="add mod">
          <ac:chgData name="Yu Mao (SDS,118010224)" userId="1bbae264-552e-41b8-9f18-7e823f2686ac" providerId="ADAL" clId="{42D7EC03-9693-5841-8777-448DDBD84D20}" dt="2026-03-04T01:09:33.473" v="5209" actId="692"/>
          <ac:cxnSpMkLst>
            <pc:docMk/>
            <pc:sldMk cId="2590356030" sldId="571"/>
            <ac:cxnSpMk id="28" creationId="{4A6C1A4B-7B02-3892-E2F1-4CD439F06E1A}"/>
          </ac:cxnSpMkLst>
        </pc:cxnChg>
        <pc:cxnChg chg="add mod">
          <ac:chgData name="Yu Mao (SDS,118010224)" userId="1bbae264-552e-41b8-9f18-7e823f2686ac" providerId="ADAL" clId="{42D7EC03-9693-5841-8777-448DDBD84D20}" dt="2026-03-04T01:09:33.473" v="5209" actId="692"/>
          <ac:cxnSpMkLst>
            <pc:docMk/>
            <pc:sldMk cId="2590356030" sldId="571"/>
            <ac:cxnSpMk id="32" creationId="{32BEF68C-A010-2B69-4E52-09E4B669C102}"/>
          </ac:cxnSpMkLst>
        </pc:cxnChg>
      </pc:sldChg>
      <pc:sldChg chg="delSp modSp add mod ord">
        <pc:chgData name="Yu Mao (SDS,118010224)" userId="1bbae264-552e-41b8-9f18-7e823f2686ac" providerId="ADAL" clId="{42D7EC03-9693-5841-8777-448DDBD84D20}" dt="2026-03-04T09:28:49.215" v="16526" actId="20577"/>
        <pc:sldMkLst>
          <pc:docMk/>
          <pc:sldMk cId="286449949" sldId="572"/>
        </pc:sldMkLst>
        <pc:spChg chg="mod">
          <ac:chgData name="Yu Mao (SDS,118010224)" userId="1bbae264-552e-41b8-9f18-7e823f2686ac" providerId="ADAL" clId="{42D7EC03-9693-5841-8777-448DDBD84D20}" dt="2026-03-03T14:53:16.827" v="4966" actId="20577"/>
          <ac:spMkLst>
            <pc:docMk/>
            <pc:sldMk cId="286449949" sldId="572"/>
            <ac:spMk id="2" creationId="{9E2FBF8D-0A1E-A91B-2186-4244CB0A50EE}"/>
          </ac:spMkLst>
        </pc:spChg>
        <pc:spChg chg="mod">
          <ac:chgData name="Yu Mao (SDS,118010224)" userId="1bbae264-552e-41b8-9f18-7e823f2686ac" providerId="ADAL" clId="{42D7EC03-9693-5841-8777-448DDBD84D20}" dt="2026-03-04T09:28:49.215" v="16526" actId="20577"/>
          <ac:spMkLst>
            <pc:docMk/>
            <pc:sldMk cId="286449949" sldId="572"/>
            <ac:spMk id="3" creationId="{BACEEF7D-E172-6362-4D90-4AF4748F9945}"/>
          </ac:spMkLst>
        </pc:spChg>
        <pc:spChg chg="del">
          <ac:chgData name="Yu Mao (SDS,118010224)" userId="1bbae264-552e-41b8-9f18-7e823f2686ac" providerId="ADAL" clId="{42D7EC03-9693-5841-8777-448DDBD84D20}" dt="2026-03-03T13:48:02.772" v="4122" actId="478"/>
          <ac:spMkLst>
            <pc:docMk/>
            <pc:sldMk cId="286449949" sldId="572"/>
            <ac:spMk id="12" creationId="{0003136C-C238-A2E4-6909-364F3A5DEC6F}"/>
          </ac:spMkLst>
        </pc:spChg>
        <pc:spChg chg="del">
          <ac:chgData name="Yu Mao (SDS,118010224)" userId="1bbae264-552e-41b8-9f18-7e823f2686ac" providerId="ADAL" clId="{42D7EC03-9693-5841-8777-448DDBD84D20}" dt="2026-03-03T13:48:00.960" v="4121" actId="478"/>
          <ac:spMkLst>
            <pc:docMk/>
            <pc:sldMk cId="286449949" sldId="572"/>
            <ac:spMk id="13" creationId="{1DF87472-67FC-6CEC-0C2E-F7271DFAD345}"/>
          </ac:spMkLst>
        </pc:spChg>
        <pc:spChg chg="del">
          <ac:chgData name="Yu Mao (SDS,118010224)" userId="1bbae264-552e-41b8-9f18-7e823f2686ac" providerId="ADAL" clId="{42D7EC03-9693-5841-8777-448DDBD84D20}" dt="2026-03-03T13:48:00.960" v="4121" actId="478"/>
          <ac:spMkLst>
            <pc:docMk/>
            <pc:sldMk cId="286449949" sldId="572"/>
            <ac:spMk id="14" creationId="{79A0AD67-E0E8-9EAC-447C-10E110DCF9D3}"/>
          </ac:spMkLst>
        </pc:spChg>
        <pc:spChg chg="del">
          <ac:chgData name="Yu Mao (SDS,118010224)" userId="1bbae264-552e-41b8-9f18-7e823f2686ac" providerId="ADAL" clId="{42D7EC03-9693-5841-8777-448DDBD84D20}" dt="2026-03-03T13:48:00.960" v="4121" actId="478"/>
          <ac:spMkLst>
            <pc:docMk/>
            <pc:sldMk cId="286449949" sldId="572"/>
            <ac:spMk id="15" creationId="{2502E4BD-6DCD-1291-56A8-C0F377B45AAF}"/>
          </ac:spMkLst>
        </pc:spChg>
        <pc:spChg chg="del">
          <ac:chgData name="Yu Mao (SDS,118010224)" userId="1bbae264-552e-41b8-9f18-7e823f2686ac" providerId="ADAL" clId="{42D7EC03-9693-5841-8777-448DDBD84D20}" dt="2026-03-03T13:48:00.960" v="4121" actId="478"/>
          <ac:spMkLst>
            <pc:docMk/>
            <pc:sldMk cId="286449949" sldId="572"/>
            <ac:spMk id="18" creationId="{2BA6B395-01AB-6D99-E5B1-C13B3116AE00}"/>
          </ac:spMkLst>
        </pc:spChg>
        <pc:spChg chg="del">
          <ac:chgData name="Yu Mao (SDS,118010224)" userId="1bbae264-552e-41b8-9f18-7e823f2686ac" providerId="ADAL" clId="{42D7EC03-9693-5841-8777-448DDBD84D20}" dt="2026-03-03T13:48:00.960" v="4121" actId="478"/>
          <ac:spMkLst>
            <pc:docMk/>
            <pc:sldMk cId="286449949" sldId="572"/>
            <ac:spMk id="19" creationId="{42124994-B902-3618-A176-E4EC8E152D2C}"/>
          </ac:spMkLst>
        </pc:spChg>
        <pc:spChg chg="del">
          <ac:chgData name="Yu Mao (SDS,118010224)" userId="1bbae264-552e-41b8-9f18-7e823f2686ac" providerId="ADAL" clId="{42D7EC03-9693-5841-8777-448DDBD84D20}" dt="2026-03-03T13:48:00.960" v="4121" actId="478"/>
          <ac:spMkLst>
            <pc:docMk/>
            <pc:sldMk cId="286449949" sldId="572"/>
            <ac:spMk id="20" creationId="{5DF8A7D6-1643-67A6-11DB-F2EBA0D933FD}"/>
          </ac:spMkLst>
        </pc:spChg>
        <pc:spChg chg="del">
          <ac:chgData name="Yu Mao (SDS,118010224)" userId="1bbae264-552e-41b8-9f18-7e823f2686ac" providerId="ADAL" clId="{42D7EC03-9693-5841-8777-448DDBD84D20}" dt="2026-03-03T13:48:00.960" v="4121" actId="478"/>
          <ac:spMkLst>
            <pc:docMk/>
            <pc:sldMk cId="286449949" sldId="572"/>
            <ac:spMk id="21" creationId="{034704D7-662E-F7CD-4587-9D162685E7FA}"/>
          </ac:spMkLst>
        </pc:spChg>
        <pc:spChg chg="del">
          <ac:chgData name="Yu Mao (SDS,118010224)" userId="1bbae264-552e-41b8-9f18-7e823f2686ac" providerId="ADAL" clId="{42D7EC03-9693-5841-8777-448DDBD84D20}" dt="2026-03-03T13:48:00.960" v="4121" actId="478"/>
          <ac:spMkLst>
            <pc:docMk/>
            <pc:sldMk cId="286449949" sldId="572"/>
            <ac:spMk id="22" creationId="{2F238D6C-5A0E-0C98-837B-1DE8418E8ACC}"/>
          </ac:spMkLst>
        </pc:spChg>
        <pc:cxnChg chg="del">
          <ac:chgData name="Yu Mao (SDS,118010224)" userId="1bbae264-552e-41b8-9f18-7e823f2686ac" providerId="ADAL" clId="{42D7EC03-9693-5841-8777-448DDBD84D20}" dt="2026-03-03T13:48:00.960" v="4121" actId="478"/>
          <ac:cxnSpMkLst>
            <pc:docMk/>
            <pc:sldMk cId="286449949" sldId="572"/>
            <ac:cxnSpMk id="6" creationId="{E31438F0-37DD-F587-85B5-C5028F1343E4}"/>
          </ac:cxnSpMkLst>
        </pc:cxnChg>
        <pc:cxnChg chg="del">
          <ac:chgData name="Yu Mao (SDS,118010224)" userId="1bbae264-552e-41b8-9f18-7e823f2686ac" providerId="ADAL" clId="{42D7EC03-9693-5841-8777-448DDBD84D20}" dt="2026-03-03T13:48:00.960" v="4121" actId="478"/>
          <ac:cxnSpMkLst>
            <pc:docMk/>
            <pc:sldMk cId="286449949" sldId="572"/>
            <ac:cxnSpMk id="9" creationId="{1A6D0729-EB09-1731-E03F-D1AFEF21B95A}"/>
          </ac:cxnSpMkLst>
        </pc:cxnChg>
      </pc:sldChg>
      <pc:sldChg chg="modSp add mod">
        <pc:chgData name="Yu Mao (SDS,118010224)" userId="1bbae264-552e-41b8-9f18-7e823f2686ac" providerId="ADAL" clId="{42D7EC03-9693-5841-8777-448DDBD84D20}" dt="2026-03-04T08:37:45.844" v="16304" actId="20577"/>
        <pc:sldMkLst>
          <pc:docMk/>
          <pc:sldMk cId="1275021615" sldId="573"/>
        </pc:sldMkLst>
        <pc:spChg chg="mod">
          <ac:chgData name="Yu Mao (SDS,118010224)" userId="1bbae264-552e-41b8-9f18-7e823f2686ac" providerId="ADAL" clId="{42D7EC03-9693-5841-8777-448DDBD84D20}" dt="2026-03-04T08:37:45.844" v="16304" actId="20577"/>
          <ac:spMkLst>
            <pc:docMk/>
            <pc:sldMk cId="1275021615" sldId="573"/>
            <ac:spMk id="3" creationId="{71A20E18-476C-F83A-4EAD-207535969BF2}"/>
          </ac:spMkLst>
        </pc:spChg>
      </pc:sldChg>
      <pc:sldChg chg="addSp delSp modSp add mod">
        <pc:chgData name="Yu Mao (SDS,118010224)" userId="1bbae264-552e-41b8-9f18-7e823f2686ac" providerId="ADAL" clId="{42D7EC03-9693-5841-8777-448DDBD84D20}" dt="2026-03-04T05:36:08.741" v="11255" actId="20577"/>
        <pc:sldMkLst>
          <pc:docMk/>
          <pc:sldMk cId="2828921996" sldId="574"/>
        </pc:sldMkLst>
        <pc:spChg chg="del">
          <ac:chgData name="Yu Mao (SDS,118010224)" userId="1bbae264-552e-41b8-9f18-7e823f2686ac" providerId="ADAL" clId="{42D7EC03-9693-5841-8777-448DDBD84D20}" dt="2026-03-04T02:01:07.875" v="6068" actId="478"/>
          <ac:spMkLst>
            <pc:docMk/>
            <pc:sldMk cId="2828921996" sldId="574"/>
            <ac:spMk id="2" creationId="{342B5372-750F-4054-E636-605F512EF2FF}"/>
          </ac:spMkLst>
        </pc:spChg>
        <pc:spChg chg="add">
          <ac:chgData name="Yu Mao (SDS,118010224)" userId="1bbae264-552e-41b8-9f18-7e823f2686ac" providerId="ADAL" clId="{42D7EC03-9693-5841-8777-448DDBD84D20}" dt="2026-03-04T02:01:10.544" v="6069"/>
          <ac:spMkLst>
            <pc:docMk/>
            <pc:sldMk cId="2828921996" sldId="574"/>
            <ac:spMk id="3" creationId="{858C2D85-F1ED-3457-F05C-749DAB68DB63}"/>
          </ac:spMkLst>
        </pc:spChg>
        <pc:spChg chg="mod">
          <ac:chgData name="Yu Mao (SDS,118010224)" userId="1bbae264-552e-41b8-9f18-7e823f2686ac" providerId="ADAL" clId="{42D7EC03-9693-5841-8777-448DDBD84D20}" dt="2026-03-04T03:06:42.459" v="8418" actId="20577"/>
          <ac:spMkLst>
            <pc:docMk/>
            <pc:sldMk cId="2828921996" sldId="574"/>
            <ac:spMk id="5" creationId="{CFB08735-472D-C490-ED66-392A73A85F31}"/>
          </ac:spMkLst>
        </pc:spChg>
        <pc:spChg chg="add">
          <ac:chgData name="Yu Mao (SDS,118010224)" userId="1bbae264-552e-41b8-9f18-7e823f2686ac" providerId="ADAL" clId="{42D7EC03-9693-5841-8777-448DDBD84D20}" dt="2026-03-04T02:01:15.913" v="6070"/>
          <ac:spMkLst>
            <pc:docMk/>
            <pc:sldMk cId="2828921996" sldId="574"/>
            <ac:spMk id="6" creationId="{4A19DA64-103C-EAF8-8D8B-CD3114FC877F}"/>
          </ac:spMkLst>
        </pc:spChg>
        <pc:spChg chg="del">
          <ac:chgData name="Yu Mao (SDS,118010224)" userId="1bbae264-552e-41b8-9f18-7e823f2686ac" providerId="ADAL" clId="{42D7EC03-9693-5841-8777-448DDBD84D20}" dt="2026-03-04T02:01:07.875" v="6068" actId="478"/>
          <ac:spMkLst>
            <pc:docMk/>
            <pc:sldMk cId="2828921996" sldId="574"/>
            <ac:spMk id="7" creationId="{77EC8BF2-15ED-0466-5F94-A40409E23ABD}"/>
          </ac:spMkLst>
        </pc:spChg>
        <pc:spChg chg="mod">
          <ac:chgData name="Yu Mao (SDS,118010224)" userId="1bbae264-552e-41b8-9f18-7e823f2686ac" providerId="ADAL" clId="{42D7EC03-9693-5841-8777-448DDBD84D20}" dt="2026-03-04T03:28:57.129" v="8568" actId="20577"/>
          <ac:spMkLst>
            <pc:docMk/>
            <pc:sldMk cId="2828921996" sldId="574"/>
            <ac:spMk id="9" creationId="{DAF28C4D-7346-AD11-79AC-114E319B632C}"/>
          </ac:spMkLst>
        </pc:spChg>
        <pc:spChg chg="add del mod">
          <ac:chgData name="Yu Mao (SDS,118010224)" userId="1bbae264-552e-41b8-9f18-7e823f2686ac" providerId="ADAL" clId="{42D7EC03-9693-5841-8777-448DDBD84D20}" dt="2026-03-04T02:52:44.451" v="7973" actId="478"/>
          <ac:spMkLst>
            <pc:docMk/>
            <pc:sldMk cId="2828921996" sldId="574"/>
            <ac:spMk id="10" creationId="{7E93F5CA-5086-26E1-E0ED-6ACD9FC3A8AE}"/>
          </ac:spMkLst>
        </pc:spChg>
        <pc:spChg chg="add del mod">
          <ac:chgData name="Yu Mao (SDS,118010224)" userId="1bbae264-552e-41b8-9f18-7e823f2686ac" providerId="ADAL" clId="{42D7EC03-9693-5841-8777-448DDBD84D20}" dt="2026-03-04T02:52:41.499" v="7972" actId="478"/>
          <ac:spMkLst>
            <pc:docMk/>
            <pc:sldMk cId="2828921996" sldId="574"/>
            <ac:spMk id="11" creationId="{874E3239-1FC5-C5A7-B541-339DC28795EB}"/>
          </ac:spMkLst>
        </pc:spChg>
        <pc:spChg chg="del">
          <ac:chgData name="Yu Mao (SDS,118010224)" userId="1bbae264-552e-41b8-9f18-7e823f2686ac" providerId="ADAL" clId="{42D7EC03-9693-5841-8777-448DDBD84D20}" dt="2026-03-04T02:01:07.875" v="6068" actId="478"/>
          <ac:spMkLst>
            <pc:docMk/>
            <pc:sldMk cId="2828921996" sldId="574"/>
            <ac:spMk id="12" creationId="{A7990C9C-26ED-02A8-050B-B76AB8C7C743}"/>
          </ac:spMkLst>
        </pc:spChg>
        <pc:spChg chg="del">
          <ac:chgData name="Yu Mao (SDS,118010224)" userId="1bbae264-552e-41b8-9f18-7e823f2686ac" providerId="ADAL" clId="{42D7EC03-9693-5841-8777-448DDBD84D20}" dt="2026-03-04T02:01:07.875" v="6068" actId="478"/>
          <ac:spMkLst>
            <pc:docMk/>
            <pc:sldMk cId="2828921996" sldId="574"/>
            <ac:spMk id="13" creationId="{82D765C3-1115-2A14-4815-B3319C8618AA}"/>
          </ac:spMkLst>
        </pc:spChg>
        <pc:spChg chg="add del mod">
          <ac:chgData name="Yu Mao (SDS,118010224)" userId="1bbae264-552e-41b8-9f18-7e823f2686ac" providerId="ADAL" clId="{42D7EC03-9693-5841-8777-448DDBD84D20}" dt="2026-03-04T03:26:09.275" v="8422" actId="478"/>
          <ac:spMkLst>
            <pc:docMk/>
            <pc:sldMk cId="2828921996" sldId="574"/>
            <ac:spMk id="14" creationId="{38ADDF31-8EBF-DDBE-E67D-12DAB16C25B9}"/>
          </ac:spMkLst>
        </pc:spChg>
        <pc:spChg chg="add mod">
          <ac:chgData name="Yu Mao (SDS,118010224)" userId="1bbae264-552e-41b8-9f18-7e823f2686ac" providerId="ADAL" clId="{42D7EC03-9693-5841-8777-448DDBD84D20}" dt="2026-03-04T05:36:08.741" v="11255" actId="20577"/>
          <ac:spMkLst>
            <pc:docMk/>
            <pc:sldMk cId="2828921996" sldId="574"/>
            <ac:spMk id="18" creationId="{8B46C318-596D-4592-FAFA-75BD8B08ECFE}"/>
          </ac:spMkLst>
        </pc:spChg>
        <pc:spChg chg="del">
          <ac:chgData name="Yu Mao (SDS,118010224)" userId="1bbae264-552e-41b8-9f18-7e823f2686ac" providerId="ADAL" clId="{42D7EC03-9693-5841-8777-448DDBD84D20}" dt="2026-03-04T02:01:07.875" v="6068" actId="478"/>
          <ac:spMkLst>
            <pc:docMk/>
            <pc:sldMk cId="2828921996" sldId="574"/>
            <ac:spMk id="20" creationId="{A728CE66-F726-FD21-7902-01DF38640E02}"/>
          </ac:spMkLst>
        </pc:spChg>
        <pc:spChg chg="del">
          <ac:chgData name="Yu Mao (SDS,118010224)" userId="1bbae264-552e-41b8-9f18-7e823f2686ac" providerId="ADAL" clId="{42D7EC03-9693-5841-8777-448DDBD84D20}" dt="2026-03-04T02:01:07.875" v="6068" actId="478"/>
          <ac:spMkLst>
            <pc:docMk/>
            <pc:sldMk cId="2828921996" sldId="574"/>
            <ac:spMk id="21" creationId="{68CECACD-3E32-D9A5-AE9C-90F54E235F1F}"/>
          </ac:spMkLst>
        </pc:spChg>
        <pc:spChg chg="del">
          <ac:chgData name="Yu Mao (SDS,118010224)" userId="1bbae264-552e-41b8-9f18-7e823f2686ac" providerId="ADAL" clId="{42D7EC03-9693-5841-8777-448DDBD84D20}" dt="2026-03-04T02:01:07.875" v="6068" actId="478"/>
          <ac:spMkLst>
            <pc:docMk/>
            <pc:sldMk cId="2828921996" sldId="574"/>
            <ac:spMk id="23" creationId="{A8756938-1DB6-5B37-4373-C87A2F5891FE}"/>
          </ac:spMkLst>
        </pc:spChg>
        <pc:picChg chg="add del mod modCrop">
          <ac:chgData name="Yu Mao (SDS,118010224)" userId="1bbae264-552e-41b8-9f18-7e823f2686ac" providerId="ADAL" clId="{42D7EC03-9693-5841-8777-448DDBD84D20}" dt="2026-03-04T02:52:41.499" v="7972" actId="478"/>
          <ac:picMkLst>
            <pc:docMk/>
            <pc:sldMk cId="2828921996" sldId="574"/>
            <ac:picMk id="8" creationId="{B1B066E8-3F2E-0CCB-DB76-E5E9B433F32E}"/>
          </ac:picMkLst>
        </pc:picChg>
        <pc:picChg chg="add mod modCrop">
          <ac:chgData name="Yu Mao (SDS,118010224)" userId="1bbae264-552e-41b8-9f18-7e823f2686ac" providerId="ADAL" clId="{42D7EC03-9693-5841-8777-448DDBD84D20}" dt="2026-03-04T03:27:43.579" v="8460" actId="14100"/>
          <ac:picMkLst>
            <pc:docMk/>
            <pc:sldMk cId="2828921996" sldId="574"/>
            <ac:picMk id="16" creationId="{BAA2F41F-124D-23E4-466B-D7E1C30841B6}"/>
          </ac:picMkLst>
        </pc:picChg>
        <pc:cxnChg chg="del mod">
          <ac:chgData name="Yu Mao (SDS,118010224)" userId="1bbae264-552e-41b8-9f18-7e823f2686ac" providerId="ADAL" clId="{42D7EC03-9693-5841-8777-448DDBD84D20}" dt="2026-03-04T02:01:07.875" v="6068" actId="478"/>
          <ac:cxnSpMkLst>
            <pc:docMk/>
            <pc:sldMk cId="2828921996" sldId="574"/>
            <ac:cxnSpMk id="15" creationId="{1657BFF7-3ECC-E6AD-C18D-2CBD3534FFFB}"/>
          </ac:cxnSpMkLst>
        </pc:cxnChg>
        <pc:cxnChg chg="del mod">
          <ac:chgData name="Yu Mao (SDS,118010224)" userId="1bbae264-552e-41b8-9f18-7e823f2686ac" providerId="ADAL" clId="{42D7EC03-9693-5841-8777-448DDBD84D20}" dt="2026-03-04T02:01:07.875" v="6068" actId="478"/>
          <ac:cxnSpMkLst>
            <pc:docMk/>
            <pc:sldMk cId="2828921996" sldId="574"/>
            <ac:cxnSpMk id="17" creationId="{E0E5B10B-500F-0DD2-2215-B4D3EFB99258}"/>
          </ac:cxnSpMkLst>
        </pc:cxnChg>
      </pc:sldChg>
      <pc:sldChg chg="modSp add mod ord">
        <pc:chgData name="Yu Mao (SDS,118010224)" userId="1bbae264-552e-41b8-9f18-7e823f2686ac" providerId="ADAL" clId="{42D7EC03-9693-5841-8777-448DDBD84D20}" dt="2026-03-04T09:28:31.109" v="16519" actId="115"/>
        <pc:sldMkLst>
          <pc:docMk/>
          <pc:sldMk cId="257705152" sldId="575"/>
        </pc:sldMkLst>
        <pc:spChg chg="mod">
          <ac:chgData name="Yu Mao (SDS,118010224)" userId="1bbae264-552e-41b8-9f18-7e823f2686ac" providerId="ADAL" clId="{42D7EC03-9693-5841-8777-448DDBD84D20}" dt="2026-03-04T03:06:39.815" v="8416" actId="20577"/>
          <ac:spMkLst>
            <pc:docMk/>
            <pc:sldMk cId="257705152" sldId="575"/>
            <ac:spMk id="5" creationId="{A5F8369E-9708-1B1A-923A-425DE749D6E6}"/>
          </ac:spMkLst>
        </pc:spChg>
        <pc:spChg chg="mod">
          <ac:chgData name="Yu Mao (SDS,118010224)" userId="1bbae264-552e-41b8-9f18-7e823f2686ac" providerId="ADAL" clId="{42D7EC03-9693-5841-8777-448DDBD84D20}" dt="2026-03-04T02:44:11.241" v="7668" actId="20577"/>
          <ac:spMkLst>
            <pc:docMk/>
            <pc:sldMk cId="257705152" sldId="575"/>
            <ac:spMk id="9" creationId="{734156B8-7F20-F292-388C-53741D15CB63}"/>
          </ac:spMkLst>
        </pc:spChg>
        <pc:spChg chg="mod">
          <ac:chgData name="Yu Mao (SDS,118010224)" userId="1bbae264-552e-41b8-9f18-7e823f2686ac" providerId="ADAL" clId="{42D7EC03-9693-5841-8777-448DDBD84D20}" dt="2026-03-04T09:28:31.109" v="16519" actId="115"/>
          <ac:spMkLst>
            <pc:docMk/>
            <pc:sldMk cId="257705152" sldId="575"/>
            <ac:spMk id="10" creationId="{46EF9587-31A6-1D5C-12FE-9C57D4291933}"/>
          </ac:spMkLst>
        </pc:spChg>
        <pc:spChg chg="mod">
          <ac:chgData name="Yu Mao (SDS,118010224)" userId="1bbae264-552e-41b8-9f18-7e823f2686ac" providerId="ADAL" clId="{42D7EC03-9693-5841-8777-448DDBD84D20}" dt="2026-03-04T05:36:05.071" v="11254" actId="20577"/>
          <ac:spMkLst>
            <pc:docMk/>
            <pc:sldMk cId="257705152" sldId="575"/>
            <ac:spMk id="11" creationId="{1717148A-7531-849E-7BE9-A4CD603A001F}"/>
          </ac:spMkLst>
        </pc:spChg>
        <pc:picChg chg="mod">
          <ac:chgData name="Yu Mao (SDS,118010224)" userId="1bbae264-552e-41b8-9f18-7e823f2686ac" providerId="ADAL" clId="{42D7EC03-9693-5841-8777-448DDBD84D20}" dt="2026-03-04T03:27:20.429" v="8456" actId="1076"/>
          <ac:picMkLst>
            <pc:docMk/>
            <pc:sldMk cId="257705152" sldId="575"/>
            <ac:picMk id="8" creationId="{FA14CD5C-2897-14F7-02C5-B5BE7420AF9C}"/>
          </ac:picMkLst>
        </pc:picChg>
      </pc:sldChg>
      <pc:sldChg chg="addSp delSp modSp add mod">
        <pc:chgData name="Yu Mao (SDS,118010224)" userId="1bbae264-552e-41b8-9f18-7e823f2686ac" providerId="ADAL" clId="{42D7EC03-9693-5841-8777-448DDBD84D20}" dt="2026-03-04T05:36:11.992" v="11256" actId="20577"/>
        <pc:sldMkLst>
          <pc:docMk/>
          <pc:sldMk cId="2640040624" sldId="576"/>
        </pc:sldMkLst>
        <pc:spChg chg="mod">
          <ac:chgData name="Yu Mao (SDS,118010224)" userId="1bbae264-552e-41b8-9f18-7e823f2686ac" providerId="ADAL" clId="{42D7EC03-9693-5841-8777-448DDBD84D20}" dt="2026-03-04T03:28:08.951" v="8468" actId="20577"/>
          <ac:spMkLst>
            <pc:docMk/>
            <pc:sldMk cId="2640040624" sldId="576"/>
            <ac:spMk id="5" creationId="{19EF3E86-D0BB-591F-11A3-26E30EFDEC8F}"/>
          </ac:spMkLst>
        </pc:spChg>
        <pc:spChg chg="mod">
          <ac:chgData name="Yu Mao (SDS,118010224)" userId="1bbae264-552e-41b8-9f18-7e823f2686ac" providerId="ADAL" clId="{42D7EC03-9693-5841-8777-448DDBD84D20}" dt="2026-03-04T03:36:07.396" v="8684" actId="14100"/>
          <ac:spMkLst>
            <pc:docMk/>
            <pc:sldMk cId="2640040624" sldId="576"/>
            <ac:spMk id="9" creationId="{88078984-D771-792B-5017-245EF5764A1C}"/>
          </ac:spMkLst>
        </pc:spChg>
        <pc:spChg chg="mod">
          <ac:chgData name="Yu Mao (SDS,118010224)" userId="1bbae264-552e-41b8-9f18-7e823f2686ac" providerId="ADAL" clId="{42D7EC03-9693-5841-8777-448DDBD84D20}" dt="2026-03-04T05:36:11.992" v="11256" actId="20577"/>
          <ac:spMkLst>
            <pc:docMk/>
            <pc:sldMk cId="2640040624" sldId="576"/>
            <ac:spMk id="18" creationId="{78A93661-D4C5-BFA7-8058-8B3BD68FE9B5}"/>
          </ac:spMkLst>
        </pc:spChg>
        <pc:picChg chg="add mod">
          <ac:chgData name="Yu Mao (SDS,118010224)" userId="1bbae264-552e-41b8-9f18-7e823f2686ac" providerId="ADAL" clId="{42D7EC03-9693-5841-8777-448DDBD84D20}" dt="2026-03-04T03:30:47.742" v="8613"/>
          <ac:picMkLst>
            <pc:docMk/>
            <pc:sldMk cId="2640040624" sldId="576"/>
            <ac:picMk id="2" creationId="{94FDC6C5-0699-5ADF-2687-F7D6565AB0D4}"/>
          </ac:picMkLst>
        </pc:picChg>
        <pc:picChg chg="add mod">
          <ac:chgData name="Yu Mao (SDS,118010224)" userId="1bbae264-552e-41b8-9f18-7e823f2686ac" providerId="ADAL" clId="{42D7EC03-9693-5841-8777-448DDBD84D20}" dt="2026-03-04T03:36:10.500" v="8685" actId="1076"/>
          <ac:picMkLst>
            <pc:docMk/>
            <pc:sldMk cId="2640040624" sldId="576"/>
            <ac:picMk id="3" creationId="{EEBB9C62-C039-9D5E-C029-1A3FD32FA2B9}"/>
          </ac:picMkLst>
        </pc:picChg>
        <pc:picChg chg="del">
          <ac:chgData name="Yu Mao (SDS,118010224)" userId="1bbae264-552e-41b8-9f18-7e823f2686ac" providerId="ADAL" clId="{42D7EC03-9693-5841-8777-448DDBD84D20}" dt="2026-03-04T03:29:38.980" v="8611" actId="478"/>
          <ac:picMkLst>
            <pc:docMk/>
            <pc:sldMk cId="2640040624" sldId="576"/>
            <ac:picMk id="16" creationId="{A621F160-D201-2D86-8526-E722DCC3434E}"/>
          </ac:picMkLst>
        </pc:picChg>
      </pc:sldChg>
      <pc:sldChg chg="addSp delSp modSp add mod">
        <pc:chgData name="Yu Mao (SDS,118010224)" userId="1bbae264-552e-41b8-9f18-7e823f2686ac" providerId="ADAL" clId="{42D7EC03-9693-5841-8777-448DDBD84D20}" dt="2026-03-04T06:40:20.015" v="13308" actId="20577"/>
        <pc:sldMkLst>
          <pc:docMk/>
          <pc:sldMk cId="1938262956" sldId="577"/>
        </pc:sldMkLst>
        <pc:spChg chg="mod">
          <ac:chgData name="Yu Mao (SDS,118010224)" userId="1bbae264-552e-41b8-9f18-7e823f2686ac" providerId="ADAL" clId="{42D7EC03-9693-5841-8777-448DDBD84D20}" dt="2026-03-04T03:55:18.233" v="8917" actId="20577"/>
          <ac:spMkLst>
            <pc:docMk/>
            <pc:sldMk cId="1938262956" sldId="577"/>
            <ac:spMk id="5" creationId="{77B4E156-2F06-D9D7-9F52-193F63FA2155}"/>
          </ac:spMkLst>
        </pc:spChg>
        <pc:spChg chg="mod">
          <ac:chgData name="Yu Mao (SDS,118010224)" userId="1bbae264-552e-41b8-9f18-7e823f2686ac" providerId="ADAL" clId="{42D7EC03-9693-5841-8777-448DDBD84D20}" dt="2026-03-04T06:40:20.015" v="13308" actId="20577"/>
          <ac:spMkLst>
            <pc:docMk/>
            <pc:sldMk cId="1938262956" sldId="577"/>
            <ac:spMk id="9" creationId="{EBB5558C-E2F8-1CAE-2F22-91497E03352E}"/>
          </ac:spMkLst>
        </pc:spChg>
        <pc:spChg chg="mod">
          <ac:chgData name="Yu Mao (SDS,118010224)" userId="1bbae264-552e-41b8-9f18-7e823f2686ac" providerId="ADAL" clId="{42D7EC03-9693-5841-8777-448DDBD84D20}" dt="2026-03-04T06:29:57.863" v="12830" actId="20577"/>
          <ac:spMkLst>
            <pc:docMk/>
            <pc:sldMk cId="1938262956" sldId="577"/>
            <ac:spMk id="18" creationId="{FC6CCA90-D8B3-9647-1CBB-A5E6EA0F9598}"/>
          </ac:spMkLst>
        </pc:spChg>
        <pc:picChg chg="add mod">
          <ac:chgData name="Yu Mao (SDS,118010224)" userId="1bbae264-552e-41b8-9f18-7e823f2686ac" providerId="ADAL" clId="{42D7EC03-9693-5841-8777-448DDBD84D20}" dt="2026-03-04T03:54:59.352" v="8913" actId="14100"/>
          <ac:picMkLst>
            <pc:docMk/>
            <pc:sldMk cId="1938262956" sldId="577"/>
            <ac:picMk id="2" creationId="{F578954B-1FEF-CDCF-68AF-2F8DEA401779}"/>
          </ac:picMkLst>
        </pc:picChg>
        <pc:picChg chg="del">
          <ac:chgData name="Yu Mao (SDS,118010224)" userId="1bbae264-552e-41b8-9f18-7e823f2686ac" providerId="ADAL" clId="{42D7EC03-9693-5841-8777-448DDBD84D20}" dt="2026-03-04T03:49:45.995" v="8728" actId="478"/>
          <ac:picMkLst>
            <pc:docMk/>
            <pc:sldMk cId="1938262956" sldId="577"/>
            <ac:picMk id="3" creationId="{3A50734E-CBFF-675D-1D03-064575986FB0}"/>
          </ac:picMkLst>
        </pc:picChg>
      </pc:sldChg>
      <pc:sldChg chg="add del">
        <pc:chgData name="Yu Mao (SDS,118010224)" userId="1bbae264-552e-41b8-9f18-7e823f2686ac" providerId="ADAL" clId="{42D7EC03-9693-5841-8777-448DDBD84D20}" dt="2026-03-04T03:49:42.681" v="8726"/>
        <pc:sldMkLst>
          <pc:docMk/>
          <pc:sldMk cId="3217139128" sldId="577"/>
        </pc:sldMkLst>
      </pc:sldChg>
      <pc:sldChg chg="delSp modSp add mod">
        <pc:chgData name="Yu Mao (SDS,118010224)" userId="1bbae264-552e-41b8-9f18-7e823f2686ac" providerId="ADAL" clId="{42D7EC03-9693-5841-8777-448DDBD84D20}" dt="2026-03-04T04:25:42.293" v="9208" actId="14100"/>
        <pc:sldMkLst>
          <pc:docMk/>
          <pc:sldMk cId="3089832178" sldId="578"/>
        </pc:sldMkLst>
        <pc:spChg chg="mod">
          <ac:chgData name="Yu Mao (SDS,118010224)" userId="1bbae264-552e-41b8-9f18-7e823f2686ac" providerId="ADAL" clId="{42D7EC03-9693-5841-8777-448DDBD84D20}" dt="2026-03-04T03:55:32.454" v="8925" actId="20577"/>
          <ac:spMkLst>
            <pc:docMk/>
            <pc:sldMk cId="3089832178" sldId="578"/>
            <ac:spMk id="5" creationId="{4A688A3C-BF19-7724-51F9-6ACA8EE340FA}"/>
          </ac:spMkLst>
        </pc:spChg>
        <pc:spChg chg="mod">
          <ac:chgData name="Yu Mao (SDS,118010224)" userId="1bbae264-552e-41b8-9f18-7e823f2686ac" providerId="ADAL" clId="{42D7EC03-9693-5841-8777-448DDBD84D20}" dt="2026-03-04T04:25:42.293" v="9208" actId="14100"/>
          <ac:spMkLst>
            <pc:docMk/>
            <pc:sldMk cId="3089832178" sldId="578"/>
            <ac:spMk id="9" creationId="{3EB40F61-36DF-B053-BF00-0D0C33AF5B9A}"/>
          </ac:spMkLst>
        </pc:spChg>
        <pc:spChg chg="del">
          <ac:chgData name="Yu Mao (SDS,118010224)" userId="1bbae264-552e-41b8-9f18-7e823f2686ac" providerId="ADAL" clId="{42D7EC03-9693-5841-8777-448DDBD84D20}" dt="2026-03-04T03:55:35.577" v="8926" actId="478"/>
          <ac:spMkLst>
            <pc:docMk/>
            <pc:sldMk cId="3089832178" sldId="578"/>
            <ac:spMk id="18" creationId="{658474EC-254C-FCDA-981F-4070F61F131F}"/>
          </ac:spMkLst>
        </pc:spChg>
        <pc:picChg chg="del">
          <ac:chgData name="Yu Mao (SDS,118010224)" userId="1bbae264-552e-41b8-9f18-7e823f2686ac" providerId="ADAL" clId="{42D7EC03-9693-5841-8777-448DDBD84D20}" dt="2026-03-04T03:55:35.577" v="8926" actId="478"/>
          <ac:picMkLst>
            <pc:docMk/>
            <pc:sldMk cId="3089832178" sldId="578"/>
            <ac:picMk id="2" creationId="{292158CF-C357-8B5F-5485-6458A9FCAC43}"/>
          </ac:picMkLst>
        </pc:picChg>
      </pc:sldChg>
      <pc:sldChg chg="modSp add mod">
        <pc:chgData name="Yu Mao (SDS,118010224)" userId="1bbae264-552e-41b8-9f18-7e823f2686ac" providerId="ADAL" clId="{42D7EC03-9693-5841-8777-448DDBD84D20}" dt="2026-03-04T08:38:55.526" v="16308" actId="20577"/>
        <pc:sldMkLst>
          <pc:docMk/>
          <pc:sldMk cId="2153225153" sldId="579"/>
        </pc:sldMkLst>
        <pc:spChg chg="mod">
          <ac:chgData name="Yu Mao (SDS,118010224)" userId="1bbae264-552e-41b8-9f18-7e823f2686ac" providerId="ADAL" clId="{42D7EC03-9693-5841-8777-448DDBD84D20}" dt="2026-03-04T08:38:55.526" v="16308" actId="20577"/>
          <ac:spMkLst>
            <pc:docMk/>
            <pc:sldMk cId="2153225153" sldId="579"/>
            <ac:spMk id="3" creationId="{078E2E26-D0AE-0E35-4EF1-92FF9A561799}"/>
          </ac:spMkLst>
        </pc:spChg>
      </pc:sldChg>
      <pc:sldChg chg="addSp delSp modSp add mod">
        <pc:chgData name="Yu Mao (SDS,118010224)" userId="1bbae264-552e-41b8-9f18-7e823f2686ac" providerId="ADAL" clId="{42D7EC03-9693-5841-8777-448DDBD84D20}" dt="2026-03-04T08:43:46.320" v="16382" actId="20577"/>
        <pc:sldMkLst>
          <pc:docMk/>
          <pc:sldMk cId="805471461" sldId="580"/>
        </pc:sldMkLst>
        <pc:spChg chg="del mod">
          <ac:chgData name="Yu Mao (SDS,118010224)" userId="1bbae264-552e-41b8-9f18-7e823f2686ac" providerId="ADAL" clId="{42D7EC03-9693-5841-8777-448DDBD84D20}" dt="2026-03-04T04:35:44.924" v="10048" actId="478"/>
          <ac:spMkLst>
            <pc:docMk/>
            <pc:sldMk cId="805471461" sldId="580"/>
            <ac:spMk id="2" creationId="{18DF5859-E02E-A2EF-B5CA-FA65ADF0804D}"/>
          </ac:spMkLst>
        </pc:spChg>
        <pc:spChg chg="mod">
          <ac:chgData name="Yu Mao (SDS,118010224)" userId="1bbae264-552e-41b8-9f18-7e823f2686ac" providerId="ADAL" clId="{42D7EC03-9693-5841-8777-448DDBD84D20}" dt="2026-03-04T08:43:46.320" v="16382" actId="20577"/>
          <ac:spMkLst>
            <pc:docMk/>
            <pc:sldMk cId="805471461" sldId="580"/>
            <ac:spMk id="5" creationId="{9E04C8E9-6229-876F-7E7E-10D9CC4455A4}"/>
          </ac:spMkLst>
        </pc:spChg>
        <pc:spChg chg="del mod">
          <ac:chgData name="Yu Mao (SDS,118010224)" userId="1bbae264-552e-41b8-9f18-7e823f2686ac" providerId="ADAL" clId="{42D7EC03-9693-5841-8777-448DDBD84D20}" dt="2026-03-04T04:36:24.308" v="10062" actId="478"/>
          <ac:spMkLst>
            <pc:docMk/>
            <pc:sldMk cId="805471461" sldId="580"/>
            <ac:spMk id="7" creationId="{D45A1C34-91DA-319A-6E32-7EBEC6904702}"/>
          </ac:spMkLst>
        </pc:spChg>
        <pc:spChg chg="add mod">
          <ac:chgData name="Yu Mao (SDS,118010224)" userId="1bbae264-552e-41b8-9f18-7e823f2686ac" providerId="ADAL" clId="{42D7EC03-9693-5841-8777-448DDBD84D20}" dt="2026-03-04T04:33:23.999" v="9964" actId="1076"/>
          <ac:spMkLst>
            <pc:docMk/>
            <pc:sldMk cId="805471461" sldId="580"/>
            <ac:spMk id="8" creationId="{25BB0A57-8DCF-0D86-137A-E1DF92556210}"/>
          </ac:spMkLst>
        </pc:spChg>
        <pc:spChg chg="mod">
          <ac:chgData name="Yu Mao (SDS,118010224)" userId="1bbae264-552e-41b8-9f18-7e823f2686ac" providerId="ADAL" clId="{42D7EC03-9693-5841-8777-448DDBD84D20}" dt="2026-03-04T04:49:03.437" v="10357" actId="20577"/>
          <ac:spMkLst>
            <pc:docMk/>
            <pc:sldMk cId="805471461" sldId="580"/>
            <ac:spMk id="9" creationId="{B9BB2E97-B0DF-4FDE-BE1B-4EB8E5EFDC05}"/>
          </ac:spMkLst>
        </pc:spChg>
        <pc:spChg chg="add mod">
          <ac:chgData name="Yu Mao (SDS,118010224)" userId="1bbae264-552e-41b8-9f18-7e823f2686ac" providerId="ADAL" clId="{42D7EC03-9693-5841-8777-448DDBD84D20}" dt="2026-03-04T06:15:20.673" v="12580" actId="1038"/>
          <ac:spMkLst>
            <pc:docMk/>
            <pc:sldMk cId="805471461" sldId="580"/>
            <ac:spMk id="10" creationId="{CBDA5048-E0F8-A7F2-A2C4-795C346EFBC0}"/>
          </ac:spMkLst>
        </pc:spChg>
        <pc:spChg chg="add mod">
          <ac:chgData name="Yu Mao (SDS,118010224)" userId="1bbae264-552e-41b8-9f18-7e823f2686ac" providerId="ADAL" clId="{42D7EC03-9693-5841-8777-448DDBD84D20}" dt="2026-03-04T04:40:37.674" v="10180" actId="1076"/>
          <ac:spMkLst>
            <pc:docMk/>
            <pc:sldMk cId="805471461" sldId="580"/>
            <ac:spMk id="11" creationId="{D2946EC8-C26A-04B6-3793-197A45A38E85}"/>
          </ac:spMkLst>
        </pc:spChg>
        <pc:spChg chg="del mod">
          <ac:chgData name="Yu Mao (SDS,118010224)" userId="1bbae264-552e-41b8-9f18-7e823f2686ac" providerId="ADAL" clId="{42D7EC03-9693-5841-8777-448DDBD84D20}" dt="2026-03-04T04:36:00.916" v="10055" actId="478"/>
          <ac:spMkLst>
            <pc:docMk/>
            <pc:sldMk cId="805471461" sldId="580"/>
            <ac:spMk id="12" creationId="{7754DF59-8C74-F42B-D77A-E125757EB0B2}"/>
          </ac:spMkLst>
        </pc:spChg>
        <pc:spChg chg="del mod">
          <ac:chgData name="Yu Mao (SDS,118010224)" userId="1bbae264-552e-41b8-9f18-7e823f2686ac" providerId="ADAL" clId="{42D7EC03-9693-5841-8777-448DDBD84D20}" dt="2026-03-04T04:40:28.976" v="10178" actId="478"/>
          <ac:spMkLst>
            <pc:docMk/>
            <pc:sldMk cId="805471461" sldId="580"/>
            <ac:spMk id="13" creationId="{EA068D9D-D91F-82EF-C21A-30380331DD9D}"/>
          </ac:spMkLst>
        </pc:spChg>
        <pc:spChg chg="add mod">
          <ac:chgData name="Yu Mao (SDS,118010224)" userId="1bbae264-552e-41b8-9f18-7e823f2686ac" providerId="ADAL" clId="{42D7EC03-9693-5841-8777-448DDBD84D20}" dt="2026-03-04T04:40:57.735" v="10186" actId="166"/>
          <ac:spMkLst>
            <pc:docMk/>
            <pc:sldMk cId="805471461" sldId="580"/>
            <ac:spMk id="14" creationId="{0F0A8C25-C2C9-2F77-7A53-8AA783A42EA3}"/>
          </ac:spMkLst>
        </pc:spChg>
        <pc:spChg chg="add mod">
          <ac:chgData name="Yu Mao (SDS,118010224)" userId="1bbae264-552e-41b8-9f18-7e823f2686ac" providerId="ADAL" clId="{42D7EC03-9693-5841-8777-448DDBD84D20}" dt="2026-03-04T04:41:02.443" v="10187" actId="166"/>
          <ac:spMkLst>
            <pc:docMk/>
            <pc:sldMk cId="805471461" sldId="580"/>
            <ac:spMk id="16" creationId="{FE516600-AC44-3B72-FE17-8D69392A6FBE}"/>
          </ac:spMkLst>
        </pc:spChg>
        <pc:spChg chg="del mod">
          <ac:chgData name="Yu Mao (SDS,118010224)" userId="1bbae264-552e-41b8-9f18-7e823f2686ac" providerId="ADAL" clId="{42D7EC03-9693-5841-8777-448DDBD84D20}" dt="2026-03-04T04:40:30.558" v="10179" actId="478"/>
          <ac:spMkLst>
            <pc:docMk/>
            <pc:sldMk cId="805471461" sldId="580"/>
            <ac:spMk id="20" creationId="{3298D65F-63DB-8561-633E-65A3A29113F2}"/>
          </ac:spMkLst>
        </pc:spChg>
        <pc:spChg chg="mod">
          <ac:chgData name="Yu Mao (SDS,118010224)" userId="1bbae264-552e-41b8-9f18-7e823f2686ac" providerId="ADAL" clId="{42D7EC03-9693-5841-8777-448DDBD84D20}" dt="2026-03-04T04:49:11.661" v="10358" actId="1076"/>
          <ac:spMkLst>
            <pc:docMk/>
            <pc:sldMk cId="805471461" sldId="580"/>
            <ac:spMk id="21" creationId="{82D1C7FD-92D9-FABA-BB6A-33520DFFD660}"/>
          </ac:spMkLst>
        </pc:spChg>
        <pc:spChg chg="mod">
          <ac:chgData name="Yu Mao (SDS,118010224)" userId="1bbae264-552e-41b8-9f18-7e823f2686ac" providerId="ADAL" clId="{42D7EC03-9693-5841-8777-448DDBD84D20}" dt="2026-03-04T05:36:26.023" v="11262" actId="20577"/>
          <ac:spMkLst>
            <pc:docMk/>
            <pc:sldMk cId="805471461" sldId="580"/>
            <ac:spMk id="23" creationId="{C3A304E7-2BA3-A405-C97A-A76C8B9E695E}"/>
          </ac:spMkLst>
        </pc:spChg>
        <pc:spChg chg="add mod">
          <ac:chgData name="Yu Mao (SDS,118010224)" userId="1bbae264-552e-41b8-9f18-7e823f2686ac" providerId="ADAL" clId="{42D7EC03-9693-5841-8777-448DDBD84D20}" dt="2026-03-04T04:40:14.500" v="10174" actId="1076"/>
          <ac:spMkLst>
            <pc:docMk/>
            <pc:sldMk cId="805471461" sldId="580"/>
            <ac:spMk id="45" creationId="{55C0B940-CF36-F809-A9C8-DEECC0945BE5}"/>
          </ac:spMkLst>
        </pc:spChg>
        <pc:spChg chg="add mod">
          <ac:chgData name="Yu Mao (SDS,118010224)" userId="1bbae264-552e-41b8-9f18-7e823f2686ac" providerId="ADAL" clId="{42D7EC03-9693-5841-8777-448DDBD84D20}" dt="2026-03-04T04:49:14.758" v="10359" actId="1076"/>
          <ac:spMkLst>
            <pc:docMk/>
            <pc:sldMk cId="805471461" sldId="580"/>
            <ac:spMk id="46" creationId="{B1394878-6BD5-1BF5-F546-77AFF6619B71}"/>
          </ac:spMkLst>
        </pc:spChg>
        <pc:spChg chg="add mod">
          <ac:chgData name="Yu Mao (SDS,118010224)" userId="1bbae264-552e-41b8-9f18-7e823f2686ac" providerId="ADAL" clId="{42D7EC03-9693-5841-8777-448DDBD84D20}" dt="2026-03-04T04:40:52.154" v="10185" actId="1076"/>
          <ac:spMkLst>
            <pc:docMk/>
            <pc:sldMk cId="805471461" sldId="580"/>
            <ac:spMk id="47" creationId="{F62D8B63-6C1E-B2AC-9F3E-4875885AFA7B}"/>
          </ac:spMkLst>
        </pc:spChg>
        <pc:spChg chg="add mod">
          <ac:chgData name="Yu Mao (SDS,118010224)" userId="1bbae264-552e-41b8-9f18-7e823f2686ac" providerId="ADAL" clId="{42D7EC03-9693-5841-8777-448DDBD84D20}" dt="2026-03-04T04:41:06.195" v="10188" actId="207"/>
          <ac:spMkLst>
            <pc:docMk/>
            <pc:sldMk cId="805471461" sldId="580"/>
            <ac:spMk id="48" creationId="{D773B452-D847-00E6-FE9F-18059BD5C602}"/>
          </ac:spMkLst>
        </pc:spChg>
        <pc:cxnChg chg="mod">
          <ac:chgData name="Yu Mao (SDS,118010224)" userId="1bbae264-552e-41b8-9f18-7e823f2686ac" providerId="ADAL" clId="{42D7EC03-9693-5841-8777-448DDBD84D20}" dt="2026-03-04T06:15:20.673" v="12580" actId="1038"/>
          <ac:cxnSpMkLst>
            <pc:docMk/>
            <pc:sldMk cId="805471461" sldId="580"/>
            <ac:cxnSpMk id="15" creationId="{39BB79BD-CDEE-718C-A78F-CC72FDE591A1}"/>
          </ac:cxnSpMkLst>
        </pc:cxnChg>
        <pc:cxnChg chg="mod">
          <ac:chgData name="Yu Mao (SDS,118010224)" userId="1bbae264-552e-41b8-9f18-7e823f2686ac" providerId="ADAL" clId="{42D7EC03-9693-5841-8777-448DDBD84D20}" dt="2026-03-04T06:15:20.673" v="12580" actId="1038"/>
          <ac:cxnSpMkLst>
            <pc:docMk/>
            <pc:sldMk cId="805471461" sldId="580"/>
            <ac:cxnSpMk id="17" creationId="{BB422F34-5A09-FAE8-5962-5B63246C8EE9}"/>
          </ac:cxnSpMkLst>
        </pc:cxnChg>
        <pc:cxnChg chg="add mod">
          <ac:chgData name="Yu Mao (SDS,118010224)" userId="1bbae264-552e-41b8-9f18-7e823f2686ac" providerId="ADAL" clId="{42D7EC03-9693-5841-8777-448DDBD84D20}" dt="2026-03-04T04:40:23.060" v="10176" actId="1076"/>
          <ac:cxnSpMkLst>
            <pc:docMk/>
            <pc:sldMk cId="805471461" sldId="580"/>
            <ac:cxnSpMk id="18" creationId="{4372E1E1-8B36-9A12-B787-E29E49C4B708}"/>
          </ac:cxnSpMkLst>
        </pc:cxnChg>
        <pc:cxnChg chg="add mod">
          <ac:chgData name="Yu Mao (SDS,118010224)" userId="1bbae264-552e-41b8-9f18-7e823f2686ac" providerId="ADAL" clId="{42D7EC03-9693-5841-8777-448DDBD84D20}" dt="2026-03-04T04:40:23.060" v="10176" actId="1076"/>
          <ac:cxnSpMkLst>
            <pc:docMk/>
            <pc:sldMk cId="805471461" sldId="580"/>
            <ac:cxnSpMk id="26" creationId="{D31C4A94-17F1-C96F-D94E-A9F0CECF9CC7}"/>
          </ac:cxnSpMkLst>
        </pc:cxnChg>
      </pc:sldChg>
      <pc:sldChg chg="addSp delSp modSp add mod">
        <pc:chgData name="Yu Mao (SDS,118010224)" userId="1bbae264-552e-41b8-9f18-7e823f2686ac" providerId="ADAL" clId="{42D7EC03-9693-5841-8777-448DDBD84D20}" dt="2026-03-04T08:43:41.160" v="16378" actId="20577"/>
        <pc:sldMkLst>
          <pc:docMk/>
          <pc:sldMk cId="3886446133" sldId="581"/>
        </pc:sldMkLst>
        <pc:spChg chg="mod">
          <ac:chgData name="Yu Mao (SDS,118010224)" userId="1bbae264-552e-41b8-9f18-7e823f2686ac" providerId="ADAL" clId="{42D7EC03-9693-5841-8777-448DDBD84D20}" dt="2026-03-04T08:43:41.160" v="16378" actId="20577"/>
          <ac:spMkLst>
            <pc:docMk/>
            <pc:sldMk cId="3886446133" sldId="581"/>
            <ac:spMk id="5" creationId="{08D172C3-78EE-1C37-4CAA-DB6680E9E692}"/>
          </ac:spMkLst>
        </pc:spChg>
        <pc:spChg chg="add del mod">
          <ac:chgData name="Yu Mao (SDS,118010224)" userId="1bbae264-552e-41b8-9f18-7e823f2686ac" providerId="ADAL" clId="{42D7EC03-9693-5841-8777-448DDBD84D20}" dt="2026-03-04T08:15:16.199" v="15969" actId="478"/>
          <ac:spMkLst>
            <pc:docMk/>
            <pc:sldMk cId="3886446133" sldId="581"/>
            <ac:spMk id="6" creationId="{769E4ECB-C911-68F9-1E21-366B1730ED9F}"/>
          </ac:spMkLst>
        </pc:spChg>
        <pc:spChg chg="add mod">
          <ac:chgData name="Yu Mao (SDS,118010224)" userId="1bbae264-552e-41b8-9f18-7e823f2686ac" providerId="ADAL" clId="{42D7EC03-9693-5841-8777-448DDBD84D20}" dt="2026-03-04T08:39:21.619" v="16313" actId="20577"/>
          <ac:spMkLst>
            <pc:docMk/>
            <pc:sldMk cId="3886446133" sldId="581"/>
            <ac:spMk id="7" creationId="{80CDFC79-9BC1-7BCF-56E0-63ECBBDF225D}"/>
          </ac:spMkLst>
        </pc:spChg>
        <pc:spChg chg="mod">
          <ac:chgData name="Yu Mao (SDS,118010224)" userId="1bbae264-552e-41b8-9f18-7e823f2686ac" providerId="ADAL" clId="{42D7EC03-9693-5841-8777-448DDBD84D20}" dt="2026-03-04T06:15:56.914" v="12582" actId="20577"/>
          <ac:spMkLst>
            <pc:docMk/>
            <pc:sldMk cId="3886446133" sldId="581"/>
            <ac:spMk id="9" creationId="{95C4E50D-EA89-E691-8BD4-0951B8084FFD}"/>
          </ac:spMkLst>
        </pc:spChg>
        <pc:spChg chg="del">
          <ac:chgData name="Yu Mao (SDS,118010224)" userId="1bbae264-552e-41b8-9f18-7e823f2686ac" providerId="ADAL" clId="{42D7EC03-9693-5841-8777-448DDBD84D20}" dt="2026-03-04T04:54:57.458" v="10519" actId="478"/>
          <ac:spMkLst>
            <pc:docMk/>
            <pc:sldMk cId="3886446133" sldId="581"/>
            <ac:spMk id="10" creationId="{3E3A6FA0-634F-1748-1843-E52DF47E2013}"/>
          </ac:spMkLst>
        </pc:spChg>
        <pc:spChg chg="del">
          <ac:chgData name="Yu Mao (SDS,118010224)" userId="1bbae264-552e-41b8-9f18-7e823f2686ac" providerId="ADAL" clId="{42D7EC03-9693-5841-8777-448DDBD84D20}" dt="2026-03-04T04:54:57.458" v="10519" actId="478"/>
          <ac:spMkLst>
            <pc:docMk/>
            <pc:sldMk cId="3886446133" sldId="581"/>
            <ac:spMk id="11" creationId="{DF4B9B67-05E6-7714-DB33-734B1E613DC9}"/>
          </ac:spMkLst>
        </pc:spChg>
        <pc:spChg chg="del">
          <ac:chgData name="Yu Mao (SDS,118010224)" userId="1bbae264-552e-41b8-9f18-7e823f2686ac" providerId="ADAL" clId="{42D7EC03-9693-5841-8777-448DDBD84D20}" dt="2026-03-04T04:54:57.458" v="10519" actId="478"/>
          <ac:spMkLst>
            <pc:docMk/>
            <pc:sldMk cId="3886446133" sldId="581"/>
            <ac:spMk id="14" creationId="{404FE284-307A-7960-F38B-2E31935832B1}"/>
          </ac:spMkLst>
        </pc:spChg>
        <pc:spChg chg="del">
          <ac:chgData name="Yu Mao (SDS,118010224)" userId="1bbae264-552e-41b8-9f18-7e823f2686ac" providerId="ADAL" clId="{42D7EC03-9693-5841-8777-448DDBD84D20}" dt="2026-03-04T04:54:57.458" v="10519" actId="478"/>
          <ac:spMkLst>
            <pc:docMk/>
            <pc:sldMk cId="3886446133" sldId="581"/>
            <ac:spMk id="16" creationId="{E5F6B9CB-02D1-14C7-9AE2-1252C1E5009A}"/>
          </ac:spMkLst>
        </pc:spChg>
        <pc:spChg chg="del">
          <ac:chgData name="Yu Mao (SDS,118010224)" userId="1bbae264-552e-41b8-9f18-7e823f2686ac" providerId="ADAL" clId="{42D7EC03-9693-5841-8777-448DDBD84D20}" dt="2026-03-04T04:54:57.458" v="10519" actId="478"/>
          <ac:spMkLst>
            <pc:docMk/>
            <pc:sldMk cId="3886446133" sldId="581"/>
            <ac:spMk id="21" creationId="{A3A2D848-E0E3-3BA8-938D-316A4F28B3B4}"/>
          </ac:spMkLst>
        </pc:spChg>
        <pc:spChg chg="del">
          <ac:chgData name="Yu Mao (SDS,118010224)" userId="1bbae264-552e-41b8-9f18-7e823f2686ac" providerId="ADAL" clId="{42D7EC03-9693-5841-8777-448DDBD84D20}" dt="2026-03-04T04:54:57.458" v="10519" actId="478"/>
          <ac:spMkLst>
            <pc:docMk/>
            <pc:sldMk cId="3886446133" sldId="581"/>
            <ac:spMk id="23" creationId="{8F96C9B2-F868-8EE0-B330-4F9CB067FBFF}"/>
          </ac:spMkLst>
        </pc:spChg>
        <pc:spChg chg="del">
          <ac:chgData name="Yu Mao (SDS,118010224)" userId="1bbae264-552e-41b8-9f18-7e823f2686ac" providerId="ADAL" clId="{42D7EC03-9693-5841-8777-448DDBD84D20}" dt="2026-03-04T04:54:57.458" v="10519" actId="478"/>
          <ac:spMkLst>
            <pc:docMk/>
            <pc:sldMk cId="3886446133" sldId="581"/>
            <ac:spMk id="45" creationId="{A674FBBF-303A-B050-78BB-FEA727F2A854}"/>
          </ac:spMkLst>
        </pc:spChg>
        <pc:spChg chg="del">
          <ac:chgData name="Yu Mao (SDS,118010224)" userId="1bbae264-552e-41b8-9f18-7e823f2686ac" providerId="ADAL" clId="{42D7EC03-9693-5841-8777-448DDBD84D20}" dt="2026-03-04T04:54:57.458" v="10519" actId="478"/>
          <ac:spMkLst>
            <pc:docMk/>
            <pc:sldMk cId="3886446133" sldId="581"/>
            <ac:spMk id="46" creationId="{6E16C1A7-C3BF-3C22-91FD-1D09DD488119}"/>
          </ac:spMkLst>
        </pc:spChg>
        <pc:spChg chg="del">
          <ac:chgData name="Yu Mao (SDS,118010224)" userId="1bbae264-552e-41b8-9f18-7e823f2686ac" providerId="ADAL" clId="{42D7EC03-9693-5841-8777-448DDBD84D20}" dt="2026-03-04T04:54:57.458" v="10519" actId="478"/>
          <ac:spMkLst>
            <pc:docMk/>
            <pc:sldMk cId="3886446133" sldId="581"/>
            <ac:spMk id="47" creationId="{D18BA7B1-1E5A-F765-1871-02966DC36A32}"/>
          </ac:spMkLst>
        </pc:spChg>
        <pc:spChg chg="del">
          <ac:chgData name="Yu Mao (SDS,118010224)" userId="1bbae264-552e-41b8-9f18-7e823f2686ac" providerId="ADAL" clId="{42D7EC03-9693-5841-8777-448DDBD84D20}" dt="2026-03-04T04:54:57.458" v="10519" actId="478"/>
          <ac:spMkLst>
            <pc:docMk/>
            <pc:sldMk cId="3886446133" sldId="581"/>
            <ac:spMk id="48" creationId="{EED22985-2D9E-7A42-CBDC-64D37670A716}"/>
          </ac:spMkLst>
        </pc:spChg>
        <pc:picChg chg="add mod">
          <ac:chgData name="Yu Mao (SDS,118010224)" userId="1bbae264-552e-41b8-9f18-7e823f2686ac" providerId="ADAL" clId="{42D7EC03-9693-5841-8777-448DDBD84D20}" dt="2026-03-04T05:00:03.653" v="10673" actId="1076"/>
          <ac:picMkLst>
            <pc:docMk/>
            <pc:sldMk cId="3886446133" sldId="581"/>
            <ac:picMk id="2" creationId="{E3DEF061-369D-163B-58E8-4064C5A69D51}"/>
          </ac:picMkLst>
        </pc:picChg>
        <pc:picChg chg="add mod">
          <ac:chgData name="Yu Mao (SDS,118010224)" userId="1bbae264-552e-41b8-9f18-7e823f2686ac" providerId="ADAL" clId="{42D7EC03-9693-5841-8777-448DDBD84D20}" dt="2026-03-04T04:56:14.796" v="10592" actId="1036"/>
          <ac:picMkLst>
            <pc:docMk/>
            <pc:sldMk cId="3886446133" sldId="581"/>
            <ac:picMk id="3" creationId="{F9CBB7E5-7F05-D58F-C0A9-D3A9876E07EF}"/>
          </ac:picMkLst>
        </pc:picChg>
      </pc:sldChg>
      <pc:sldChg chg="addSp delSp modSp add mod">
        <pc:chgData name="Yu Mao (SDS,118010224)" userId="1bbae264-552e-41b8-9f18-7e823f2686ac" providerId="ADAL" clId="{42D7EC03-9693-5841-8777-448DDBD84D20}" dt="2026-03-04T08:43:37.870" v="16376" actId="20577"/>
        <pc:sldMkLst>
          <pc:docMk/>
          <pc:sldMk cId="1046108302" sldId="582"/>
        </pc:sldMkLst>
        <pc:spChg chg="mod">
          <ac:chgData name="Yu Mao (SDS,118010224)" userId="1bbae264-552e-41b8-9f18-7e823f2686ac" providerId="ADAL" clId="{42D7EC03-9693-5841-8777-448DDBD84D20}" dt="2026-03-04T08:43:37.870" v="16376" actId="20577"/>
          <ac:spMkLst>
            <pc:docMk/>
            <pc:sldMk cId="1046108302" sldId="582"/>
            <ac:spMk id="5" creationId="{4D2F20C8-2A08-EA88-5642-0A3878B9DCDA}"/>
          </ac:spMkLst>
        </pc:spChg>
        <pc:spChg chg="del mod">
          <ac:chgData name="Yu Mao (SDS,118010224)" userId="1bbae264-552e-41b8-9f18-7e823f2686ac" providerId="ADAL" clId="{42D7EC03-9693-5841-8777-448DDBD84D20}" dt="2026-03-04T08:15:12.088" v="15967" actId="478"/>
          <ac:spMkLst>
            <pc:docMk/>
            <pc:sldMk cId="1046108302" sldId="582"/>
            <ac:spMk id="6" creationId="{401E1A24-3EA0-D9A8-394F-F924115866BF}"/>
          </ac:spMkLst>
        </pc:spChg>
        <pc:spChg chg="mod">
          <ac:chgData name="Yu Mao (SDS,118010224)" userId="1bbae264-552e-41b8-9f18-7e823f2686ac" providerId="ADAL" clId="{42D7EC03-9693-5841-8777-448DDBD84D20}" dt="2026-03-04T04:56:41.391" v="10620" actId="20577"/>
          <ac:spMkLst>
            <pc:docMk/>
            <pc:sldMk cId="1046108302" sldId="582"/>
            <ac:spMk id="9" creationId="{127217A6-EA9E-58CC-069F-D7FEC12B8204}"/>
          </ac:spMkLst>
        </pc:spChg>
        <pc:spChg chg="add mod">
          <ac:chgData name="Yu Mao (SDS,118010224)" userId="1bbae264-552e-41b8-9f18-7e823f2686ac" providerId="ADAL" clId="{42D7EC03-9693-5841-8777-448DDBD84D20}" dt="2026-03-04T04:59:25.576" v="10662" actId="14100"/>
          <ac:spMkLst>
            <pc:docMk/>
            <pc:sldMk cId="1046108302" sldId="582"/>
            <ac:spMk id="13" creationId="{66AB4573-C6BF-95C6-7365-AC110FAC53D8}"/>
          </ac:spMkLst>
        </pc:spChg>
        <pc:spChg chg="add mod">
          <ac:chgData name="Yu Mao (SDS,118010224)" userId="1bbae264-552e-41b8-9f18-7e823f2686ac" providerId="ADAL" clId="{42D7EC03-9693-5841-8777-448DDBD84D20}" dt="2026-03-04T04:59:35.056" v="10668" actId="1076"/>
          <ac:spMkLst>
            <pc:docMk/>
            <pc:sldMk cId="1046108302" sldId="582"/>
            <ac:spMk id="14" creationId="{7C344415-18C3-6977-F9E4-5A13EDD906BA}"/>
          </ac:spMkLst>
        </pc:spChg>
        <pc:spChg chg="add mod">
          <ac:chgData name="Yu Mao (SDS,118010224)" userId="1bbae264-552e-41b8-9f18-7e823f2686ac" providerId="ADAL" clId="{42D7EC03-9693-5841-8777-448DDBD84D20}" dt="2026-03-04T08:39:30.591" v="16316" actId="20577"/>
          <ac:spMkLst>
            <pc:docMk/>
            <pc:sldMk cId="1046108302" sldId="582"/>
            <ac:spMk id="15" creationId="{B1DD9BA6-E93E-2E05-399F-849D366303CB}"/>
          </ac:spMkLst>
        </pc:spChg>
        <pc:picChg chg="del">
          <ac:chgData name="Yu Mao (SDS,118010224)" userId="1bbae264-552e-41b8-9f18-7e823f2686ac" providerId="ADAL" clId="{42D7EC03-9693-5841-8777-448DDBD84D20}" dt="2026-03-04T04:57:03.259" v="10621" actId="478"/>
          <ac:picMkLst>
            <pc:docMk/>
            <pc:sldMk cId="1046108302" sldId="582"/>
            <ac:picMk id="2" creationId="{74C7D2E9-BA96-53C2-3C17-A6449245620D}"/>
          </ac:picMkLst>
        </pc:picChg>
        <pc:picChg chg="add del mod">
          <ac:chgData name="Yu Mao (SDS,118010224)" userId="1bbae264-552e-41b8-9f18-7e823f2686ac" providerId="ADAL" clId="{42D7EC03-9693-5841-8777-448DDBD84D20}" dt="2026-03-04T04:57:40.224" v="10630" actId="478"/>
          <ac:picMkLst>
            <pc:docMk/>
            <pc:sldMk cId="1046108302" sldId="582"/>
            <ac:picMk id="7" creationId="{629AB80C-302D-092D-97AF-BCABBACDB090}"/>
          </ac:picMkLst>
        </pc:picChg>
        <pc:picChg chg="add del mod">
          <ac:chgData name="Yu Mao (SDS,118010224)" userId="1bbae264-552e-41b8-9f18-7e823f2686ac" providerId="ADAL" clId="{42D7EC03-9693-5841-8777-448DDBD84D20}" dt="2026-03-04T04:58:00.003" v="10636" actId="478"/>
          <ac:picMkLst>
            <pc:docMk/>
            <pc:sldMk cId="1046108302" sldId="582"/>
            <ac:picMk id="8" creationId="{7EC1178D-4192-F709-A451-37CEFF42E005}"/>
          </ac:picMkLst>
        </pc:picChg>
        <pc:picChg chg="add mod modCrop">
          <ac:chgData name="Yu Mao (SDS,118010224)" userId="1bbae264-552e-41b8-9f18-7e823f2686ac" providerId="ADAL" clId="{42D7EC03-9693-5841-8777-448DDBD84D20}" dt="2026-03-04T04:59:22.356" v="10661" actId="1076"/>
          <ac:picMkLst>
            <pc:docMk/>
            <pc:sldMk cId="1046108302" sldId="582"/>
            <ac:picMk id="10" creationId="{3D829A62-C98A-B6D3-C732-A1D6C308FEC2}"/>
          </ac:picMkLst>
        </pc:picChg>
        <pc:picChg chg="add mod">
          <ac:chgData name="Yu Mao (SDS,118010224)" userId="1bbae264-552e-41b8-9f18-7e823f2686ac" providerId="ADAL" clId="{42D7EC03-9693-5841-8777-448DDBD84D20}" dt="2026-03-04T04:59:22.356" v="10661" actId="1076"/>
          <ac:picMkLst>
            <pc:docMk/>
            <pc:sldMk cId="1046108302" sldId="582"/>
            <ac:picMk id="11" creationId="{44BAB6C4-DC00-3F82-1685-0DF3508613A5}"/>
          </ac:picMkLst>
        </pc:picChg>
        <pc:picChg chg="add mod">
          <ac:chgData name="Yu Mao (SDS,118010224)" userId="1bbae264-552e-41b8-9f18-7e823f2686ac" providerId="ADAL" clId="{42D7EC03-9693-5841-8777-448DDBD84D20}" dt="2026-03-04T04:59:43.790" v="10671" actId="1076"/>
          <ac:picMkLst>
            <pc:docMk/>
            <pc:sldMk cId="1046108302" sldId="582"/>
            <ac:picMk id="12" creationId="{37154256-59BE-750E-2EDF-FCB7EC2C11DC}"/>
          </ac:picMkLst>
        </pc:picChg>
      </pc:sldChg>
      <pc:sldChg chg="addSp delSp modSp add mod">
        <pc:chgData name="Yu Mao (SDS,118010224)" userId="1bbae264-552e-41b8-9f18-7e823f2686ac" providerId="ADAL" clId="{42D7EC03-9693-5841-8777-448DDBD84D20}" dt="2026-03-04T08:43:35.195" v="16374" actId="20577"/>
        <pc:sldMkLst>
          <pc:docMk/>
          <pc:sldMk cId="3565460814" sldId="583"/>
        </pc:sldMkLst>
        <pc:spChg chg="mod">
          <ac:chgData name="Yu Mao (SDS,118010224)" userId="1bbae264-552e-41b8-9f18-7e823f2686ac" providerId="ADAL" clId="{42D7EC03-9693-5841-8777-448DDBD84D20}" dt="2026-03-04T08:43:35.195" v="16374" actId="20577"/>
          <ac:spMkLst>
            <pc:docMk/>
            <pc:sldMk cId="3565460814" sldId="583"/>
            <ac:spMk id="5" creationId="{A01CBE0E-BE27-0257-13D8-913973A01E39}"/>
          </ac:spMkLst>
        </pc:spChg>
        <pc:spChg chg="mod">
          <ac:chgData name="Yu Mao (SDS,118010224)" userId="1bbae264-552e-41b8-9f18-7e823f2686ac" providerId="ADAL" clId="{42D7EC03-9693-5841-8777-448DDBD84D20}" dt="2026-03-04T08:39:34.780" v="16319" actId="20577"/>
          <ac:spMkLst>
            <pc:docMk/>
            <pc:sldMk cId="3565460814" sldId="583"/>
            <ac:spMk id="6" creationId="{0701B884-73DD-4C3F-9625-CB5C3B854006}"/>
          </ac:spMkLst>
        </pc:spChg>
        <pc:spChg chg="add mod">
          <ac:chgData name="Yu Mao (SDS,118010224)" userId="1bbae264-552e-41b8-9f18-7e823f2686ac" providerId="ADAL" clId="{42D7EC03-9693-5841-8777-448DDBD84D20}" dt="2026-03-04T05:03:14.692" v="10749" actId="1035"/>
          <ac:spMkLst>
            <pc:docMk/>
            <pc:sldMk cId="3565460814" sldId="583"/>
            <ac:spMk id="7" creationId="{1628A428-49A8-C6D5-548B-EE3D5199DB86}"/>
          </ac:spMkLst>
        </pc:spChg>
        <pc:spChg chg="mod">
          <ac:chgData name="Yu Mao (SDS,118010224)" userId="1bbae264-552e-41b8-9f18-7e823f2686ac" providerId="ADAL" clId="{42D7EC03-9693-5841-8777-448DDBD84D20}" dt="2026-03-04T05:02:14.806" v="10725" actId="1076"/>
          <ac:spMkLst>
            <pc:docMk/>
            <pc:sldMk cId="3565460814" sldId="583"/>
            <ac:spMk id="9" creationId="{86D74CFD-121C-771C-8A68-C4F10D1F425F}"/>
          </ac:spMkLst>
        </pc:spChg>
        <pc:spChg chg="del">
          <ac:chgData name="Yu Mao (SDS,118010224)" userId="1bbae264-552e-41b8-9f18-7e823f2686ac" providerId="ADAL" clId="{42D7EC03-9693-5841-8777-448DDBD84D20}" dt="2026-03-04T05:01:10.957" v="10690" actId="478"/>
          <ac:spMkLst>
            <pc:docMk/>
            <pc:sldMk cId="3565460814" sldId="583"/>
            <ac:spMk id="13" creationId="{9678CA7E-1EF3-E984-A1DA-8D8D5FFB7BD5}"/>
          </ac:spMkLst>
        </pc:spChg>
        <pc:spChg chg="del">
          <ac:chgData name="Yu Mao (SDS,118010224)" userId="1bbae264-552e-41b8-9f18-7e823f2686ac" providerId="ADAL" clId="{42D7EC03-9693-5841-8777-448DDBD84D20}" dt="2026-03-04T05:01:10.957" v="10690" actId="478"/>
          <ac:spMkLst>
            <pc:docMk/>
            <pc:sldMk cId="3565460814" sldId="583"/>
            <ac:spMk id="14" creationId="{E1745C5B-C8CC-3720-CD89-BDDE8EFEC4F2}"/>
          </ac:spMkLst>
        </pc:spChg>
        <pc:picChg chg="add mod">
          <ac:chgData name="Yu Mao (SDS,118010224)" userId="1bbae264-552e-41b8-9f18-7e823f2686ac" providerId="ADAL" clId="{42D7EC03-9693-5841-8777-448DDBD84D20}" dt="2026-03-04T05:01:14.307" v="10691" actId="1076"/>
          <ac:picMkLst>
            <pc:docMk/>
            <pc:sldMk cId="3565460814" sldId="583"/>
            <ac:picMk id="2" creationId="{5AF6DBDD-04C5-D6C2-656C-272ED44A2A51}"/>
          </ac:picMkLst>
        </pc:picChg>
        <pc:picChg chg="add mod">
          <ac:chgData name="Yu Mao (SDS,118010224)" userId="1bbae264-552e-41b8-9f18-7e823f2686ac" providerId="ADAL" clId="{42D7EC03-9693-5841-8777-448DDBD84D20}" dt="2026-03-04T05:03:17.159" v="10750" actId="1076"/>
          <ac:picMkLst>
            <pc:docMk/>
            <pc:sldMk cId="3565460814" sldId="583"/>
            <ac:picMk id="8" creationId="{E2853544-38CC-BD53-6B73-DB101ECA64B0}"/>
          </ac:picMkLst>
        </pc:picChg>
        <pc:picChg chg="del">
          <ac:chgData name="Yu Mao (SDS,118010224)" userId="1bbae264-552e-41b8-9f18-7e823f2686ac" providerId="ADAL" clId="{42D7EC03-9693-5841-8777-448DDBD84D20}" dt="2026-03-04T05:01:04.309" v="10687" actId="478"/>
          <ac:picMkLst>
            <pc:docMk/>
            <pc:sldMk cId="3565460814" sldId="583"/>
            <ac:picMk id="10" creationId="{179A045A-B288-878B-C423-DCED8252055C}"/>
          </ac:picMkLst>
        </pc:picChg>
        <pc:picChg chg="del">
          <ac:chgData name="Yu Mao (SDS,118010224)" userId="1bbae264-552e-41b8-9f18-7e823f2686ac" providerId="ADAL" clId="{42D7EC03-9693-5841-8777-448DDBD84D20}" dt="2026-03-04T05:01:10.957" v="10690" actId="478"/>
          <ac:picMkLst>
            <pc:docMk/>
            <pc:sldMk cId="3565460814" sldId="583"/>
            <ac:picMk id="11" creationId="{0BA1C4E8-8C0C-4832-31F1-86F246A351CD}"/>
          </ac:picMkLst>
        </pc:picChg>
        <pc:picChg chg="del">
          <ac:chgData name="Yu Mao (SDS,118010224)" userId="1bbae264-552e-41b8-9f18-7e823f2686ac" providerId="ADAL" clId="{42D7EC03-9693-5841-8777-448DDBD84D20}" dt="2026-03-04T05:01:10.957" v="10690" actId="478"/>
          <ac:picMkLst>
            <pc:docMk/>
            <pc:sldMk cId="3565460814" sldId="583"/>
            <ac:picMk id="12" creationId="{E3F44ACD-05F1-E7F9-DA6F-13B44C934BE9}"/>
          </ac:picMkLst>
        </pc:picChg>
        <pc:picChg chg="add mod">
          <ac:chgData name="Yu Mao (SDS,118010224)" userId="1bbae264-552e-41b8-9f18-7e823f2686ac" providerId="ADAL" clId="{42D7EC03-9693-5841-8777-448DDBD84D20}" dt="2026-03-04T05:03:22.231" v="10760" actId="1037"/>
          <ac:picMkLst>
            <pc:docMk/>
            <pc:sldMk cId="3565460814" sldId="583"/>
            <ac:picMk id="15" creationId="{344B7346-7E38-6A84-35E2-E905D76B9B73}"/>
          </ac:picMkLst>
        </pc:picChg>
      </pc:sldChg>
      <pc:sldChg chg="addSp delSp modSp add mod">
        <pc:chgData name="Yu Mao (SDS,118010224)" userId="1bbae264-552e-41b8-9f18-7e823f2686ac" providerId="ADAL" clId="{42D7EC03-9693-5841-8777-448DDBD84D20}" dt="2026-03-04T09:30:55.231" v="16532" actId="115"/>
        <pc:sldMkLst>
          <pc:docMk/>
          <pc:sldMk cId="1305777383" sldId="584"/>
        </pc:sldMkLst>
        <pc:spChg chg="add mod">
          <ac:chgData name="Yu Mao (SDS,118010224)" userId="1bbae264-552e-41b8-9f18-7e823f2686ac" providerId="ADAL" clId="{42D7EC03-9693-5841-8777-448DDBD84D20}" dt="2026-03-04T05:36:32.612" v="11267" actId="20577"/>
          <ac:spMkLst>
            <pc:docMk/>
            <pc:sldMk cId="1305777383" sldId="584"/>
            <ac:spMk id="3" creationId="{84D0DC7F-087C-32F5-2A55-07BADB1863D3}"/>
          </ac:spMkLst>
        </pc:spChg>
        <pc:spChg chg="mod">
          <ac:chgData name="Yu Mao (SDS,118010224)" userId="1bbae264-552e-41b8-9f18-7e823f2686ac" providerId="ADAL" clId="{42D7EC03-9693-5841-8777-448DDBD84D20}" dt="2026-03-04T08:43:43.883" v="16380" actId="20577"/>
          <ac:spMkLst>
            <pc:docMk/>
            <pc:sldMk cId="1305777383" sldId="584"/>
            <ac:spMk id="5" creationId="{C3875F14-07AB-6F29-F1F6-712FD358435E}"/>
          </ac:spMkLst>
        </pc:spChg>
        <pc:spChg chg="mod">
          <ac:chgData name="Yu Mao (SDS,118010224)" userId="1bbae264-552e-41b8-9f18-7e823f2686ac" providerId="ADAL" clId="{42D7EC03-9693-5841-8777-448DDBD84D20}" dt="2026-03-04T09:30:55.231" v="16532" actId="115"/>
          <ac:spMkLst>
            <pc:docMk/>
            <pc:sldMk cId="1305777383" sldId="584"/>
            <ac:spMk id="9" creationId="{FDEBF861-9270-7487-D798-A63C78A35B76}"/>
          </ac:spMkLst>
        </pc:spChg>
        <pc:spChg chg="del">
          <ac:chgData name="Yu Mao (SDS,118010224)" userId="1bbae264-552e-41b8-9f18-7e823f2686ac" providerId="ADAL" clId="{42D7EC03-9693-5841-8777-448DDBD84D20}" dt="2026-03-04T05:20:23.027" v="11012" actId="478"/>
          <ac:spMkLst>
            <pc:docMk/>
            <pc:sldMk cId="1305777383" sldId="584"/>
            <ac:spMk id="10" creationId="{32E41A3A-5F0A-5962-6B6D-31776E103C42}"/>
          </ac:spMkLst>
        </pc:spChg>
        <pc:spChg chg="del">
          <ac:chgData name="Yu Mao (SDS,118010224)" userId="1bbae264-552e-41b8-9f18-7e823f2686ac" providerId="ADAL" clId="{42D7EC03-9693-5841-8777-448DDBD84D20}" dt="2026-03-04T05:20:23.027" v="11012" actId="478"/>
          <ac:spMkLst>
            <pc:docMk/>
            <pc:sldMk cId="1305777383" sldId="584"/>
            <ac:spMk id="11" creationId="{BD098DE4-E125-3DFB-476F-9AB5585E0FB8}"/>
          </ac:spMkLst>
        </pc:spChg>
        <pc:spChg chg="del">
          <ac:chgData name="Yu Mao (SDS,118010224)" userId="1bbae264-552e-41b8-9f18-7e823f2686ac" providerId="ADAL" clId="{42D7EC03-9693-5841-8777-448DDBD84D20}" dt="2026-03-04T05:20:23.027" v="11012" actId="478"/>
          <ac:spMkLst>
            <pc:docMk/>
            <pc:sldMk cId="1305777383" sldId="584"/>
            <ac:spMk id="14" creationId="{56850C49-69E5-2112-B2A2-9E5367521B61}"/>
          </ac:spMkLst>
        </pc:spChg>
        <pc:spChg chg="del">
          <ac:chgData name="Yu Mao (SDS,118010224)" userId="1bbae264-552e-41b8-9f18-7e823f2686ac" providerId="ADAL" clId="{42D7EC03-9693-5841-8777-448DDBD84D20}" dt="2026-03-04T05:20:23.027" v="11012" actId="478"/>
          <ac:spMkLst>
            <pc:docMk/>
            <pc:sldMk cId="1305777383" sldId="584"/>
            <ac:spMk id="16" creationId="{9A4EBA50-FF4E-24A1-DAC6-C0BD3645BB7E}"/>
          </ac:spMkLst>
        </pc:spChg>
        <pc:spChg chg="del">
          <ac:chgData name="Yu Mao (SDS,118010224)" userId="1bbae264-552e-41b8-9f18-7e823f2686ac" providerId="ADAL" clId="{42D7EC03-9693-5841-8777-448DDBD84D20}" dt="2026-03-04T05:20:23.027" v="11012" actId="478"/>
          <ac:spMkLst>
            <pc:docMk/>
            <pc:sldMk cId="1305777383" sldId="584"/>
            <ac:spMk id="21" creationId="{15AF2A78-8F6C-7FD3-594F-E66CD1FD9844}"/>
          </ac:spMkLst>
        </pc:spChg>
        <pc:spChg chg="del">
          <ac:chgData name="Yu Mao (SDS,118010224)" userId="1bbae264-552e-41b8-9f18-7e823f2686ac" providerId="ADAL" clId="{42D7EC03-9693-5841-8777-448DDBD84D20}" dt="2026-03-04T05:20:23.027" v="11012" actId="478"/>
          <ac:spMkLst>
            <pc:docMk/>
            <pc:sldMk cId="1305777383" sldId="584"/>
            <ac:spMk id="23" creationId="{7F0B79DF-3DA6-544A-C6EB-4092E64C3C57}"/>
          </ac:spMkLst>
        </pc:spChg>
        <pc:spChg chg="del">
          <ac:chgData name="Yu Mao (SDS,118010224)" userId="1bbae264-552e-41b8-9f18-7e823f2686ac" providerId="ADAL" clId="{42D7EC03-9693-5841-8777-448DDBD84D20}" dt="2026-03-04T05:20:23.027" v="11012" actId="478"/>
          <ac:spMkLst>
            <pc:docMk/>
            <pc:sldMk cId="1305777383" sldId="584"/>
            <ac:spMk id="45" creationId="{354A1AD9-3A9A-E2E2-4A1C-0E9611F55CE5}"/>
          </ac:spMkLst>
        </pc:spChg>
        <pc:spChg chg="del">
          <ac:chgData name="Yu Mao (SDS,118010224)" userId="1bbae264-552e-41b8-9f18-7e823f2686ac" providerId="ADAL" clId="{42D7EC03-9693-5841-8777-448DDBD84D20}" dt="2026-03-04T05:20:23.027" v="11012" actId="478"/>
          <ac:spMkLst>
            <pc:docMk/>
            <pc:sldMk cId="1305777383" sldId="584"/>
            <ac:spMk id="46" creationId="{94FF0327-A728-9DF5-8850-397FB9F86A7A}"/>
          </ac:spMkLst>
        </pc:spChg>
        <pc:spChg chg="del">
          <ac:chgData name="Yu Mao (SDS,118010224)" userId="1bbae264-552e-41b8-9f18-7e823f2686ac" providerId="ADAL" clId="{42D7EC03-9693-5841-8777-448DDBD84D20}" dt="2026-03-04T05:20:23.027" v="11012" actId="478"/>
          <ac:spMkLst>
            <pc:docMk/>
            <pc:sldMk cId="1305777383" sldId="584"/>
            <ac:spMk id="47" creationId="{54944664-3F11-BA3F-E7B9-F9F0793750D2}"/>
          </ac:spMkLst>
        </pc:spChg>
        <pc:spChg chg="del">
          <ac:chgData name="Yu Mao (SDS,118010224)" userId="1bbae264-552e-41b8-9f18-7e823f2686ac" providerId="ADAL" clId="{42D7EC03-9693-5841-8777-448DDBD84D20}" dt="2026-03-04T05:20:23.027" v="11012" actId="478"/>
          <ac:spMkLst>
            <pc:docMk/>
            <pc:sldMk cId="1305777383" sldId="584"/>
            <ac:spMk id="48" creationId="{ABA409E2-32B7-9B79-E07A-9E982683AF00}"/>
          </ac:spMkLst>
        </pc:spChg>
        <pc:picChg chg="add mod">
          <ac:chgData name="Yu Mao (SDS,118010224)" userId="1bbae264-552e-41b8-9f18-7e823f2686ac" providerId="ADAL" clId="{42D7EC03-9693-5841-8777-448DDBD84D20}" dt="2026-03-04T05:33:27.962" v="11230" actId="1076"/>
          <ac:picMkLst>
            <pc:docMk/>
            <pc:sldMk cId="1305777383" sldId="584"/>
            <ac:picMk id="2" creationId="{DB694A43-6857-D9FA-F0EE-04E9DC023E37}"/>
          </ac:picMkLst>
        </pc:picChg>
      </pc:sldChg>
      <pc:sldChg chg="addSp delSp modSp add mod">
        <pc:chgData name="Yu Mao (SDS,118010224)" userId="1bbae264-552e-41b8-9f18-7e823f2686ac" providerId="ADAL" clId="{42D7EC03-9693-5841-8777-448DDBD84D20}" dt="2026-03-04T09:31:56.005" v="16538"/>
        <pc:sldMkLst>
          <pc:docMk/>
          <pc:sldMk cId="4065276683" sldId="585"/>
        </pc:sldMkLst>
        <pc:spChg chg="mod">
          <ac:chgData name="Yu Mao (SDS,118010224)" userId="1bbae264-552e-41b8-9f18-7e823f2686ac" providerId="ADAL" clId="{42D7EC03-9693-5841-8777-448DDBD84D20}" dt="2026-03-04T08:43:29.346" v="16368" actId="20577"/>
          <ac:spMkLst>
            <pc:docMk/>
            <pc:sldMk cId="4065276683" sldId="585"/>
            <ac:spMk id="5" creationId="{8D1FB4E2-E73A-D462-8BE0-DC9E557533FD}"/>
          </ac:spMkLst>
        </pc:spChg>
        <pc:spChg chg="add del mod">
          <ac:chgData name="Yu Mao (SDS,118010224)" userId="1bbae264-552e-41b8-9f18-7e823f2686ac" providerId="ADAL" clId="{42D7EC03-9693-5841-8777-448DDBD84D20}" dt="2026-03-04T06:09:34.556" v="12068" actId="478"/>
          <ac:spMkLst>
            <pc:docMk/>
            <pc:sldMk cId="4065276683" sldId="585"/>
            <ac:spMk id="6" creationId="{05939DDA-17FE-0BFD-896A-1FFC194FE11A}"/>
          </ac:spMkLst>
        </pc:spChg>
        <pc:spChg chg="del">
          <ac:chgData name="Yu Mao (SDS,118010224)" userId="1bbae264-552e-41b8-9f18-7e823f2686ac" providerId="ADAL" clId="{42D7EC03-9693-5841-8777-448DDBD84D20}" dt="2026-03-04T05:38:54.323" v="11312" actId="478"/>
          <ac:spMkLst>
            <pc:docMk/>
            <pc:sldMk cId="4065276683" sldId="585"/>
            <ac:spMk id="7" creationId="{27EB985E-01B4-C3BA-E5C9-1E6CF8F89A54}"/>
          </ac:spMkLst>
        </pc:spChg>
        <pc:spChg chg="mod">
          <ac:chgData name="Yu Mao (SDS,118010224)" userId="1bbae264-552e-41b8-9f18-7e823f2686ac" providerId="ADAL" clId="{42D7EC03-9693-5841-8777-448DDBD84D20}" dt="2026-03-04T06:32:07.878" v="12886" actId="20577"/>
          <ac:spMkLst>
            <pc:docMk/>
            <pc:sldMk cId="4065276683" sldId="585"/>
            <ac:spMk id="9" creationId="{3296BB47-C355-6094-5879-5DEE3706C2BD}"/>
          </ac:spMkLst>
        </pc:spChg>
        <pc:spChg chg="add mod">
          <ac:chgData name="Yu Mao (SDS,118010224)" userId="1bbae264-552e-41b8-9f18-7e823f2686ac" providerId="ADAL" clId="{42D7EC03-9693-5841-8777-448DDBD84D20}" dt="2026-03-04T09:31:56.005" v="16538"/>
          <ac:spMkLst>
            <pc:docMk/>
            <pc:sldMk cId="4065276683" sldId="585"/>
            <ac:spMk id="13" creationId="{3FD4EEE6-8E6E-6030-40D4-FD31141B84A6}"/>
          </ac:spMkLst>
        </pc:spChg>
        <pc:spChg chg="add del mod">
          <ac:chgData name="Yu Mao (SDS,118010224)" userId="1bbae264-552e-41b8-9f18-7e823f2686ac" providerId="ADAL" clId="{42D7EC03-9693-5841-8777-448DDBD84D20}" dt="2026-03-04T06:31:30.730" v="12853" actId="478"/>
          <ac:spMkLst>
            <pc:docMk/>
            <pc:sldMk cId="4065276683" sldId="585"/>
            <ac:spMk id="14" creationId="{EF81A1C5-4399-B8C3-AF8A-7B8992C45FEE}"/>
          </ac:spMkLst>
        </pc:spChg>
        <pc:spChg chg="add del mod">
          <ac:chgData name="Yu Mao (SDS,118010224)" userId="1bbae264-552e-41b8-9f18-7e823f2686ac" providerId="ADAL" clId="{42D7EC03-9693-5841-8777-448DDBD84D20}" dt="2026-03-04T06:24:11.125" v="12628" actId="478"/>
          <ac:spMkLst>
            <pc:docMk/>
            <pc:sldMk cId="4065276683" sldId="585"/>
            <ac:spMk id="16" creationId="{1F9F14F6-CE3F-2DF8-4767-43A8D0A32AAF}"/>
          </ac:spMkLst>
        </pc:spChg>
        <pc:spChg chg="add mod">
          <ac:chgData name="Yu Mao (SDS,118010224)" userId="1bbae264-552e-41b8-9f18-7e823f2686ac" providerId="ADAL" clId="{42D7EC03-9693-5841-8777-448DDBD84D20}" dt="2026-03-04T06:30:36.458" v="12837" actId="164"/>
          <ac:spMkLst>
            <pc:docMk/>
            <pc:sldMk cId="4065276683" sldId="585"/>
            <ac:spMk id="21" creationId="{EF943F9D-33FB-799D-3CC0-373BEC57612E}"/>
          </ac:spMkLst>
        </pc:spChg>
        <pc:spChg chg="add mod">
          <ac:chgData name="Yu Mao (SDS,118010224)" userId="1bbae264-552e-41b8-9f18-7e823f2686ac" providerId="ADAL" clId="{42D7EC03-9693-5841-8777-448DDBD84D20}" dt="2026-03-04T06:30:36.458" v="12837" actId="164"/>
          <ac:spMkLst>
            <pc:docMk/>
            <pc:sldMk cId="4065276683" sldId="585"/>
            <ac:spMk id="23" creationId="{E0634F1C-A03E-5B1E-9EA3-5E2A0419CC2E}"/>
          </ac:spMkLst>
        </pc:spChg>
        <pc:spChg chg="add del mod">
          <ac:chgData name="Yu Mao (SDS,118010224)" userId="1bbae264-552e-41b8-9f18-7e823f2686ac" providerId="ADAL" clId="{42D7EC03-9693-5841-8777-448DDBD84D20}" dt="2026-03-04T06:30:25.760" v="12836" actId="478"/>
          <ac:spMkLst>
            <pc:docMk/>
            <pc:sldMk cId="4065276683" sldId="585"/>
            <ac:spMk id="24" creationId="{8771C135-10A2-4CE6-1FBB-F8DEA68AB0FF}"/>
          </ac:spMkLst>
        </pc:spChg>
        <pc:grpChg chg="add mod">
          <ac:chgData name="Yu Mao (SDS,118010224)" userId="1bbae264-552e-41b8-9f18-7e823f2686ac" providerId="ADAL" clId="{42D7EC03-9693-5841-8777-448DDBD84D20}" dt="2026-03-04T06:30:46.025" v="12840" actId="1076"/>
          <ac:grpSpMkLst>
            <pc:docMk/>
            <pc:sldMk cId="4065276683" sldId="585"/>
            <ac:grpSpMk id="25" creationId="{D973A30E-45A5-4FD5-7002-0A6A49246CE8}"/>
          </ac:grpSpMkLst>
        </pc:grpChg>
        <pc:picChg chg="del">
          <ac:chgData name="Yu Mao (SDS,118010224)" userId="1bbae264-552e-41b8-9f18-7e823f2686ac" providerId="ADAL" clId="{42D7EC03-9693-5841-8777-448DDBD84D20}" dt="2026-03-04T05:38:52.518" v="11311" actId="478"/>
          <ac:picMkLst>
            <pc:docMk/>
            <pc:sldMk cId="4065276683" sldId="585"/>
            <ac:picMk id="2" creationId="{8C5F78F1-58AA-EDA4-C3F3-0BD1C1F9AD5A}"/>
          </ac:picMkLst>
        </pc:picChg>
        <pc:picChg chg="add del">
          <ac:chgData name="Yu Mao (SDS,118010224)" userId="1bbae264-552e-41b8-9f18-7e823f2686ac" providerId="ADAL" clId="{42D7EC03-9693-5841-8777-448DDBD84D20}" dt="2026-03-04T06:09:33.208" v="12067" actId="478"/>
          <ac:picMkLst>
            <pc:docMk/>
            <pc:sldMk cId="4065276683" sldId="585"/>
            <ac:picMk id="3" creationId="{07EFEA2C-66D8-26B8-1A3B-225410C2446B}"/>
          </ac:picMkLst>
        </pc:picChg>
        <pc:picChg chg="del">
          <ac:chgData name="Yu Mao (SDS,118010224)" userId="1bbae264-552e-41b8-9f18-7e823f2686ac" providerId="ADAL" clId="{42D7EC03-9693-5841-8777-448DDBD84D20}" dt="2026-03-04T05:38:55.358" v="11313" actId="478"/>
          <ac:picMkLst>
            <pc:docMk/>
            <pc:sldMk cId="4065276683" sldId="585"/>
            <ac:picMk id="8" creationId="{8048DAC7-EACB-D044-AD8B-55D6B4F6DCA4}"/>
          </ac:picMkLst>
        </pc:picChg>
        <pc:picChg chg="add mod">
          <ac:chgData name="Yu Mao (SDS,118010224)" userId="1bbae264-552e-41b8-9f18-7e823f2686ac" providerId="ADAL" clId="{42D7EC03-9693-5841-8777-448DDBD84D20}" dt="2026-03-04T05:41:57.830" v="11676"/>
          <ac:picMkLst>
            <pc:docMk/>
            <pc:sldMk cId="4065276683" sldId="585"/>
            <ac:picMk id="10" creationId="{513EBB3C-2BB6-F5A0-7880-DAA9BC28C5C0}"/>
          </ac:picMkLst>
        </pc:picChg>
        <pc:picChg chg="add del mod">
          <ac:chgData name="Yu Mao (SDS,118010224)" userId="1bbae264-552e-41b8-9f18-7e823f2686ac" providerId="ADAL" clId="{42D7EC03-9693-5841-8777-448DDBD84D20}" dt="2026-03-04T05:42:16.903" v="11687" actId="478"/>
          <ac:picMkLst>
            <pc:docMk/>
            <pc:sldMk cId="4065276683" sldId="585"/>
            <ac:picMk id="11" creationId="{A201A5C5-2302-5AEF-7317-1F1988A1B934}"/>
          </ac:picMkLst>
        </pc:picChg>
        <pc:picChg chg="add mod">
          <ac:chgData name="Yu Mao (SDS,118010224)" userId="1bbae264-552e-41b8-9f18-7e823f2686ac" providerId="ADAL" clId="{42D7EC03-9693-5841-8777-448DDBD84D20}" dt="2026-03-04T06:30:36.458" v="12837" actId="164"/>
          <ac:picMkLst>
            <pc:docMk/>
            <pc:sldMk cId="4065276683" sldId="585"/>
            <ac:picMk id="12" creationId="{AAE7D7E2-CFE4-4F4E-8A3D-770052E63AC2}"/>
          </ac:picMkLst>
        </pc:picChg>
        <pc:picChg chg="del">
          <ac:chgData name="Yu Mao (SDS,118010224)" userId="1bbae264-552e-41b8-9f18-7e823f2686ac" providerId="ADAL" clId="{42D7EC03-9693-5841-8777-448DDBD84D20}" dt="2026-03-04T05:38:55.358" v="11313" actId="478"/>
          <ac:picMkLst>
            <pc:docMk/>
            <pc:sldMk cId="4065276683" sldId="585"/>
            <ac:picMk id="15" creationId="{B7247E21-3105-4AF3-85C6-D442AA01D406}"/>
          </ac:picMkLst>
        </pc:picChg>
        <pc:picChg chg="add mod">
          <ac:chgData name="Yu Mao (SDS,118010224)" userId="1bbae264-552e-41b8-9f18-7e823f2686ac" providerId="ADAL" clId="{42D7EC03-9693-5841-8777-448DDBD84D20}" dt="2026-03-04T06:24:40.701" v="12641" actId="1076"/>
          <ac:picMkLst>
            <pc:docMk/>
            <pc:sldMk cId="4065276683" sldId="585"/>
            <ac:picMk id="17" creationId="{4E725BA4-29A4-F89F-17E8-0B5A9C8610D2}"/>
          </ac:picMkLst>
        </pc:picChg>
        <pc:picChg chg="add mod">
          <ac:chgData name="Yu Mao (SDS,118010224)" userId="1bbae264-552e-41b8-9f18-7e823f2686ac" providerId="ADAL" clId="{42D7EC03-9693-5841-8777-448DDBD84D20}" dt="2026-03-04T06:30:36.458" v="12837" actId="164"/>
          <ac:picMkLst>
            <pc:docMk/>
            <pc:sldMk cId="4065276683" sldId="585"/>
            <ac:picMk id="18" creationId="{14DA216E-730D-2B4F-1715-B6F0350EF81A}"/>
          </ac:picMkLst>
        </pc:picChg>
        <pc:picChg chg="add mod">
          <ac:chgData name="Yu Mao (SDS,118010224)" userId="1bbae264-552e-41b8-9f18-7e823f2686ac" providerId="ADAL" clId="{42D7EC03-9693-5841-8777-448DDBD84D20}" dt="2026-03-04T06:30:36.458" v="12837" actId="164"/>
          <ac:picMkLst>
            <pc:docMk/>
            <pc:sldMk cId="4065276683" sldId="585"/>
            <ac:picMk id="19" creationId="{B279BFFA-4CB1-42D6-70B1-5292D94B5470}"/>
          </ac:picMkLst>
        </pc:picChg>
        <pc:picChg chg="add mod">
          <ac:chgData name="Yu Mao (SDS,118010224)" userId="1bbae264-552e-41b8-9f18-7e823f2686ac" providerId="ADAL" clId="{42D7EC03-9693-5841-8777-448DDBD84D20}" dt="2026-03-04T06:30:36.458" v="12837" actId="164"/>
          <ac:picMkLst>
            <pc:docMk/>
            <pc:sldMk cId="4065276683" sldId="585"/>
            <ac:picMk id="20" creationId="{2F02C941-8420-804A-0DB6-8BEF770981F6}"/>
          </ac:picMkLst>
        </pc:picChg>
        <pc:picChg chg="add mod">
          <ac:chgData name="Yu Mao (SDS,118010224)" userId="1bbae264-552e-41b8-9f18-7e823f2686ac" providerId="ADAL" clId="{42D7EC03-9693-5841-8777-448DDBD84D20}" dt="2026-03-04T06:30:36.458" v="12837" actId="164"/>
          <ac:picMkLst>
            <pc:docMk/>
            <pc:sldMk cId="4065276683" sldId="585"/>
            <ac:picMk id="22" creationId="{DC39AA31-4C72-E15B-F3EA-D87EA7C1F66A}"/>
          </ac:picMkLst>
        </pc:picChg>
      </pc:sldChg>
      <pc:sldChg chg="addSp delSp modSp add mod ord">
        <pc:chgData name="Yu Mao (SDS,118010224)" userId="1bbae264-552e-41b8-9f18-7e823f2686ac" providerId="ADAL" clId="{42D7EC03-9693-5841-8777-448DDBD84D20}" dt="2026-03-04T08:43:32.684" v="16372" actId="20577"/>
        <pc:sldMkLst>
          <pc:docMk/>
          <pc:sldMk cId="190695934" sldId="586"/>
        </pc:sldMkLst>
        <pc:spChg chg="add mod">
          <ac:chgData name="Yu Mao (SDS,118010224)" userId="1bbae264-552e-41b8-9f18-7e823f2686ac" providerId="ADAL" clId="{42D7EC03-9693-5841-8777-448DDBD84D20}" dt="2026-03-04T06:08:10.562" v="12066" actId="1076"/>
          <ac:spMkLst>
            <pc:docMk/>
            <pc:sldMk cId="190695934" sldId="586"/>
            <ac:spMk id="2" creationId="{2903ED60-A170-18FD-FBB3-5A596451AEF5}"/>
          </ac:spMkLst>
        </pc:spChg>
        <pc:spChg chg="mod">
          <ac:chgData name="Yu Mao (SDS,118010224)" userId="1bbae264-552e-41b8-9f18-7e823f2686ac" providerId="ADAL" clId="{42D7EC03-9693-5841-8777-448DDBD84D20}" dt="2026-03-04T08:43:32.684" v="16372" actId="20577"/>
          <ac:spMkLst>
            <pc:docMk/>
            <pc:sldMk cId="190695934" sldId="586"/>
            <ac:spMk id="5" creationId="{E9407224-981E-CD14-B0CC-36C9D9D00A4E}"/>
          </ac:spMkLst>
        </pc:spChg>
        <pc:spChg chg="del mod">
          <ac:chgData name="Yu Mao (SDS,118010224)" userId="1bbae264-552e-41b8-9f18-7e823f2686ac" providerId="ADAL" clId="{42D7EC03-9693-5841-8777-448DDBD84D20}" dt="2026-03-04T08:15:04.432" v="15965" actId="478"/>
          <ac:spMkLst>
            <pc:docMk/>
            <pc:sldMk cId="190695934" sldId="586"/>
            <ac:spMk id="6" creationId="{B65B470C-FD44-ED10-F8A4-0ED01F953E0A}"/>
          </ac:spMkLst>
        </pc:spChg>
        <pc:spChg chg="add mod">
          <ac:chgData name="Yu Mao (SDS,118010224)" userId="1bbae264-552e-41b8-9f18-7e823f2686ac" providerId="ADAL" clId="{42D7EC03-9693-5841-8777-448DDBD84D20}" dt="2026-03-04T08:39:40.598" v="16322" actId="20577"/>
          <ac:spMkLst>
            <pc:docMk/>
            <pc:sldMk cId="190695934" sldId="586"/>
            <ac:spMk id="8" creationId="{AF85F755-50B0-F51F-6753-B4DDD6E57D8A}"/>
          </ac:spMkLst>
        </pc:spChg>
        <pc:spChg chg="mod">
          <ac:chgData name="Yu Mao (SDS,118010224)" userId="1bbae264-552e-41b8-9f18-7e823f2686ac" providerId="ADAL" clId="{42D7EC03-9693-5841-8777-448DDBD84D20}" dt="2026-03-04T06:32:25.231" v="12888" actId="20577"/>
          <ac:spMkLst>
            <pc:docMk/>
            <pc:sldMk cId="190695934" sldId="586"/>
            <ac:spMk id="9" creationId="{7BCEB5FF-69FC-CAD0-3F69-9A4FBF210C49}"/>
          </ac:spMkLst>
        </pc:spChg>
        <pc:picChg chg="add mod modCrop">
          <ac:chgData name="Yu Mao (SDS,118010224)" userId="1bbae264-552e-41b8-9f18-7e823f2686ac" providerId="ADAL" clId="{42D7EC03-9693-5841-8777-448DDBD84D20}" dt="2026-03-04T06:21:19.421" v="12619" actId="1038"/>
          <ac:picMkLst>
            <pc:docMk/>
            <pc:sldMk cId="190695934" sldId="586"/>
            <ac:picMk id="7" creationId="{81AEB40D-6ACC-456E-258C-04D324245C3F}"/>
          </ac:picMkLst>
        </pc:picChg>
        <pc:picChg chg="mod modCrop">
          <ac:chgData name="Yu Mao (SDS,118010224)" userId="1bbae264-552e-41b8-9f18-7e823f2686ac" providerId="ADAL" clId="{42D7EC03-9693-5841-8777-448DDBD84D20}" dt="2026-03-04T06:21:19.421" v="12619" actId="1038"/>
          <ac:picMkLst>
            <pc:docMk/>
            <pc:sldMk cId="190695934" sldId="586"/>
            <ac:picMk id="11" creationId="{8A37DCA6-74F7-DB75-53BA-90D3C915DEF3}"/>
          </ac:picMkLst>
        </pc:picChg>
      </pc:sldChg>
      <pc:sldChg chg="addSp delSp modSp add mod">
        <pc:chgData name="Yu Mao (SDS,118010224)" userId="1bbae264-552e-41b8-9f18-7e823f2686ac" providerId="ADAL" clId="{42D7EC03-9693-5841-8777-448DDBD84D20}" dt="2026-03-04T08:43:26.961" v="16366" actId="20577"/>
        <pc:sldMkLst>
          <pc:docMk/>
          <pc:sldMk cId="2793785509" sldId="587"/>
        </pc:sldMkLst>
        <pc:spChg chg="mod">
          <ac:chgData name="Yu Mao (SDS,118010224)" userId="1bbae264-552e-41b8-9f18-7e823f2686ac" providerId="ADAL" clId="{42D7EC03-9693-5841-8777-448DDBD84D20}" dt="2026-03-04T08:43:26.961" v="16366" actId="20577"/>
          <ac:spMkLst>
            <pc:docMk/>
            <pc:sldMk cId="2793785509" sldId="587"/>
            <ac:spMk id="5" creationId="{470C1BF2-37F3-B024-3AD6-60F18D4D7268}"/>
          </ac:spMkLst>
        </pc:spChg>
        <pc:spChg chg="mod">
          <ac:chgData name="Yu Mao (SDS,118010224)" userId="1bbae264-552e-41b8-9f18-7e823f2686ac" providerId="ADAL" clId="{42D7EC03-9693-5841-8777-448DDBD84D20}" dt="2026-03-04T06:38:15.429" v="13268" actId="14100"/>
          <ac:spMkLst>
            <pc:docMk/>
            <pc:sldMk cId="2793785509" sldId="587"/>
            <ac:spMk id="9" creationId="{D30457E4-0E8E-C38C-FEF0-175076874EA8}"/>
          </ac:spMkLst>
        </pc:spChg>
        <pc:spChg chg="mod">
          <ac:chgData name="Yu Mao (SDS,118010224)" userId="1bbae264-552e-41b8-9f18-7e823f2686ac" providerId="ADAL" clId="{42D7EC03-9693-5841-8777-448DDBD84D20}" dt="2026-03-04T06:37:25.221" v="13261" actId="1035"/>
          <ac:spMkLst>
            <pc:docMk/>
            <pc:sldMk cId="2793785509" sldId="587"/>
            <ac:spMk id="18" creationId="{E1FFC92B-FC13-63B1-CDC4-C741EFC7FF60}"/>
          </ac:spMkLst>
        </pc:spChg>
        <pc:picChg chg="add mod">
          <ac:chgData name="Yu Mao (SDS,118010224)" userId="1bbae264-552e-41b8-9f18-7e823f2686ac" providerId="ADAL" clId="{42D7EC03-9693-5841-8777-448DDBD84D20}" dt="2026-03-04T06:37:25.221" v="13261" actId="1035"/>
          <ac:picMkLst>
            <pc:docMk/>
            <pc:sldMk cId="2793785509" sldId="587"/>
            <ac:picMk id="2" creationId="{D7E2A128-F094-7442-B0D7-65B2AD1FB7D6}"/>
          </ac:picMkLst>
        </pc:picChg>
        <pc:picChg chg="del">
          <ac:chgData name="Yu Mao (SDS,118010224)" userId="1bbae264-552e-41b8-9f18-7e823f2686ac" providerId="ADAL" clId="{42D7EC03-9693-5841-8777-448DDBD84D20}" dt="2026-03-04T06:33:20.318" v="12894" actId="478"/>
          <ac:picMkLst>
            <pc:docMk/>
            <pc:sldMk cId="2793785509" sldId="587"/>
            <ac:picMk id="3" creationId="{912C4A6D-27CE-678D-0D3F-54906DDB4B68}"/>
          </ac:picMkLst>
        </pc:picChg>
      </pc:sldChg>
      <pc:sldChg chg="modSp add del mod">
        <pc:chgData name="Yu Mao (SDS,118010224)" userId="1bbae264-552e-41b8-9f18-7e823f2686ac" providerId="ADAL" clId="{42D7EC03-9693-5841-8777-448DDBD84D20}" dt="2026-03-04T06:40:38.068" v="13314" actId="2696"/>
        <pc:sldMkLst>
          <pc:docMk/>
          <pc:sldMk cId="1722017046" sldId="588"/>
        </pc:sldMkLst>
        <pc:spChg chg="mod">
          <ac:chgData name="Yu Mao (SDS,118010224)" userId="1bbae264-552e-41b8-9f18-7e823f2686ac" providerId="ADAL" clId="{42D7EC03-9693-5841-8777-448DDBD84D20}" dt="2026-03-04T06:39:32.285" v="13306" actId="20577"/>
          <ac:spMkLst>
            <pc:docMk/>
            <pc:sldMk cId="1722017046" sldId="588"/>
            <ac:spMk id="9" creationId="{9ECB6AA8-1513-A0FE-7887-4D6E06BE0B4C}"/>
          </ac:spMkLst>
        </pc:spChg>
      </pc:sldChg>
      <pc:sldChg chg="addSp delSp modSp add del mod">
        <pc:chgData name="Yu Mao (SDS,118010224)" userId="1bbae264-552e-41b8-9f18-7e823f2686ac" providerId="ADAL" clId="{42D7EC03-9693-5841-8777-448DDBD84D20}" dt="2026-03-04T08:43:12.994" v="16360" actId="2696"/>
        <pc:sldMkLst>
          <pc:docMk/>
          <pc:sldMk cId="3401420030" sldId="589"/>
        </pc:sldMkLst>
        <pc:spChg chg="mod">
          <ac:chgData name="Yu Mao (SDS,118010224)" userId="1bbae264-552e-41b8-9f18-7e823f2686ac" providerId="ADAL" clId="{42D7EC03-9693-5841-8777-448DDBD84D20}" dt="2026-03-04T08:41:01.378" v="16341" actId="20577"/>
          <ac:spMkLst>
            <pc:docMk/>
            <pc:sldMk cId="3401420030" sldId="589"/>
            <ac:spMk id="5" creationId="{153C7D75-FBDB-ABD0-048D-81CBC654268E}"/>
          </ac:spMkLst>
        </pc:spChg>
        <pc:spChg chg="add del mod">
          <ac:chgData name="Yu Mao (SDS,118010224)" userId="1bbae264-552e-41b8-9f18-7e823f2686ac" providerId="ADAL" clId="{42D7EC03-9693-5841-8777-448DDBD84D20}" dt="2026-03-04T08:10:14.328" v="15913" actId="478"/>
          <ac:spMkLst>
            <pc:docMk/>
            <pc:sldMk cId="3401420030" sldId="589"/>
            <ac:spMk id="6" creationId="{5F9938A7-BF19-EEBB-9C3F-0C686EE9A0FD}"/>
          </ac:spMkLst>
        </pc:spChg>
        <pc:spChg chg="mod">
          <ac:chgData name="Yu Mao (SDS,118010224)" userId="1bbae264-552e-41b8-9f18-7e823f2686ac" providerId="ADAL" clId="{42D7EC03-9693-5841-8777-448DDBD84D20}" dt="2026-03-04T08:12:36.117" v="15933" actId="14100"/>
          <ac:spMkLst>
            <pc:docMk/>
            <pc:sldMk cId="3401420030" sldId="589"/>
            <ac:spMk id="9" creationId="{7A241D3E-4BA1-5A35-A382-5AF7CA7FA8EB}"/>
          </ac:spMkLst>
        </pc:spChg>
        <pc:spChg chg="del mod">
          <ac:chgData name="Yu Mao (SDS,118010224)" userId="1bbae264-552e-41b8-9f18-7e823f2686ac" providerId="ADAL" clId="{42D7EC03-9693-5841-8777-448DDBD84D20}" dt="2026-03-04T08:09:53.796" v="15906" actId="478"/>
          <ac:spMkLst>
            <pc:docMk/>
            <pc:sldMk cId="3401420030" sldId="589"/>
            <ac:spMk id="18" creationId="{87BEBF07-88F2-2281-DD25-69CDBC292E23}"/>
          </ac:spMkLst>
        </pc:spChg>
        <pc:picChg chg="del">
          <ac:chgData name="Yu Mao (SDS,118010224)" userId="1bbae264-552e-41b8-9f18-7e823f2686ac" providerId="ADAL" clId="{42D7EC03-9693-5841-8777-448DDBD84D20}" dt="2026-03-04T06:41:31.050" v="13315" actId="478"/>
          <ac:picMkLst>
            <pc:docMk/>
            <pc:sldMk cId="3401420030" sldId="589"/>
            <ac:picMk id="2" creationId="{0695901B-4187-395B-318A-275233271EF7}"/>
          </ac:picMkLst>
        </pc:picChg>
        <pc:picChg chg="add del mod">
          <ac:chgData name="Yu Mao (SDS,118010224)" userId="1bbae264-552e-41b8-9f18-7e823f2686ac" providerId="ADAL" clId="{42D7EC03-9693-5841-8777-448DDBD84D20}" dt="2026-03-04T08:09:53.796" v="15906" actId="478"/>
          <ac:picMkLst>
            <pc:docMk/>
            <pc:sldMk cId="3401420030" sldId="589"/>
            <ac:picMk id="3" creationId="{25FB3A77-9A69-072A-98E9-2ED6ABDB3F8E}"/>
          </ac:picMkLst>
        </pc:picChg>
      </pc:sldChg>
      <pc:sldChg chg="modSp add del mod">
        <pc:chgData name="Yu Mao (SDS,118010224)" userId="1bbae264-552e-41b8-9f18-7e823f2686ac" providerId="ADAL" clId="{42D7EC03-9693-5841-8777-448DDBD84D20}" dt="2026-03-04T08:43:24.230" v="16364" actId="20577"/>
        <pc:sldMkLst>
          <pc:docMk/>
          <pc:sldMk cId="3579377280" sldId="590"/>
        </pc:sldMkLst>
        <pc:spChg chg="mod">
          <ac:chgData name="Yu Mao (SDS,118010224)" userId="1bbae264-552e-41b8-9f18-7e823f2686ac" providerId="ADAL" clId="{42D7EC03-9693-5841-8777-448DDBD84D20}" dt="2026-03-04T08:43:24.230" v="16364" actId="20577"/>
          <ac:spMkLst>
            <pc:docMk/>
            <pc:sldMk cId="3579377280" sldId="590"/>
            <ac:spMk id="5" creationId="{750524B9-1EB9-B4E1-7B71-D46657A78A8B}"/>
          </ac:spMkLst>
        </pc:spChg>
        <pc:spChg chg="mod">
          <ac:chgData name="Yu Mao (SDS,118010224)" userId="1bbae264-552e-41b8-9f18-7e823f2686ac" providerId="ADAL" clId="{42D7EC03-9693-5841-8777-448DDBD84D20}" dt="2026-03-04T06:48:57.808" v="13417" actId="115"/>
          <ac:spMkLst>
            <pc:docMk/>
            <pc:sldMk cId="3579377280" sldId="590"/>
            <ac:spMk id="9" creationId="{805D29EB-2E52-54A6-F1A9-917BD1AA3D8C}"/>
          </ac:spMkLst>
        </pc:spChg>
      </pc:sldChg>
      <pc:sldChg chg="modSp add mod">
        <pc:chgData name="Yu Mao (SDS,118010224)" userId="1bbae264-552e-41b8-9f18-7e823f2686ac" providerId="ADAL" clId="{42D7EC03-9693-5841-8777-448DDBD84D20}" dt="2026-03-04T08:41:22.601" v="16357" actId="20577"/>
        <pc:sldMkLst>
          <pc:docMk/>
          <pc:sldMk cId="3435358817" sldId="591"/>
        </pc:sldMkLst>
        <pc:spChg chg="mod">
          <ac:chgData name="Yu Mao (SDS,118010224)" userId="1bbae264-552e-41b8-9f18-7e823f2686ac" providerId="ADAL" clId="{42D7EC03-9693-5841-8777-448DDBD84D20}" dt="2026-03-04T08:41:22.601" v="16357" actId="20577"/>
          <ac:spMkLst>
            <pc:docMk/>
            <pc:sldMk cId="3435358817" sldId="591"/>
            <ac:spMk id="3" creationId="{BF67B1C0-7299-2DEC-9151-F1B88D07B0E9}"/>
          </ac:spMkLst>
        </pc:spChg>
      </pc:sldChg>
      <pc:sldChg chg="addSp delSp modSp add mod">
        <pc:chgData name="Yu Mao (SDS,118010224)" userId="1bbae264-552e-41b8-9f18-7e823f2686ac" providerId="ADAL" clId="{42D7EC03-9693-5841-8777-448DDBD84D20}" dt="2026-03-04T09:34:41.181" v="16542" actId="20577"/>
        <pc:sldMkLst>
          <pc:docMk/>
          <pc:sldMk cId="4026314440" sldId="592"/>
        </pc:sldMkLst>
        <pc:spChg chg="del">
          <ac:chgData name="Yu Mao (SDS,118010224)" userId="1bbae264-552e-41b8-9f18-7e823f2686ac" providerId="ADAL" clId="{42D7EC03-9693-5841-8777-448DDBD84D20}" dt="2026-03-04T07:08:51.159" v="13895" actId="478"/>
          <ac:spMkLst>
            <pc:docMk/>
            <pc:sldMk cId="4026314440" sldId="592"/>
            <ac:spMk id="2" creationId="{73986AE9-344A-4515-5F1A-A67018DF1DF0}"/>
          </ac:spMkLst>
        </pc:spChg>
        <pc:spChg chg="add mod">
          <ac:chgData name="Yu Mao (SDS,118010224)" userId="1bbae264-552e-41b8-9f18-7e823f2686ac" providerId="ADAL" clId="{42D7EC03-9693-5841-8777-448DDBD84D20}" dt="2026-03-04T07:00:46.528" v="13878"/>
          <ac:spMkLst>
            <pc:docMk/>
            <pc:sldMk cId="4026314440" sldId="592"/>
            <ac:spMk id="3" creationId="{7E5E2276-A4CF-B156-2DE6-47FA9E2020F5}"/>
          </ac:spMkLst>
        </pc:spChg>
        <pc:spChg chg="mod">
          <ac:chgData name="Yu Mao (SDS,118010224)" userId="1bbae264-552e-41b8-9f18-7e823f2686ac" providerId="ADAL" clId="{42D7EC03-9693-5841-8777-448DDBD84D20}" dt="2026-03-04T08:53:57.243" v="16445" actId="20577"/>
          <ac:spMkLst>
            <pc:docMk/>
            <pc:sldMk cId="4026314440" sldId="592"/>
            <ac:spMk id="5" creationId="{74855008-4290-2329-6291-C7279C78C3E4}"/>
          </ac:spMkLst>
        </pc:spChg>
        <pc:spChg chg="add mod">
          <ac:chgData name="Yu Mao (SDS,118010224)" userId="1bbae264-552e-41b8-9f18-7e823f2686ac" providerId="ADAL" clId="{42D7EC03-9693-5841-8777-448DDBD84D20}" dt="2026-03-04T07:00:46.528" v="13878"/>
          <ac:spMkLst>
            <pc:docMk/>
            <pc:sldMk cId="4026314440" sldId="592"/>
            <ac:spMk id="6" creationId="{CB491E12-0368-2E7E-FB47-0E72BF223928}"/>
          </ac:spMkLst>
        </pc:spChg>
        <pc:spChg chg="del">
          <ac:chgData name="Yu Mao (SDS,118010224)" userId="1bbae264-552e-41b8-9f18-7e823f2686ac" providerId="ADAL" clId="{42D7EC03-9693-5841-8777-448DDBD84D20}" dt="2026-03-04T07:08:51.159" v="13895" actId="478"/>
          <ac:spMkLst>
            <pc:docMk/>
            <pc:sldMk cId="4026314440" sldId="592"/>
            <ac:spMk id="7" creationId="{CDAD9DDA-6B6F-6289-C967-B53180FD559C}"/>
          </ac:spMkLst>
        </pc:spChg>
        <pc:spChg chg="mod">
          <ac:chgData name="Yu Mao (SDS,118010224)" userId="1bbae264-552e-41b8-9f18-7e823f2686ac" providerId="ADAL" clId="{42D7EC03-9693-5841-8777-448DDBD84D20}" dt="2026-03-04T07:15:18.752" v="14196" actId="14100"/>
          <ac:spMkLst>
            <pc:docMk/>
            <pc:sldMk cId="4026314440" sldId="592"/>
            <ac:spMk id="9" creationId="{DC93069F-2650-40BF-6223-8EF560EBA843}"/>
          </ac:spMkLst>
        </pc:spChg>
        <pc:spChg chg="add mod">
          <ac:chgData name="Yu Mao (SDS,118010224)" userId="1bbae264-552e-41b8-9f18-7e823f2686ac" providerId="ADAL" clId="{42D7EC03-9693-5841-8777-448DDBD84D20}" dt="2026-03-04T07:03:07.848" v="13890" actId="1076"/>
          <ac:spMkLst>
            <pc:docMk/>
            <pc:sldMk cId="4026314440" sldId="592"/>
            <ac:spMk id="11" creationId="{8083475E-50BB-62B7-B85E-7B1A3A6E4C16}"/>
          </ac:spMkLst>
        </pc:spChg>
        <pc:spChg chg="del">
          <ac:chgData name="Yu Mao (SDS,118010224)" userId="1bbae264-552e-41b8-9f18-7e823f2686ac" providerId="ADAL" clId="{42D7EC03-9693-5841-8777-448DDBD84D20}" dt="2026-03-04T07:08:51.159" v="13895" actId="478"/>
          <ac:spMkLst>
            <pc:docMk/>
            <pc:sldMk cId="4026314440" sldId="592"/>
            <ac:spMk id="12" creationId="{E8DFD9E0-A02F-DCC2-0A7F-F52B662B4A8B}"/>
          </ac:spMkLst>
        </pc:spChg>
        <pc:spChg chg="del">
          <ac:chgData name="Yu Mao (SDS,118010224)" userId="1bbae264-552e-41b8-9f18-7e823f2686ac" providerId="ADAL" clId="{42D7EC03-9693-5841-8777-448DDBD84D20}" dt="2026-03-04T07:08:51.159" v="13895" actId="478"/>
          <ac:spMkLst>
            <pc:docMk/>
            <pc:sldMk cId="4026314440" sldId="592"/>
            <ac:spMk id="13" creationId="{B9D87992-2B54-357A-BEA2-C83127FD67C0}"/>
          </ac:spMkLst>
        </pc:spChg>
        <pc:spChg chg="add mod">
          <ac:chgData name="Yu Mao (SDS,118010224)" userId="1bbae264-552e-41b8-9f18-7e823f2686ac" providerId="ADAL" clId="{42D7EC03-9693-5841-8777-448DDBD84D20}" dt="2026-03-04T07:03:06.876" v="13888" actId="14100"/>
          <ac:spMkLst>
            <pc:docMk/>
            <pc:sldMk cId="4026314440" sldId="592"/>
            <ac:spMk id="16" creationId="{760396EC-0E83-B99E-9592-AF43D7F2724E}"/>
          </ac:spMkLst>
        </pc:spChg>
        <pc:spChg chg="add mod">
          <ac:chgData name="Yu Mao (SDS,118010224)" userId="1bbae264-552e-41b8-9f18-7e823f2686ac" providerId="ADAL" clId="{42D7EC03-9693-5841-8777-448DDBD84D20}" dt="2026-03-04T07:16:49.070" v="14228" actId="14100"/>
          <ac:spMkLst>
            <pc:docMk/>
            <pc:sldMk cId="4026314440" sldId="592"/>
            <ac:spMk id="19" creationId="{FFB6AD47-3A0A-2640-AD2A-306F17844E09}"/>
          </ac:spMkLst>
        </pc:spChg>
        <pc:spChg chg="del">
          <ac:chgData name="Yu Mao (SDS,118010224)" userId="1bbae264-552e-41b8-9f18-7e823f2686ac" providerId="ADAL" clId="{42D7EC03-9693-5841-8777-448DDBD84D20}" dt="2026-03-04T07:08:51.159" v="13895" actId="478"/>
          <ac:spMkLst>
            <pc:docMk/>
            <pc:sldMk cId="4026314440" sldId="592"/>
            <ac:spMk id="20" creationId="{22D1C4AA-1ADF-D81B-F7F5-6013C106AE07}"/>
          </ac:spMkLst>
        </pc:spChg>
        <pc:spChg chg="del">
          <ac:chgData name="Yu Mao (SDS,118010224)" userId="1bbae264-552e-41b8-9f18-7e823f2686ac" providerId="ADAL" clId="{42D7EC03-9693-5841-8777-448DDBD84D20}" dt="2026-03-04T07:08:51.159" v="13895" actId="478"/>
          <ac:spMkLst>
            <pc:docMk/>
            <pc:sldMk cId="4026314440" sldId="592"/>
            <ac:spMk id="21" creationId="{CB5EEE7C-4C06-F221-5B8A-288B5D0A6B9F}"/>
          </ac:spMkLst>
        </pc:spChg>
        <pc:spChg chg="mod">
          <ac:chgData name="Yu Mao (SDS,118010224)" userId="1bbae264-552e-41b8-9f18-7e823f2686ac" providerId="ADAL" clId="{42D7EC03-9693-5841-8777-448DDBD84D20}" dt="2026-03-04T09:34:41.181" v="16542" actId="20577"/>
          <ac:spMkLst>
            <pc:docMk/>
            <pc:sldMk cId="4026314440" sldId="592"/>
            <ac:spMk id="23" creationId="{6D00C4F5-F0A9-0D1F-35CD-26EADCB847D6}"/>
          </ac:spMkLst>
        </pc:spChg>
        <pc:spChg chg="add mod">
          <ac:chgData name="Yu Mao (SDS,118010224)" userId="1bbae264-552e-41b8-9f18-7e823f2686ac" providerId="ADAL" clId="{42D7EC03-9693-5841-8777-448DDBD84D20}" dt="2026-03-04T07:16:31.171" v="14225" actId="1076"/>
          <ac:spMkLst>
            <pc:docMk/>
            <pc:sldMk cId="4026314440" sldId="592"/>
            <ac:spMk id="24" creationId="{8EF46401-1344-4F36-2106-5EEC425AB6ED}"/>
          </ac:spMkLst>
        </pc:spChg>
        <pc:spChg chg="add mod">
          <ac:chgData name="Yu Mao (SDS,118010224)" userId="1bbae264-552e-41b8-9f18-7e823f2686ac" providerId="ADAL" clId="{42D7EC03-9693-5841-8777-448DDBD84D20}" dt="2026-03-04T07:15:32.314" v="14202" actId="1076"/>
          <ac:spMkLst>
            <pc:docMk/>
            <pc:sldMk cId="4026314440" sldId="592"/>
            <ac:spMk id="25" creationId="{3A9B68C4-F27E-000B-1E0F-ED8C37D2DAE5}"/>
          </ac:spMkLst>
        </pc:spChg>
        <pc:spChg chg="add mod">
          <ac:chgData name="Yu Mao (SDS,118010224)" userId="1bbae264-552e-41b8-9f18-7e823f2686ac" providerId="ADAL" clId="{42D7EC03-9693-5841-8777-448DDBD84D20}" dt="2026-03-04T07:15:32.314" v="14202" actId="1076"/>
          <ac:spMkLst>
            <pc:docMk/>
            <pc:sldMk cId="4026314440" sldId="592"/>
            <ac:spMk id="26" creationId="{CC8A97C7-3FA7-F963-7DC6-485DAA29EF27}"/>
          </ac:spMkLst>
        </pc:spChg>
        <pc:spChg chg="add mod">
          <ac:chgData name="Yu Mao (SDS,118010224)" userId="1bbae264-552e-41b8-9f18-7e823f2686ac" providerId="ADAL" clId="{42D7EC03-9693-5841-8777-448DDBD84D20}" dt="2026-03-04T07:16:31.171" v="14225" actId="1076"/>
          <ac:spMkLst>
            <pc:docMk/>
            <pc:sldMk cId="4026314440" sldId="592"/>
            <ac:spMk id="27" creationId="{17F2DDB8-49E3-54F6-1609-55C2B46758EB}"/>
          </ac:spMkLst>
        </pc:spChg>
        <pc:spChg chg="add mod">
          <ac:chgData name="Yu Mao (SDS,118010224)" userId="1bbae264-552e-41b8-9f18-7e823f2686ac" providerId="ADAL" clId="{42D7EC03-9693-5841-8777-448DDBD84D20}" dt="2026-03-04T07:16:31.171" v="14225" actId="1076"/>
          <ac:spMkLst>
            <pc:docMk/>
            <pc:sldMk cId="4026314440" sldId="592"/>
            <ac:spMk id="28" creationId="{EE34F355-7C00-AA65-9BF1-4D2DAEBE16D9}"/>
          </ac:spMkLst>
        </pc:spChg>
        <pc:spChg chg="add mod">
          <ac:chgData name="Yu Mao (SDS,118010224)" userId="1bbae264-552e-41b8-9f18-7e823f2686ac" providerId="ADAL" clId="{42D7EC03-9693-5841-8777-448DDBD84D20}" dt="2026-03-04T07:16:31.171" v="14225" actId="1076"/>
          <ac:spMkLst>
            <pc:docMk/>
            <pc:sldMk cId="4026314440" sldId="592"/>
            <ac:spMk id="29" creationId="{1F5659A6-13D6-62FA-4C9C-222F4EC18EDC}"/>
          </ac:spMkLst>
        </pc:spChg>
        <pc:spChg chg="add del mod">
          <ac:chgData name="Yu Mao (SDS,118010224)" userId="1bbae264-552e-41b8-9f18-7e823f2686ac" providerId="ADAL" clId="{42D7EC03-9693-5841-8777-448DDBD84D20}" dt="2026-03-04T07:10:15.739" v="13941" actId="478"/>
          <ac:spMkLst>
            <pc:docMk/>
            <pc:sldMk cId="4026314440" sldId="592"/>
            <ac:spMk id="30" creationId="{9A3EDF8B-3874-AB1B-453A-12B912BAE14A}"/>
          </ac:spMkLst>
        </pc:spChg>
        <pc:spChg chg="add del mod">
          <ac:chgData name="Yu Mao (SDS,118010224)" userId="1bbae264-552e-41b8-9f18-7e823f2686ac" providerId="ADAL" clId="{42D7EC03-9693-5841-8777-448DDBD84D20}" dt="2026-03-04T07:10:15.739" v="13941" actId="478"/>
          <ac:spMkLst>
            <pc:docMk/>
            <pc:sldMk cId="4026314440" sldId="592"/>
            <ac:spMk id="31" creationId="{B4A00169-8737-826B-B6F5-6192C5E0C9ED}"/>
          </ac:spMkLst>
        </pc:spChg>
        <pc:spChg chg="add mod">
          <ac:chgData name="Yu Mao (SDS,118010224)" userId="1bbae264-552e-41b8-9f18-7e823f2686ac" providerId="ADAL" clId="{42D7EC03-9693-5841-8777-448DDBD84D20}" dt="2026-03-04T07:16:31.171" v="14225" actId="1076"/>
          <ac:spMkLst>
            <pc:docMk/>
            <pc:sldMk cId="4026314440" sldId="592"/>
            <ac:spMk id="35" creationId="{7296D736-5B06-F8CB-D377-26A73CF5152A}"/>
          </ac:spMkLst>
        </pc:spChg>
        <pc:spChg chg="add mod">
          <ac:chgData name="Yu Mao (SDS,118010224)" userId="1bbae264-552e-41b8-9f18-7e823f2686ac" providerId="ADAL" clId="{42D7EC03-9693-5841-8777-448DDBD84D20}" dt="2026-03-04T07:16:31.171" v="14225" actId="1076"/>
          <ac:spMkLst>
            <pc:docMk/>
            <pc:sldMk cId="4026314440" sldId="592"/>
            <ac:spMk id="36" creationId="{F154D93D-CB23-D220-D983-B47B7487C362}"/>
          </ac:spMkLst>
        </pc:spChg>
        <pc:spChg chg="add mod">
          <ac:chgData name="Yu Mao (SDS,118010224)" userId="1bbae264-552e-41b8-9f18-7e823f2686ac" providerId="ADAL" clId="{42D7EC03-9693-5841-8777-448DDBD84D20}" dt="2026-03-04T07:15:32.314" v="14202" actId="1076"/>
          <ac:spMkLst>
            <pc:docMk/>
            <pc:sldMk cId="4026314440" sldId="592"/>
            <ac:spMk id="39" creationId="{B2E5BA63-FE0D-35C6-72E8-E57A07205684}"/>
          </ac:spMkLst>
        </pc:spChg>
        <pc:spChg chg="mod">
          <ac:chgData name="Yu Mao (SDS,118010224)" userId="1bbae264-552e-41b8-9f18-7e823f2686ac" providerId="ADAL" clId="{42D7EC03-9693-5841-8777-448DDBD84D20}" dt="2026-03-04T07:16:02.822" v="14209" actId="1076"/>
          <ac:spMkLst>
            <pc:docMk/>
            <pc:sldMk cId="4026314440" sldId="592"/>
            <ac:spMk id="42" creationId="{4F8B2054-DCE0-E0BA-674F-8722E7569B9E}"/>
          </ac:spMkLst>
        </pc:spChg>
        <pc:spChg chg="mod">
          <ac:chgData name="Yu Mao (SDS,118010224)" userId="1bbae264-552e-41b8-9f18-7e823f2686ac" providerId="ADAL" clId="{42D7EC03-9693-5841-8777-448DDBD84D20}" dt="2026-03-04T07:16:31.171" v="14225" actId="1076"/>
          <ac:spMkLst>
            <pc:docMk/>
            <pc:sldMk cId="4026314440" sldId="592"/>
            <ac:spMk id="43" creationId="{D22224CA-AF71-960D-CDDF-B6085F4FC036}"/>
          </ac:spMkLst>
        </pc:spChg>
        <pc:spChg chg="mod">
          <ac:chgData name="Yu Mao (SDS,118010224)" userId="1bbae264-552e-41b8-9f18-7e823f2686ac" providerId="ADAL" clId="{42D7EC03-9693-5841-8777-448DDBD84D20}" dt="2026-03-04T07:16:02.822" v="14209" actId="1076"/>
          <ac:spMkLst>
            <pc:docMk/>
            <pc:sldMk cId="4026314440" sldId="592"/>
            <ac:spMk id="44" creationId="{B66C4A37-631F-8544-6DA1-3F8084D959B1}"/>
          </ac:spMkLst>
        </pc:spChg>
        <pc:spChg chg="mod">
          <ac:chgData name="Yu Mao (SDS,118010224)" userId="1bbae264-552e-41b8-9f18-7e823f2686ac" providerId="ADAL" clId="{42D7EC03-9693-5841-8777-448DDBD84D20}" dt="2026-03-04T07:16:02.822" v="14209" actId="1076"/>
          <ac:spMkLst>
            <pc:docMk/>
            <pc:sldMk cId="4026314440" sldId="592"/>
            <ac:spMk id="45" creationId="{8189FF04-FFBA-44AC-1E97-A1A207ADC9A1}"/>
          </ac:spMkLst>
        </pc:spChg>
        <pc:spChg chg="mod">
          <ac:chgData name="Yu Mao (SDS,118010224)" userId="1bbae264-552e-41b8-9f18-7e823f2686ac" providerId="ADAL" clId="{42D7EC03-9693-5841-8777-448DDBD84D20}" dt="2026-03-04T07:16:31.171" v="14225" actId="1076"/>
          <ac:spMkLst>
            <pc:docMk/>
            <pc:sldMk cId="4026314440" sldId="592"/>
            <ac:spMk id="46" creationId="{C348C02E-80CE-1D34-B06D-C7EEFC1F38D3}"/>
          </ac:spMkLst>
        </pc:spChg>
        <pc:spChg chg="mod">
          <ac:chgData name="Yu Mao (SDS,118010224)" userId="1bbae264-552e-41b8-9f18-7e823f2686ac" providerId="ADAL" clId="{42D7EC03-9693-5841-8777-448DDBD84D20}" dt="2026-03-04T07:16:31.171" v="14225" actId="1076"/>
          <ac:spMkLst>
            <pc:docMk/>
            <pc:sldMk cId="4026314440" sldId="592"/>
            <ac:spMk id="47" creationId="{5BE33C15-1649-5B90-CE00-638C4E6D354A}"/>
          </ac:spMkLst>
        </pc:spChg>
        <pc:spChg chg="mod">
          <ac:chgData name="Yu Mao (SDS,118010224)" userId="1bbae264-552e-41b8-9f18-7e823f2686ac" providerId="ADAL" clId="{42D7EC03-9693-5841-8777-448DDBD84D20}" dt="2026-03-04T07:16:02.822" v="14209" actId="1076"/>
          <ac:spMkLst>
            <pc:docMk/>
            <pc:sldMk cId="4026314440" sldId="592"/>
            <ac:spMk id="50" creationId="{1E4293A2-EDBE-9C62-2C1B-4FDC14CA0AF4}"/>
          </ac:spMkLst>
        </pc:spChg>
        <pc:spChg chg="mod">
          <ac:chgData name="Yu Mao (SDS,118010224)" userId="1bbae264-552e-41b8-9f18-7e823f2686ac" providerId="ADAL" clId="{42D7EC03-9693-5841-8777-448DDBD84D20}" dt="2026-03-04T07:16:31.171" v="14225" actId="1076"/>
          <ac:spMkLst>
            <pc:docMk/>
            <pc:sldMk cId="4026314440" sldId="592"/>
            <ac:spMk id="52" creationId="{1693C50C-DECC-20AA-56BC-6C9F00BE2C04}"/>
          </ac:spMkLst>
        </pc:spChg>
        <pc:spChg chg="mod">
          <ac:chgData name="Yu Mao (SDS,118010224)" userId="1bbae264-552e-41b8-9f18-7e823f2686ac" providerId="ADAL" clId="{42D7EC03-9693-5841-8777-448DDBD84D20}" dt="2026-03-04T07:16:02.822" v="14209" actId="1076"/>
          <ac:spMkLst>
            <pc:docMk/>
            <pc:sldMk cId="4026314440" sldId="592"/>
            <ac:spMk id="53" creationId="{DA662AA9-9A8D-6C1F-33AD-53E4D424FE6F}"/>
          </ac:spMkLst>
        </pc:spChg>
        <pc:spChg chg="add mod">
          <ac:chgData name="Yu Mao (SDS,118010224)" userId="1bbae264-552e-41b8-9f18-7e823f2686ac" providerId="ADAL" clId="{42D7EC03-9693-5841-8777-448DDBD84D20}" dt="2026-03-04T07:17:32.473" v="14279" actId="1038"/>
          <ac:spMkLst>
            <pc:docMk/>
            <pc:sldMk cId="4026314440" sldId="592"/>
            <ac:spMk id="54" creationId="{257AF54A-1009-220F-8F3A-B5F233E5DA17}"/>
          </ac:spMkLst>
        </pc:spChg>
        <pc:picChg chg="add mod">
          <ac:chgData name="Yu Mao (SDS,118010224)" userId="1bbae264-552e-41b8-9f18-7e823f2686ac" providerId="ADAL" clId="{42D7EC03-9693-5841-8777-448DDBD84D20}" dt="2026-03-04T07:00:46.528" v="13878"/>
          <ac:picMkLst>
            <pc:docMk/>
            <pc:sldMk cId="4026314440" sldId="592"/>
            <ac:picMk id="8" creationId="{744E92DC-FD3D-67E4-031F-61AFC0AB95F6}"/>
          </ac:picMkLst>
        </pc:picChg>
        <pc:picChg chg="add del mod">
          <ac:chgData name="Yu Mao (SDS,118010224)" userId="1bbae264-552e-41b8-9f18-7e823f2686ac" providerId="ADAL" clId="{42D7EC03-9693-5841-8777-448DDBD84D20}" dt="2026-03-04T07:03:07.848" v="13890" actId="1076"/>
          <ac:picMkLst>
            <pc:docMk/>
            <pc:sldMk cId="4026314440" sldId="592"/>
            <ac:picMk id="10" creationId="{8429F318-2E4B-740B-71B2-444F8B32BA4E}"/>
          </ac:picMkLst>
        </pc:picChg>
        <pc:picChg chg="add mod">
          <ac:chgData name="Yu Mao (SDS,118010224)" userId="1bbae264-552e-41b8-9f18-7e823f2686ac" providerId="ADAL" clId="{42D7EC03-9693-5841-8777-448DDBD84D20}" dt="2026-03-04T07:03:07.848" v="13890" actId="1076"/>
          <ac:picMkLst>
            <pc:docMk/>
            <pc:sldMk cId="4026314440" sldId="592"/>
            <ac:picMk id="14" creationId="{4D71E940-8CE9-099E-5979-46E30418A21D}"/>
          </ac:picMkLst>
        </pc:picChg>
        <pc:picChg chg="add del mod">
          <ac:chgData name="Yu Mao (SDS,118010224)" userId="1bbae264-552e-41b8-9f18-7e823f2686ac" providerId="ADAL" clId="{42D7EC03-9693-5841-8777-448DDBD84D20}" dt="2026-03-04T07:14:07.926" v="14177" actId="478"/>
          <ac:picMkLst>
            <pc:docMk/>
            <pc:sldMk cId="4026314440" sldId="592"/>
            <ac:picMk id="18" creationId="{1BDAEE78-7146-B5D3-24BD-FEE8A24007AF}"/>
          </ac:picMkLst>
        </pc:picChg>
        <pc:picChg chg="add mod">
          <ac:chgData name="Yu Mao (SDS,118010224)" userId="1bbae264-552e-41b8-9f18-7e823f2686ac" providerId="ADAL" clId="{42D7EC03-9693-5841-8777-448DDBD84D20}" dt="2026-03-04T07:16:41.820" v="14227" actId="1076"/>
          <ac:picMkLst>
            <pc:docMk/>
            <pc:sldMk cId="4026314440" sldId="592"/>
            <ac:picMk id="22" creationId="{64B91415-9E47-A167-085A-1347FF7DC17A}"/>
          </ac:picMkLst>
        </pc:picChg>
        <pc:picChg chg="add mod">
          <ac:chgData name="Yu Mao (SDS,118010224)" userId="1bbae264-552e-41b8-9f18-7e823f2686ac" providerId="ADAL" clId="{42D7EC03-9693-5841-8777-448DDBD84D20}" dt="2026-03-04T07:11:54.347" v="13978" actId="1037"/>
          <ac:picMkLst>
            <pc:docMk/>
            <pc:sldMk cId="4026314440" sldId="592"/>
            <ac:picMk id="32" creationId="{B6076EFF-466F-D24E-D70B-59279A2A577C}"/>
          </ac:picMkLst>
        </pc:picChg>
        <pc:picChg chg="add mod">
          <ac:chgData name="Yu Mao (SDS,118010224)" userId="1bbae264-552e-41b8-9f18-7e823f2686ac" providerId="ADAL" clId="{42D7EC03-9693-5841-8777-448DDBD84D20}" dt="2026-03-04T07:15:32.314" v="14202" actId="1076"/>
          <ac:picMkLst>
            <pc:docMk/>
            <pc:sldMk cId="4026314440" sldId="592"/>
            <ac:picMk id="33" creationId="{5B4E67F5-F23F-24D6-D520-72306FC17887}"/>
          </ac:picMkLst>
        </pc:picChg>
        <pc:picChg chg="add mod">
          <ac:chgData name="Yu Mao (SDS,118010224)" userId="1bbae264-552e-41b8-9f18-7e823f2686ac" providerId="ADAL" clId="{42D7EC03-9693-5841-8777-448DDBD84D20}" dt="2026-03-04T07:13:53.208" v="14175" actId="166"/>
          <ac:picMkLst>
            <pc:docMk/>
            <pc:sldMk cId="4026314440" sldId="592"/>
            <ac:picMk id="34" creationId="{594523E0-7755-5627-A5BF-42B5FC29B3D2}"/>
          </ac:picMkLst>
        </pc:picChg>
        <pc:picChg chg="add mod">
          <ac:chgData name="Yu Mao (SDS,118010224)" userId="1bbae264-552e-41b8-9f18-7e823f2686ac" providerId="ADAL" clId="{42D7EC03-9693-5841-8777-448DDBD84D20}" dt="2026-03-04T07:11:31.029" v="13962"/>
          <ac:picMkLst>
            <pc:docMk/>
            <pc:sldMk cId="4026314440" sldId="592"/>
            <ac:picMk id="37" creationId="{3FD0E0B1-44D2-3953-F23D-882C1F44BBC4}"/>
          </ac:picMkLst>
        </pc:picChg>
        <pc:picChg chg="add mod">
          <ac:chgData name="Yu Mao (SDS,118010224)" userId="1bbae264-552e-41b8-9f18-7e823f2686ac" providerId="ADAL" clId="{42D7EC03-9693-5841-8777-448DDBD84D20}" dt="2026-03-04T07:14:32.798" v="14181"/>
          <ac:picMkLst>
            <pc:docMk/>
            <pc:sldMk cId="4026314440" sldId="592"/>
            <ac:picMk id="38" creationId="{FC26BC4B-D931-7D35-2C5D-92125CEC4078}"/>
          </ac:picMkLst>
        </pc:picChg>
        <pc:picChg chg="mod">
          <ac:chgData name="Yu Mao (SDS,118010224)" userId="1bbae264-552e-41b8-9f18-7e823f2686ac" providerId="ADAL" clId="{42D7EC03-9693-5841-8777-448DDBD84D20}" dt="2026-03-04T07:16:02.822" v="14209" actId="1076"/>
          <ac:picMkLst>
            <pc:docMk/>
            <pc:sldMk cId="4026314440" sldId="592"/>
            <ac:picMk id="49" creationId="{E6DE8A05-0BC8-6C2E-EE59-A15B358DDC91}"/>
          </ac:picMkLst>
        </pc:picChg>
        <pc:cxnChg chg="del mod">
          <ac:chgData name="Yu Mao (SDS,118010224)" userId="1bbae264-552e-41b8-9f18-7e823f2686ac" providerId="ADAL" clId="{42D7EC03-9693-5841-8777-448DDBD84D20}" dt="2026-03-04T07:08:51.159" v="13895" actId="478"/>
          <ac:cxnSpMkLst>
            <pc:docMk/>
            <pc:sldMk cId="4026314440" sldId="592"/>
            <ac:cxnSpMk id="15" creationId="{0DCB8D68-0A26-5416-1780-B67DDC20BE52}"/>
          </ac:cxnSpMkLst>
        </pc:cxnChg>
        <pc:cxnChg chg="del mod">
          <ac:chgData name="Yu Mao (SDS,118010224)" userId="1bbae264-552e-41b8-9f18-7e823f2686ac" providerId="ADAL" clId="{42D7EC03-9693-5841-8777-448DDBD84D20}" dt="2026-03-04T07:08:51.159" v="13895" actId="478"/>
          <ac:cxnSpMkLst>
            <pc:docMk/>
            <pc:sldMk cId="4026314440" sldId="592"/>
            <ac:cxnSpMk id="17" creationId="{DCBD7C2B-55DB-AD4D-8F9D-D75634F7B37A}"/>
          </ac:cxnSpMkLst>
        </pc:cxnChg>
      </pc:sldChg>
      <pc:sldChg chg="addSp delSp modSp add mod">
        <pc:chgData name="Yu Mao (SDS,118010224)" userId="1bbae264-552e-41b8-9f18-7e823f2686ac" providerId="ADAL" clId="{42D7EC03-9693-5841-8777-448DDBD84D20}" dt="2026-03-04T08:53:59.777" v="16447" actId="20577"/>
        <pc:sldMkLst>
          <pc:docMk/>
          <pc:sldMk cId="1836909838" sldId="593"/>
        </pc:sldMkLst>
        <pc:spChg chg="add mod">
          <ac:chgData name="Yu Mao (SDS,118010224)" userId="1bbae264-552e-41b8-9f18-7e823f2686ac" providerId="ADAL" clId="{42D7EC03-9693-5841-8777-448DDBD84D20}" dt="2026-03-04T07:40:31.445" v="15138" actId="1076"/>
          <ac:spMkLst>
            <pc:docMk/>
            <pc:sldMk cId="1836909838" sldId="593"/>
            <ac:spMk id="3" creationId="{05A4ED3F-AEC9-188B-4770-69C21F907566}"/>
          </ac:spMkLst>
        </pc:spChg>
        <pc:spChg chg="mod">
          <ac:chgData name="Yu Mao (SDS,118010224)" userId="1bbae264-552e-41b8-9f18-7e823f2686ac" providerId="ADAL" clId="{42D7EC03-9693-5841-8777-448DDBD84D20}" dt="2026-03-04T08:53:59.777" v="16447" actId="20577"/>
          <ac:spMkLst>
            <pc:docMk/>
            <pc:sldMk cId="1836909838" sldId="593"/>
            <ac:spMk id="5" creationId="{483581C9-6D4E-835C-1648-715664F89334}"/>
          </ac:spMkLst>
        </pc:spChg>
        <pc:spChg chg="mod">
          <ac:chgData name="Yu Mao (SDS,118010224)" userId="1bbae264-552e-41b8-9f18-7e823f2686ac" providerId="ADAL" clId="{42D7EC03-9693-5841-8777-448DDBD84D20}" dt="2026-03-04T07:40:37.605" v="15139" actId="1076"/>
          <ac:spMkLst>
            <pc:docMk/>
            <pc:sldMk cId="1836909838" sldId="593"/>
            <ac:spMk id="9" creationId="{94267C0F-0ED4-4E91-6380-92B64F2D0B81}"/>
          </ac:spMkLst>
        </pc:spChg>
        <pc:spChg chg="del">
          <ac:chgData name="Yu Mao (SDS,118010224)" userId="1bbae264-552e-41b8-9f18-7e823f2686ac" providerId="ADAL" clId="{42D7EC03-9693-5841-8777-448DDBD84D20}" dt="2026-03-04T07:18:34.935" v="14325" actId="478"/>
          <ac:spMkLst>
            <pc:docMk/>
            <pc:sldMk cId="1836909838" sldId="593"/>
            <ac:spMk id="19" creationId="{4B73CC11-A55B-CC5B-7A9D-281E2AB828D5}"/>
          </ac:spMkLst>
        </pc:spChg>
        <pc:spChg chg="mod">
          <ac:chgData name="Yu Mao (SDS,118010224)" userId="1bbae264-552e-41b8-9f18-7e823f2686ac" providerId="ADAL" clId="{42D7EC03-9693-5841-8777-448DDBD84D20}" dt="2026-03-04T07:26:39.383" v="14484" actId="1076"/>
          <ac:spMkLst>
            <pc:docMk/>
            <pc:sldMk cId="1836909838" sldId="593"/>
            <ac:spMk id="23" creationId="{E593CC93-DD16-393B-DB18-9A459484D5E3}"/>
          </ac:spMkLst>
        </pc:spChg>
        <pc:spChg chg="mod">
          <ac:chgData name="Yu Mao (SDS,118010224)" userId="1bbae264-552e-41b8-9f18-7e823f2686ac" providerId="ADAL" clId="{42D7EC03-9693-5841-8777-448DDBD84D20}" dt="2026-03-04T07:18:36.115" v="14326" actId="20577"/>
          <ac:spMkLst>
            <pc:docMk/>
            <pc:sldMk cId="1836909838" sldId="593"/>
            <ac:spMk id="47" creationId="{7721F692-F0DE-25DB-6B02-247EE19EBB4F}"/>
          </ac:spMkLst>
        </pc:spChg>
        <pc:spChg chg="del">
          <ac:chgData name="Yu Mao (SDS,118010224)" userId="1bbae264-552e-41b8-9f18-7e823f2686ac" providerId="ADAL" clId="{42D7EC03-9693-5841-8777-448DDBD84D20}" dt="2026-03-04T07:18:40.494" v="14329" actId="478"/>
          <ac:spMkLst>
            <pc:docMk/>
            <pc:sldMk cId="1836909838" sldId="593"/>
            <ac:spMk id="54" creationId="{43485CF0-822E-2A20-6FB9-B49447A955FE}"/>
          </ac:spMkLst>
        </pc:spChg>
        <pc:grpChg chg="del">
          <ac:chgData name="Yu Mao (SDS,118010224)" userId="1bbae264-552e-41b8-9f18-7e823f2686ac" providerId="ADAL" clId="{42D7EC03-9693-5841-8777-448DDBD84D20}" dt="2026-03-04T07:18:37.552" v="14327" actId="478"/>
          <ac:grpSpMkLst>
            <pc:docMk/>
            <pc:sldMk cId="1836909838" sldId="593"/>
            <ac:grpSpMk id="40" creationId="{8A3A2E31-8A89-690A-8155-1CCE03EA999D}"/>
          </ac:grpSpMkLst>
        </pc:grpChg>
        <pc:grpChg chg="del">
          <ac:chgData name="Yu Mao (SDS,118010224)" userId="1bbae264-552e-41b8-9f18-7e823f2686ac" providerId="ADAL" clId="{42D7EC03-9693-5841-8777-448DDBD84D20}" dt="2026-03-04T07:18:38.823" v="14328" actId="478"/>
          <ac:grpSpMkLst>
            <pc:docMk/>
            <pc:sldMk cId="1836909838" sldId="593"/>
            <ac:grpSpMk id="41" creationId="{6CDA3606-CA99-0CE4-B97F-F7178AE0BF1C}"/>
          </ac:grpSpMkLst>
        </pc:grpChg>
        <pc:picChg chg="add mod">
          <ac:chgData name="Yu Mao (SDS,118010224)" userId="1bbae264-552e-41b8-9f18-7e823f2686ac" providerId="ADAL" clId="{42D7EC03-9693-5841-8777-448DDBD84D20}" dt="2026-03-04T07:26:39.383" v="14484" actId="1076"/>
          <ac:picMkLst>
            <pc:docMk/>
            <pc:sldMk cId="1836909838" sldId="593"/>
            <ac:picMk id="2" creationId="{63FA9C30-EBC7-5959-C3AE-27DDEBBBC784}"/>
          </ac:picMkLst>
        </pc:picChg>
        <pc:picChg chg="del">
          <ac:chgData name="Yu Mao (SDS,118010224)" userId="1bbae264-552e-41b8-9f18-7e823f2686ac" providerId="ADAL" clId="{42D7EC03-9693-5841-8777-448DDBD84D20}" dt="2026-03-04T07:18:41.401" v="14330" actId="478"/>
          <ac:picMkLst>
            <pc:docMk/>
            <pc:sldMk cId="1836909838" sldId="593"/>
            <ac:picMk id="22" creationId="{4C2CCA89-1E56-BB3C-0A55-2200E758865C}"/>
          </ac:picMkLst>
        </pc:picChg>
      </pc:sldChg>
      <pc:sldChg chg="addSp delSp modSp add mod">
        <pc:chgData name="Yu Mao (SDS,118010224)" userId="1bbae264-552e-41b8-9f18-7e823f2686ac" providerId="ADAL" clId="{42D7EC03-9693-5841-8777-448DDBD84D20}" dt="2026-03-04T08:54:01.896" v="16449" actId="20577"/>
        <pc:sldMkLst>
          <pc:docMk/>
          <pc:sldMk cId="1517500322" sldId="594"/>
        </pc:sldMkLst>
        <pc:spChg chg="mod">
          <ac:chgData name="Yu Mao (SDS,118010224)" userId="1bbae264-552e-41b8-9f18-7e823f2686ac" providerId="ADAL" clId="{42D7EC03-9693-5841-8777-448DDBD84D20}" dt="2026-03-04T08:54:01.896" v="16449" actId="20577"/>
          <ac:spMkLst>
            <pc:docMk/>
            <pc:sldMk cId="1517500322" sldId="594"/>
            <ac:spMk id="5" creationId="{96A310E9-48AA-9183-5B49-0C55365C62A7}"/>
          </ac:spMkLst>
        </pc:spChg>
        <pc:spChg chg="add del mod">
          <ac:chgData name="Yu Mao (SDS,118010224)" userId="1bbae264-552e-41b8-9f18-7e823f2686ac" providerId="ADAL" clId="{42D7EC03-9693-5841-8777-448DDBD84D20}" dt="2026-03-04T07:43:46.911" v="15169" actId="478"/>
          <ac:spMkLst>
            <pc:docMk/>
            <pc:sldMk cId="1517500322" sldId="594"/>
            <ac:spMk id="7" creationId="{0E7DD5D8-7E03-0EAC-3ED6-FDB7AE416D1E}"/>
          </ac:spMkLst>
        </pc:spChg>
        <pc:spChg chg="add mod">
          <ac:chgData name="Yu Mao (SDS,118010224)" userId="1bbae264-552e-41b8-9f18-7e823f2686ac" providerId="ADAL" clId="{42D7EC03-9693-5841-8777-448DDBD84D20}" dt="2026-03-04T07:32:08.259" v="14747"/>
          <ac:spMkLst>
            <pc:docMk/>
            <pc:sldMk cId="1517500322" sldId="594"/>
            <ac:spMk id="8" creationId="{ACCF6ED1-AD19-1075-736C-EE9E4147CCA1}"/>
          </ac:spMkLst>
        </pc:spChg>
        <pc:spChg chg="add del mod">
          <ac:chgData name="Yu Mao (SDS,118010224)" userId="1bbae264-552e-41b8-9f18-7e823f2686ac" providerId="ADAL" clId="{42D7EC03-9693-5841-8777-448DDBD84D20}" dt="2026-03-04T07:41:12.963" v="15143" actId="21"/>
          <ac:spMkLst>
            <pc:docMk/>
            <pc:sldMk cId="1517500322" sldId="594"/>
            <ac:spMk id="9" creationId="{7D2A39A1-487C-A951-0818-F56B9CC22BC9}"/>
          </ac:spMkLst>
        </pc:spChg>
        <pc:spChg chg="add del mod">
          <ac:chgData name="Yu Mao (SDS,118010224)" userId="1bbae264-552e-41b8-9f18-7e823f2686ac" providerId="ADAL" clId="{42D7EC03-9693-5841-8777-448DDBD84D20}" dt="2026-03-04T07:35:36.732" v="14972" actId="478"/>
          <ac:spMkLst>
            <pc:docMk/>
            <pc:sldMk cId="1517500322" sldId="594"/>
            <ac:spMk id="10" creationId="{AFF16F67-BE49-9DE3-01D2-011CCE36E111}"/>
          </ac:spMkLst>
        </pc:spChg>
        <pc:spChg chg="add mod">
          <ac:chgData name="Yu Mao (SDS,118010224)" userId="1bbae264-552e-41b8-9f18-7e823f2686ac" providerId="ADAL" clId="{42D7EC03-9693-5841-8777-448DDBD84D20}" dt="2026-03-04T07:54:57.725" v="15463" actId="1036"/>
          <ac:spMkLst>
            <pc:docMk/>
            <pc:sldMk cId="1517500322" sldId="594"/>
            <ac:spMk id="11" creationId="{CFEE1C0E-FD47-1231-FB6F-8623B9FC974A}"/>
          </ac:spMkLst>
        </pc:spChg>
        <pc:spChg chg="add mod">
          <ac:chgData name="Yu Mao (SDS,118010224)" userId="1bbae264-552e-41b8-9f18-7e823f2686ac" providerId="ADAL" clId="{42D7EC03-9693-5841-8777-448DDBD84D20}" dt="2026-03-04T07:54:51.943" v="15450" actId="2711"/>
          <ac:spMkLst>
            <pc:docMk/>
            <pc:sldMk cId="1517500322" sldId="594"/>
            <ac:spMk id="12" creationId="{FFEBDC88-63A2-53A2-BEF6-243908347702}"/>
          </ac:spMkLst>
        </pc:spChg>
        <pc:spChg chg="del">
          <ac:chgData name="Yu Mao (SDS,118010224)" userId="1bbae264-552e-41b8-9f18-7e823f2686ac" providerId="ADAL" clId="{42D7EC03-9693-5841-8777-448DDBD84D20}" dt="2026-03-04T07:34:22.355" v="14955" actId="478"/>
          <ac:spMkLst>
            <pc:docMk/>
            <pc:sldMk cId="1517500322" sldId="594"/>
            <ac:spMk id="23" creationId="{B0A94D1E-BA7A-7CC4-AC21-DED7D268E872}"/>
          </ac:spMkLst>
        </pc:spChg>
        <pc:picChg chg="del">
          <ac:chgData name="Yu Mao (SDS,118010224)" userId="1bbae264-552e-41b8-9f18-7e823f2686ac" providerId="ADAL" clId="{42D7EC03-9693-5841-8777-448DDBD84D20}" dt="2026-03-04T07:34:22.355" v="14955" actId="478"/>
          <ac:picMkLst>
            <pc:docMk/>
            <pc:sldMk cId="1517500322" sldId="594"/>
            <ac:picMk id="2" creationId="{1FFE2F85-4423-0D56-591C-9D70B5DF4061}"/>
          </ac:picMkLst>
        </pc:picChg>
        <pc:picChg chg="add mod">
          <ac:chgData name="Yu Mao (SDS,118010224)" userId="1bbae264-552e-41b8-9f18-7e823f2686ac" providerId="ADAL" clId="{42D7EC03-9693-5841-8777-448DDBD84D20}" dt="2026-03-04T07:45:07.057" v="15177" actId="1076"/>
          <ac:picMkLst>
            <pc:docMk/>
            <pc:sldMk cId="1517500322" sldId="594"/>
            <ac:picMk id="3" creationId="{D0FAB029-C7F2-CB71-4E32-63A55C722CCE}"/>
          </ac:picMkLst>
        </pc:picChg>
        <pc:picChg chg="add mod">
          <ac:chgData name="Yu Mao (SDS,118010224)" userId="1bbae264-552e-41b8-9f18-7e823f2686ac" providerId="ADAL" clId="{42D7EC03-9693-5841-8777-448DDBD84D20}" dt="2026-03-04T07:54:57.725" v="15463" actId="1036"/>
          <ac:picMkLst>
            <pc:docMk/>
            <pc:sldMk cId="1517500322" sldId="594"/>
            <ac:picMk id="6" creationId="{35A837CD-FF87-1CB8-337E-FC1153D701A1}"/>
          </ac:picMkLst>
        </pc:picChg>
      </pc:sldChg>
      <pc:sldChg chg="addSp delSp modSp add del mod">
        <pc:chgData name="Yu Mao (SDS,118010224)" userId="1bbae264-552e-41b8-9f18-7e823f2686ac" providerId="ADAL" clId="{42D7EC03-9693-5841-8777-448DDBD84D20}" dt="2026-03-04T08:21:29.210" v="16102" actId="2696"/>
        <pc:sldMkLst>
          <pc:docMk/>
          <pc:sldMk cId="1151714293" sldId="595"/>
        </pc:sldMkLst>
        <pc:spChg chg="mod">
          <ac:chgData name="Yu Mao (SDS,118010224)" userId="1bbae264-552e-41b8-9f18-7e823f2686ac" providerId="ADAL" clId="{42D7EC03-9693-5841-8777-448DDBD84D20}" dt="2026-03-04T08:04:20.795" v="15861" actId="20577"/>
          <ac:spMkLst>
            <pc:docMk/>
            <pc:sldMk cId="1151714293" sldId="595"/>
            <ac:spMk id="9" creationId="{6E908B75-5DFF-5420-9795-74EE3B43F52B}"/>
          </ac:spMkLst>
        </pc:spChg>
        <pc:spChg chg="add del mod">
          <ac:chgData name="Yu Mao (SDS,118010224)" userId="1bbae264-552e-41b8-9f18-7e823f2686ac" providerId="ADAL" clId="{42D7EC03-9693-5841-8777-448DDBD84D20}" dt="2026-03-04T08:04:23.994" v="15863" actId="478"/>
          <ac:spMkLst>
            <pc:docMk/>
            <pc:sldMk cId="1151714293" sldId="595"/>
            <ac:spMk id="10" creationId="{71D8727B-3681-A89F-F723-70D4917A57EA}"/>
          </ac:spMkLst>
        </pc:spChg>
        <pc:spChg chg="del">
          <ac:chgData name="Yu Mao (SDS,118010224)" userId="1bbae264-552e-41b8-9f18-7e823f2686ac" providerId="ADAL" clId="{42D7EC03-9693-5841-8777-448DDBD84D20}" dt="2026-03-04T07:47:27.417" v="15267" actId="478"/>
          <ac:spMkLst>
            <pc:docMk/>
            <pc:sldMk cId="1151714293" sldId="595"/>
            <ac:spMk id="11" creationId="{4C05470A-B506-87C1-379A-D30FFB0185CC}"/>
          </ac:spMkLst>
        </pc:spChg>
        <pc:spChg chg="del">
          <ac:chgData name="Yu Mao (SDS,118010224)" userId="1bbae264-552e-41b8-9f18-7e823f2686ac" providerId="ADAL" clId="{42D7EC03-9693-5841-8777-448DDBD84D20}" dt="2026-03-04T07:47:27.417" v="15267" actId="478"/>
          <ac:spMkLst>
            <pc:docMk/>
            <pc:sldMk cId="1151714293" sldId="595"/>
            <ac:spMk id="12" creationId="{FD622FCD-F568-8F61-6DD6-59EB9F0FF98B}"/>
          </ac:spMkLst>
        </pc:spChg>
        <pc:spChg chg="add mod">
          <ac:chgData name="Yu Mao (SDS,118010224)" userId="1bbae264-552e-41b8-9f18-7e823f2686ac" providerId="ADAL" clId="{42D7EC03-9693-5841-8777-448DDBD84D20}" dt="2026-03-04T07:53:15.035" v="15337"/>
          <ac:spMkLst>
            <pc:docMk/>
            <pc:sldMk cId="1151714293" sldId="595"/>
            <ac:spMk id="13" creationId="{70AD7BEC-3ED4-26C9-5F58-E8A9C7C1482E}"/>
          </ac:spMkLst>
        </pc:spChg>
        <pc:picChg chg="add del mod modCrop">
          <ac:chgData name="Yu Mao (SDS,118010224)" userId="1bbae264-552e-41b8-9f18-7e823f2686ac" providerId="ADAL" clId="{42D7EC03-9693-5841-8777-448DDBD84D20}" dt="2026-03-04T08:04:22.665" v="15862" actId="478"/>
          <ac:picMkLst>
            <pc:docMk/>
            <pc:sldMk cId="1151714293" sldId="595"/>
            <ac:picMk id="2" creationId="{B1E8AD5A-08B1-A54B-FFFB-CA45F4C2794C}"/>
          </ac:picMkLst>
        </pc:picChg>
        <pc:picChg chg="del">
          <ac:chgData name="Yu Mao (SDS,118010224)" userId="1bbae264-552e-41b8-9f18-7e823f2686ac" providerId="ADAL" clId="{42D7EC03-9693-5841-8777-448DDBD84D20}" dt="2026-03-04T07:47:27.417" v="15267" actId="478"/>
          <ac:picMkLst>
            <pc:docMk/>
            <pc:sldMk cId="1151714293" sldId="595"/>
            <ac:picMk id="3" creationId="{2390C018-A95B-7E83-7628-43EC758357EB}"/>
          </ac:picMkLst>
        </pc:picChg>
        <pc:picChg chg="del">
          <ac:chgData name="Yu Mao (SDS,118010224)" userId="1bbae264-552e-41b8-9f18-7e823f2686ac" providerId="ADAL" clId="{42D7EC03-9693-5841-8777-448DDBD84D20}" dt="2026-03-04T07:47:27.417" v="15267" actId="478"/>
          <ac:picMkLst>
            <pc:docMk/>
            <pc:sldMk cId="1151714293" sldId="595"/>
            <ac:picMk id="6" creationId="{9BE09CDC-1FD2-FA3A-CF25-F9A28B4B6BFB}"/>
          </ac:picMkLst>
        </pc:picChg>
        <pc:picChg chg="add del mod">
          <ac:chgData name="Yu Mao (SDS,118010224)" userId="1bbae264-552e-41b8-9f18-7e823f2686ac" providerId="ADAL" clId="{42D7EC03-9693-5841-8777-448DDBD84D20}" dt="2026-03-04T08:04:22.665" v="15862" actId="478"/>
          <ac:picMkLst>
            <pc:docMk/>
            <pc:sldMk cId="1151714293" sldId="595"/>
            <ac:picMk id="7" creationId="{2C7ADA59-62A6-0292-3F63-25DC55FF0DBC}"/>
          </ac:picMkLst>
        </pc:picChg>
        <pc:picChg chg="add del mod modCrop">
          <ac:chgData name="Yu Mao (SDS,118010224)" userId="1bbae264-552e-41b8-9f18-7e823f2686ac" providerId="ADAL" clId="{42D7EC03-9693-5841-8777-448DDBD84D20}" dt="2026-03-04T08:04:22.665" v="15862" actId="478"/>
          <ac:picMkLst>
            <pc:docMk/>
            <pc:sldMk cId="1151714293" sldId="595"/>
            <ac:picMk id="8" creationId="{860A2B3B-13A8-93FE-7F5F-0F351CE16EF3}"/>
          </ac:picMkLst>
        </pc:picChg>
      </pc:sldChg>
      <pc:sldChg chg="addSp modSp add del mod">
        <pc:chgData name="Yu Mao (SDS,118010224)" userId="1bbae264-552e-41b8-9f18-7e823f2686ac" providerId="ADAL" clId="{42D7EC03-9693-5841-8777-448DDBD84D20}" dt="2026-03-04T08:21:24.532" v="16100" actId="2696"/>
        <pc:sldMkLst>
          <pc:docMk/>
          <pc:sldMk cId="3531468383" sldId="596"/>
        </pc:sldMkLst>
        <pc:spChg chg="add mod">
          <ac:chgData name="Yu Mao (SDS,118010224)" userId="1bbae264-552e-41b8-9f18-7e823f2686ac" providerId="ADAL" clId="{42D7EC03-9693-5841-8777-448DDBD84D20}" dt="2026-03-04T08:21:19.362" v="16097" actId="1076"/>
          <ac:spMkLst>
            <pc:docMk/>
            <pc:sldMk cId="3531468383" sldId="596"/>
            <ac:spMk id="3" creationId="{7E8C3D7E-44B6-3816-0F46-E0F554593515}"/>
          </ac:spMkLst>
        </pc:spChg>
        <pc:spChg chg="mod">
          <ac:chgData name="Yu Mao (SDS,118010224)" userId="1bbae264-552e-41b8-9f18-7e823f2686ac" providerId="ADAL" clId="{42D7EC03-9693-5841-8777-448DDBD84D20}" dt="2026-03-04T08:21:19.863" v="16099" actId="20577"/>
          <ac:spMkLst>
            <pc:docMk/>
            <pc:sldMk cId="3531468383" sldId="596"/>
            <ac:spMk id="5" creationId="{00A54C91-7B47-A100-3851-CE6292654745}"/>
          </ac:spMkLst>
        </pc:spChg>
        <pc:spChg chg="mod">
          <ac:chgData name="Yu Mao (SDS,118010224)" userId="1bbae264-552e-41b8-9f18-7e823f2686ac" providerId="ADAL" clId="{42D7EC03-9693-5841-8777-448DDBD84D20}" dt="2026-03-04T08:14:14.064" v="15937" actId="14100"/>
          <ac:spMkLst>
            <pc:docMk/>
            <pc:sldMk cId="3531468383" sldId="596"/>
            <ac:spMk id="9" creationId="{0EDB1F49-48B7-66E8-6BB8-3F9F7003A24D}"/>
          </ac:spMkLst>
        </pc:spChg>
        <pc:picChg chg="add mod">
          <ac:chgData name="Yu Mao (SDS,118010224)" userId="1bbae264-552e-41b8-9f18-7e823f2686ac" providerId="ADAL" clId="{42D7EC03-9693-5841-8777-448DDBD84D20}" dt="2026-03-04T08:21:18.978" v="16095" actId="1076"/>
          <ac:picMkLst>
            <pc:docMk/>
            <pc:sldMk cId="3531468383" sldId="596"/>
            <ac:picMk id="2" creationId="{FC0A2FD2-86DC-ECAA-10BF-AEE5D2D59350}"/>
          </ac:picMkLst>
        </pc:picChg>
      </pc:sldChg>
      <pc:sldChg chg="modSp add mod">
        <pc:chgData name="Yu Mao (SDS,118010224)" userId="1bbae264-552e-41b8-9f18-7e823f2686ac" providerId="ADAL" clId="{42D7EC03-9693-5841-8777-448DDBD84D20}" dt="2026-03-04T08:54:09.945" v="16458" actId="20577"/>
        <pc:sldMkLst>
          <pc:docMk/>
          <pc:sldMk cId="3633387093" sldId="596"/>
        </pc:sldMkLst>
        <pc:spChg chg="mod">
          <ac:chgData name="Yu Mao (SDS,118010224)" userId="1bbae264-552e-41b8-9f18-7e823f2686ac" providerId="ADAL" clId="{42D7EC03-9693-5841-8777-448DDBD84D20}" dt="2026-03-04T08:23:55.350" v="16156" actId="1076"/>
          <ac:spMkLst>
            <pc:docMk/>
            <pc:sldMk cId="3633387093" sldId="596"/>
            <ac:spMk id="3" creationId="{7E8C3D7E-44B6-3816-0F46-E0F554593515}"/>
          </ac:spMkLst>
        </pc:spChg>
        <pc:spChg chg="mod">
          <ac:chgData name="Yu Mao (SDS,118010224)" userId="1bbae264-552e-41b8-9f18-7e823f2686ac" providerId="ADAL" clId="{42D7EC03-9693-5841-8777-448DDBD84D20}" dt="2026-03-04T08:54:09.945" v="16458" actId="20577"/>
          <ac:spMkLst>
            <pc:docMk/>
            <pc:sldMk cId="3633387093" sldId="596"/>
            <ac:spMk id="5" creationId="{00A54C91-7B47-A100-3851-CE6292654745}"/>
          </ac:spMkLst>
        </pc:spChg>
        <pc:picChg chg="mod">
          <ac:chgData name="Yu Mao (SDS,118010224)" userId="1bbae264-552e-41b8-9f18-7e823f2686ac" providerId="ADAL" clId="{42D7EC03-9693-5841-8777-448DDBD84D20}" dt="2026-03-04T08:23:57.477" v="16157" actId="1076"/>
          <ac:picMkLst>
            <pc:docMk/>
            <pc:sldMk cId="3633387093" sldId="596"/>
            <ac:picMk id="2" creationId="{FC0A2FD2-86DC-ECAA-10BF-AEE5D2D59350}"/>
          </ac:picMkLst>
        </pc:picChg>
      </pc:sldChg>
      <pc:sldChg chg="modSp add mod">
        <pc:chgData name="Yu Mao (SDS,118010224)" userId="1bbae264-552e-41b8-9f18-7e823f2686ac" providerId="ADAL" clId="{42D7EC03-9693-5841-8777-448DDBD84D20}" dt="2026-03-04T08:56:04.122" v="16462" actId="20577"/>
        <pc:sldMkLst>
          <pc:docMk/>
          <pc:sldMk cId="1994423289" sldId="597"/>
        </pc:sldMkLst>
        <pc:spChg chg="mod">
          <ac:chgData name="Yu Mao (SDS,118010224)" userId="1bbae264-552e-41b8-9f18-7e823f2686ac" providerId="ADAL" clId="{42D7EC03-9693-5841-8777-448DDBD84D20}" dt="2026-03-04T08:56:04.122" v="16462" actId="20577"/>
          <ac:spMkLst>
            <pc:docMk/>
            <pc:sldMk cId="1994423289" sldId="597"/>
            <ac:spMk id="3" creationId="{D262ADC6-C586-5544-9190-31AE1B69DD32}"/>
          </ac:spMkLst>
        </pc:spChg>
      </pc:sldChg>
      <pc:sldChg chg="modSp add mod">
        <pc:chgData name="Yu Mao (SDS,118010224)" userId="1bbae264-552e-41b8-9f18-7e823f2686ac" providerId="ADAL" clId="{42D7EC03-9693-5841-8777-448DDBD84D20}" dt="2026-03-04T08:56:09.884" v="16466" actId="20577"/>
        <pc:sldMkLst>
          <pc:docMk/>
          <pc:sldMk cId="2458748160" sldId="598"/>
        </pc:sldMkLst>
        <pc:spChg chg="mod">
          <ac:chgData name="Yu Mao (SDS,118010224)" userId="1bbae264-552e-41b8-9f18-7e823f2686ac" providerId="ADAL" clId="{42D7EC03-9693-5841-8777-448DDBD84D20}" dt="2026-03-04T08:56:09.884" v="16466" actId="20577"/>
          <ac:spMkLst>
            <pc:docMk/>
            <pc:sldMk cId="2458748160" sldId="598"/>
            <ac:spMk id="3" creationId="{557AF6F0-C5E7-0D29-3478-D5C22B651E57}"/>
          </ac:spMkLst>
        </pc:spChg>
      </pc:sldChg>
      <pc:sldChg chg="modSp add del mod">
        <pc:chgData name="Yu Mao (SDS,118010224)" userId="1bbae264-552e-41b8-9f18-7e823f2686ac" providerId="ADAL" clId="{42D7EC03-9693-5841-8777-448DDBD84D20}" dt="2026-03-04T08:42:21.660" v="16359" actId="2696"/>
        <pc:sldMkLst>
          <pc:docMk/>
          <pc:sldMk cId="3531468383" sldId="599"/>
        </pc:sldMkLst>
        <pc:spChg chg="mod">
          <ac:chgData name="Yu Mao (SDS,118010224)" userId="1bbae264-552e-41b8-9f18-7e823f2686ac" providerId="ADAL" clId="{42D7EC03-9693-5841-8777-448DDBD84D20}" dt="2026-03-04T08:41:08.373" v="16347" actId="20577"/>
          <ac:spMkLst>
            <pc:docMk/>
            <pc:sldMk cId="3531468383" sldId="599"/>
            <ac:spMk id="5" creationId="{00A54C91-7B47-A100-3851-CE6292654745}"/>
          </ac:spMkLst>
        </pc:spChg>
      </pc:sldChg>
      <pc:sldChg chg="modSp add mod">
        <pc:chgData name="Yu Mao (SDS,118010224)" userId="1bbae264-552e-41b8-9f18-7e823f2686ac" providerId="ADAL" clId="{42D7EC03-9693-5841-8777-448DDBD84D20}" dt="2026-03-04T09:33:34.713" v="16541" actId="20577"/>
        <pc:sldMkLst>
          <pc:docMk/>
          <pc:sldMk cId="885487085" sldId="600"/>
        </pc:sldMkLst>
        <pc:spChg chg="mod">
          <ac:chgData name="Yu Mao (SDS,118010224)" userId="1bbae264-552e-41b8-9f18-7e823f2686ac" providerId="ADAL" clId="{42D7EC03-9693-5841-8777-448DDBD84D20}" dt="2026-03-04T09:33:34.713" v="16541" actId="20577"/>
          <ac:spMkLst>
            <pc:docMk/>
            <pc:sldMk cId="885487085" sldId="600"/>
            <ac:spMk id="18" creationId="{87BEBF07-88F2-2281-DD25-69CDBC292E23}"/>
          </ac:spMkLst>
        </pc:spChg>
      </pc:sldChg>
      <pc:sldChg chg="add del">
        <pc:chgData name="Yu Mao (SDS,118010224)" userId="1bbae264-552e-41b8-9f18-7e823f2686ac" providerId="ADAL" clId="{42D7EC03-9693-5841-8777-448DDBD84D20}" dt="2026-03-04T08:44:24.001" v="16387" actId="2696"/>
        <pc:sldMkLst>
          <pc:docMk/>
          <pc:sldMk cId="824019258" sldId="601"/>
        </pc:sldMkLst>
      </pc:sldChg>
      <pc:sldChg chg="addSp delSp modSp add mod">
        <pc:chgData name="Yu Mao (SDS,118010224)" userId="1bbae264-552e-41b8-9f18-7e823f2686ac" providerId="ADAL" clId="{42D7EC03-9693-5841-8777-448DDBD84D20}" dt="2026-03-04T08:54:06.475" v="16454" actId="20577"/>
        <pc:sldMkLst>
          <pc:docMk/>
          <pc:sldMk cId="330743507" sldId="602"/>
        </pc:sldMkLst>
        <pc:spChg chg="mod">
          <ac:chgData name="Yu Mao (SDS,118010224)" userId="1bbae264-552e-41b8-9f18-7e823f2686ac" providerId="ADAL" clId="{42D7EC03-9693-5841-8777-448DDBD84D20}" dt="2026-03-04T08:54:06.475" v="16454" actId="20577"/>
          <ac:spMkLst>
            <pc:docMk/>
            <pc:sldMk cId="330743507" sldId="602"/>
            <ac:spMk id="5" creationId="{D5222770-0E40-01A6-F940-F9F257CD7E68}"/>
          </ac:spMkLst>
        </pc:spChg>
        <pc:spChg chg="mod">
          <ac:chgData name="Yu Mao (SDS,118010224)" userId="1bbae264-552e-41b8-9f18-7e823f2686ac" providerId="ADAL" clId="{42D7EC03-9693-5841-8777-448DDBD84D20}" dt="2026-03-04T08:53:48.417" v="16443" actId="2711"/>
          <ac:spMkLst>
            <pc:docMk/>
            <pc:sldMk cId="330743507" sldId="602"/>
            <ac:spMk id="9" creationId="{509A9ADB-8DFC-15FE-75EF-E9A555138A44}"/>
          </ac:spMkLst>
        </pc:spChg>
        <pc:spChg chg="mod">
          <ac:chgData name="Yu Mao (SDS,118010224)" userId="1bbae264-552e-41b8-9f18-7e823f2686ac" providerId="ADAL" clId="{42D7EC03-9693-5841-8777-448DDBD84D20}" dt="2026-03-04T08:51:53.495" v="16435" actId="20577"/>
          <ac:spMkLst>
            <pc:docMk/>
            <pc:sldMk cId="330743507" sldId="602"/>
            <ac:spMk id="18" creationId="{F90911AB-EC28-2481-6151-0061B38583C5}"/>
          </ac:spMkLst>
        </pc:spChg>
        <pc:picChg chg="del">
          <ac:chgData name="Yu Mao (SDS,118010224)" userId="1bbae264-552e-41b8-9f18-7e823f2686ac" providerId="ADAL" clId="{42D7EC03-9693-5841-8777-448DDBD84D20}" dt="2026-03-04T08:50:00.253" v="16395" actId="478"/>
          <ac:picMkLst>
            <pc:docMk/>
            <pc:sldMk cId="330743507" sldId="602"/>
            <ac:picMk id="2" creationId="{64D77BF4-0E1A-67C1-2DEA-44D9CEFDE2E4}"/>
          </ac:picMkLst>
        </pc:picChg>
        <pc:picChg chg="add mod">
          <ac:chgData name="Yu Mao (SDS,118010224)" userId="1bbae264-552e-41b8-9f18-7e823f2686ac" providerId="ADAL" clId="{42D7EC03-9693-5841-8777-448DDBD84D20}" dt="2026-03-04T08:51:41.170" v="16428" actId="14100"/>
          <ac:picMkLst>
            <pc:docMk/>
            <pc:sldMk cId="330743507" sldId="602"/>
            <ac:picMk id="3" creationId="{8CEFDEF4-D90B-6FBD-C5C2-36C8CCFC78F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2026/3/11</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1</a:t>
            </a:fld>
            <a:endParaRPr lang="zh-TW" altLang="en-US"/>
          </a:p>
        </p:txBody>
      </p:sp>
    </p:spTree>
    <p:extLst>
      <p:ext uri="{BB962C8B-B14F-4D97-AF65-F5344CB8AC3E}">
        <p14:creationId xmlns:p14="http://schemas.microsoft.com/office/powerpoint/2010/main" val="3890376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CCDB5-6AAF-8239-AF71-BF50CA609C0F}"/>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DCF9123E-782D-55B3-4F8F-6DEA9828805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B0CF79C-5AA7-DEF9-1920-C22BB6BF2BA4}"/>
              </a:ext>
            </a:extLst>
          </p:cNvPr>
          <p:cNvSpPr>
            <a:spLocks noGrp="1"/>
          </p:cNvSpPr>
          <p:nvPr>
            <p:ph type="body" idx="1"/>
          </p:nvPr>
        </p:nvSpPr>
        <p:spPr/>
        <p:txBody>
          <a:bodyPr>
            <a:normAutofit/>
          </a:bodyPr>
          <a:lstStyle/>
          <a:p>
            <a:endParaRPr lang="zh-TW" altLang="en-US" dirty="0"/>
          </a:p>
        </p:txBody>
      </p:sp>
      <p:sp>
        <p:nvSpPr>
          <p:cNvPr id="4" name="投影片編號版面配置區 3">
            <a:extLst>
              <a:ext uri="{FF2B5EF4-FFF2-40B4-BE49-F238E27FC236}">
                <a16:creationId xmlns:a16="http://schemas.microsoft.com/office/drawing/2014/main" id="{2BAC3AC1-D4D8-AD8A-98C3-2BC443F85FDB}"/>
              </a:ext>
            </a:extLst>
          </p:cNvPr>
          <p:cNvSpPr>
            <a:spLocks noGrp="1"/>
          </p:cNvSpPr>
          <p:nvPr>
            <p:ph type="sldNum" sz="quarter" idx="10"/>
          </p:nvPr>
        </p:nvSpPr>
        <p:spPr/>
        <p:txBody>
          <a:bodyPr/>
          <a:lstStyle/>
          <a:p>
            <a:fld id="{7320D120-4707-426F-9B85-873E256A6635}" type="slidenum">
              <a:rPr lang="zh-TW" altLang="en-US" smtClean="0"/>
              <a:pPr/>
              <a:t>2</a:t>
            </a:fld>
            <a:endParaRPr lang="zh-TW" altLang="en-US"/>
          </a:p>
        </p:txBody>
      </p:sp>
    </p:spTree>
    <p:extLst>
      <p:ext uri="{BB962C8B-B14F-4D97-AF65-F5344CB8AC3E}">
        <p14:creationId xmlns:p14="http://schemas.microsoft.com/office/powerpoint/2010/main" val="5105532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661F1-66D0-5385-3010-D5D40DAB8A7B}"/>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4C9A3F81-DF2D-C70F-02F7-B23F48B967B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773EB39-9D4E-7753-E636-AB968951CA35}"/>
              </a:ext>
            </a:extLst>
          </p:cNvPr>
          <p:cNvSpPr>
            <a:spLocks noGrp="1"/>
          </p:cNvSpPr>
          <p:nvPr>
            <p:ph type="body" idx="1"/>
          </p:nvPr>
        </p:nvSpPr>
        <p:spPr/>
        <p:txBody>
          <a:bodyPr>
            <a:normAutofit/>
          </a:bodyPr>
          <a:lstStyle/>
          <a:p>
            <a:endParaRPr lang="zh-TW" altLang="en-US"/>
          </a:p>
        </p:txBody>
      </p:sp>
      <p:sp>
        <p:nvSpPr>
          <p:cNvPr id="4" name="投影片編號版面配置區 3">
            <a:extLst>
              <a:ext uri="{FF2B5EF4-FFF2-40B4-BE49-F238E27FC236}">
                <a16:creationId xmlns:a16="http://schemas.microsoft.com/office/drawing/2014/main" id="{A77B5F3A-02C5-6CCB-BC27-B5258F57D8B2}"/>
              </a:ext>
            </a:extLst>
          </p:cNvPr>
          <p:cNvSpPr>
            <a:spLocks noGrp="1"/>
          </p:cNvSpPr>
          <p:nvPr>
            <p:ph type="sldNum" sz="quarter" idx="10"/>
          </p:nvPr>
        </p:nvSpPr>
        <p:spPr/>
        <p:txBody>
          <a:bodyPr/>
          <a:lstStyle/>
          <a:p>
            <a:fld id="{7320D120-4707-426F-9B85-873E256A6635}" type="slidenum">
              <a:rPr lang="zh-TW" altLang="en-US" smtClean="0"/>
              <a:pPr/>
              <a:t>3</a:t>
            </a:fld>
            <a:endParaRPr lang="zh-TW" altLang="en-US"/>
          </a:p>
        </p:txBody>
      </p:sp>
    </p:spTree>
    <p:extLst>
      <p:ext uri="{BB962C8B-B14F-4D97-AF65-F5344CB8AC3E}">
        <p14:creationId xmlns:p14="http://schemas.microsoft.com/office/powerpoint/2010/main" val="3564035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4</a:t>
            </a:fld>
            <a:endParaRPr lang="zh-TW" altLang="en-US"/>
          </a:p>
        </p:txBody>
      </p:sp>
    </p:spTree>
    <p:extLst>
      <p:ext uri="{BB962C8B-B14F-4D97-AF65-F5344CB8AC3E}">
        <p14:creationId xmlns:p14="http://schemas.microsoft.com/office/powerpoint/2010/main" val="2399461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2CEF-E927-4CD5-ABA7-585C78E9F4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B02FC4-13C0-C368-23DC-92F14BCAD6E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100E2C2-DAD8-553B-B7CD-B0C4FB281033}"/>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07F067D-8069-824B-9485-C56C5E834BEC}"/>
              </a:ext>
            </a:extLst>
          </p:cNvPr>
          <p:cNvSpPr>
            <a:spLocks noGrp="1"/>
          </p:cNvSpPr>
          <p:nvPr>
            <p:ph type="sldNum" sz="quarter" idx="5"/>
          </p:nvPr>
        </p:nvSpPr>
        <p:spPr/>
        <p:txBody>
          <a:bodyPr/>
          <a:lstStyle/>
          <a:p>
            <a:fld id="{B11D5518-E2B7-47D3-A483-775D39982443}" type="slidenum">
              <a:rPr lang="zh-TW" altLang="en-US" smtClean="0"/>
              <a:t>5</a:t>
            </a:fld>
            <a:endParaRPr lang="zh-TW" altLang="en-US"/>
          </a:p>
        </p:txBody>
      </p:sp>
    </p:spTree>
    <p:extLst>
      <p:ext uri="{BB962C8B-B14F-4D97-AF65-F5344CB8AC3E}">
        <p14:creationId xmlns:p14="http://schemas.microsoft.com/office/powerpoint/2010/main" val="1834482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FC04E-AADE-2C65-F803-F17BE067FC93}"/>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EDCA1DDA-5C90-634F-EF82-A94E00C1D4E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E8C70E5-AD17-3A3F-9D22-74EA77961EF5}"/>
              </a:ext>
            </a:extLst>
          </p:cNvPr>
          <p:cNvSpPr>
            <a:spLocks noGrp="1"/>
          </p:cNvSpPr>
          <p:nvPr>
            <p:ph type="body" idx="1"/>
          </p:nvPr>
        </p:nvSpPr>
        <p:spPr/>
        <p:txBody>
          <a:bodyPr>
            <a:normAutofit/>
          </a:bodyPr>
          <a:lstStyle/>
          <a:p>
            <a:endParaRPr lang="zh-TW" altLang="en-US"/>
          </a:p>
        </p:txBody>
      </p:sp>
      <p:sp>
        <p:nvSpPr>
          <p:cNvPr id="4" name="投影片編號版面配置區 3">
            <a:extLst>
              <a:ext uri="{FF2B5EF4-FFF2-40B4-BE49-F238E27FC236}">
                <a16:creationId xmlns:a16="http://schemas.microsoft.com/office/drawing/2014/main" id="{522B57AA-F8A4-E9AA-406C-748AC81E7EF3}"/>
              </a:ext>
            </a:extLst>
          </p:cNvPr>
          <p:cNvSpPr>
            <a:spLocks noGrp="1"/>
          </p:cNvSpPr>
          <p:nvPr>
            <p:ph type="sldNum" sz="quarter" idx="10"/>
          </p:nvPr>
        </p:nvSpPr>
        <p:spPr/>
        <p:txBody>
          <a:bodyPr/>
          <a:lstStyle/>
          <a:p>
            <a:fld id="{7320D120-4707-426F-9B85-873E256A6635}" type="slidenum">
              <a:rPr lang="zh-TW" altLang="en-US" smtClean="0"/>
              <a:pPr/>
              <a:t>6</a:t>
            </a:fld>
            <a:endParaRPr lang="zh-TW" altLang="en-US"/>
          </a:p>
        </p:txBody>
      </p:sp>
    </p:spTree>
    <p:extLst>
      <p:ext uri="{BB962C8B-B14F-4D97-AF65-F5344CB8AC3E}">
        <p14:creationId xmlns:p14="http://schemas.microsoft.com/office/powerpoint/2010/main" val="11094694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7</a:t>
            </a:fld>
            <a:endParaRPr lang="zh-TW" altLang="en-US"/>
          </a:p>
        </p:txBody>
      </p:sp>
    </p:spTree>
    <p:extLst>
      <p:ext uri="{BB962C8B-B14F-4D97-AF65-F5344CB8AC3E}">
        <p14:creationId xmlns:p14="http://schemas.microsoft.com/office/powerpoint/2010/main" val="1118035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8C48C-A20D-AE8E-E111-747A45F51A0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9DCD6FF-D4CC-3896-A226-C44F3C1C0CA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1E7BD3-BF1B-0764-C8A4-5F3758A94CD9}"/>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949DEB34-E86E-8D21-EBF2-DEFDA86F3447}"/>
              </a:ext>
            </a:extLst>
          </p:cNvPr>
          <p:cNvSpPr>
            <a:spLocks noGrp="1"/>
          </p:cNvSpPr>
          <p:nvPr>
            <p:ph type="sldNum" sz="quarter" idx="5"/>
          </p:nvPr>
        </p:nvSpPr>
        <p:spPr/>
        <p:txBody>
          <a:bodyPr/>
          <a:lstStyle/>
          <a:p>
            <a:fld id="{B11D5518-E2B7-47D3-A483-775D39982443}" type="slidenum">
              <a:rPr lang="zh-TW" altLang="en-US" smtClean="0"/>
              <a:t>8</a:t>
            </a:fld>
            <a:endParaRPr lang="zh-TW" altLang="en-US"/>
          </a:p>
        </p:txBody>
      </p:sp>
    </p:spTree>
    <p:extLst>
      <p:ext uri="{BB962C8B-B14F-4D97-AF65-F5344CB8AC3E}">
        <p14:creationId xmlns:p14="http://schemas.microsoft.com/office/powerpoint/2010/main" val="33831913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7438A-F19F-C9E3-BA41-2BBFDC5A8C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818960-3CBA-3388-B2FD-7A9C264FD78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2562C7D-B0F1-1FFE-33F5-438D11C0AADC}"/>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AE0C40C-84CC-880E-7020-2F4F98C11121}"/>
              </a:ext>
            </a:extLst>
          </p:cNvPr>
          <p:cNvSpPr>
            <a:spLocks noGrp="1"/>
          </p:cNvSpPr>
          <p:nvPr>
            <p:ph type="sldNum" sz="quarter" idx="5"/>
          </p:nvPr>
        </p:nvSpPr>
        <p:spPr/>
        <p:txBody>
          <a:bodyPr/>
          <a:lstStyle/>
          <a:p>
            <a:fld id="{B11D5518-E2B7-47D3-A483-775D39982443}" type="slidenum">
              <a:rPr lang="zh-TW" altLang="en-US" smtClean="0"/>
              <a:t>9</a:t>
            </a:fld>
            <a:endParaRPr lang="zh-TW" altLang="en-US"/>
          </a:p>
        </p:txBody>
      </p:sp>
    </p:spTree>
    <p:extLst>
      <p:ext uri="{BB962C8B-B14F-4D97-AF65-F5344CB8AC3E}">
        <p14:creationId xmlns:p14="http://schemas.microsoft.com/office/powerpoint/2010/main" val="414811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58BCB-9AB4-B1B2-CE2A-4BAB56B54BDC}"/>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516A6D68-715B-E990-8CB7-21296D51DBE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C5B8AC2-DAA0-DC49-733F-4BF67A6150C5}"/>
              </a:ext>
            </a:extLst>
          </p:cNvPr>
          <p:cNvSpPr>
            <a:spLocks noGrp="1"/>
          </p:cNvSpPr>
          <p:nvPr>
            <p:ph type="body" idx="1"/>
          </p:nvPr>
        </p:nvSpPr>
        <p:spPr/>
        <p:txBody>
          <a:bodyPr>
            <a:normAutofit/>
          </a:bodyPr>
          <a:lstStyle/>
          <a:p>
            <a:endParaRPr lang="zh-TW" altLang="en-US" dirty="0"/>
          </a:p>
        </p:txBody>
      </p:sp>
      <p:sp>
        <p:nvSpPr>
          <p:cNvPr id="4" name="投影片編號版面配置區 3">
            <a:extLst>
              <a:ext uri="{FF2B5EF4-FFF2-40B4-BE49-F238E27FC236}">
                <a16:creationId xmlns:a16="http://schemas.microsoft.com/office/drawing/2014/main" id="{BBA957FF-852C-C387-8D3D-5D0B5BC1950C}"/>
              </a:ext>
            </a:extLst>
          </p:cNvPr>
          <p:cNvSpPr>
            <a:spLocks noGrp="1"/>
          </p:cNvSpPr>
          <p:nvPr>
            <p:ph type="sldNum" sz="quarter" idx="10"/>
          </p:nvPr>
        </p:nvSpPr>
        <p:spPr/>
        <p:txBody>
          <a:bodyPr/>
          <a:lstStyle/>
          <a:p>
            <a:fld id="{7320D120-4707-426F-9B85-873E256A6635}" type="slidenum">
              <a:rPr lang="zh-TW" altLang="en-US" smtClean="0"/>
              <a:pPr/>
              <a:t>10</a:t>
            </a:fld>
            <a:endParaRPr lang="zh-TW" altLang="en-US"/>
          </a:p>
        </p:txBody>
      </p:sp>
    </p:spTree>
    <p:extLst>
      <p:ext uri="{BB962C8B-B14F-4D97-AF65-F5344CB8AC3E}">
        <p14:creationId xmlns:p14="http://schemas.microsoft.com/office/powerpoint/2010/main" val="264826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11</a:t>
            </a:fld>
            <a:endParaRPr lang="zh-TW" altLang="en-US"/>
          </a:p>
        </p:txBody>
      </p:sp>
    </p:spTree>
    <p:extLst>
      <p:ext uri="{BB962C8B-B14F-4D97-AF65-F5344CB8AC3E}">
        <p14:creationId xmlns:p14="http://schemas.microsoft.com/office/powerpoint/2010/main" val="2301536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7E50E-B5A3-3ABD-DACD-8ADC36F879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81B6ABE-9C16-56AF-6B1B-022AEC1086B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F8B2C69-F52A-2703-9C2A-2A29BBFD0555}"/>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B6780179-70DD-5767-E327-0265D55C5935}"/>
              </a:ext>
            </a:extLst>
          </p:cNvPr>
          <p:cNvSpPr>
            <a:spLocks noGrp="1"/>
          </p:cNvSpPr>
          <p:nvPr>
            <p:ph type="sldNum" sz="quarter" idx="5"/>
          </p:nvPr>
        </p:nvSpPr>
        <p:spPr/>
        <p:txBody>
          <a:bodyPr/>
          <a:lstStyle/>
          <a:p>
            <a:fld id="{B11D5518-E2B7-47D3-A483-775D39982443}" type="slidenum">
              <a:rPr lang="zh-TW" altLang="en-US" smtClean="0"/>
              <a:t>12</a:t>
            </a:fld>
            <a:endParaRPr lang="zh-TW" altLang="en-US"/>
          </a:p>
        </p:txBody>
      </p:sp>
    </p:spTree>
    <p:extLst>
      <p:ext uri="{BB962C8B-B14F-4D97-AF65-F5344CB8AC3E}">
        <p14:creationId xmlns:p14="http://schemas.microsoft.com/office/powerpoint/2010/main" val="18668193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D4ED3-D62A-5D38-5E33-7C2269C2CE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172010-A44C-566E-E0E0-E0179BB8FF7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D286CE-7C34-9CBB-3694-F51305A958D0}"/>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BD4D82EE-0257-0B8C-B875-FE7325BA7369}"/>
              </a:ext>
            </a:extLst>
          </p:cNvPr>
          <p:cNvSpPr>
            <a:spLocks noGrp="1"/>
          </p:cNvSpPr>
          <p:nvPr>
            <p:ph type="sldNum" sz="quarter" idx="5"/>
          </p:nvPr>
        </p:nvSpPr>
        <p:spPr/>
        <p:txBody>
          <a:bodyPr/>
          <a:lstStyle/>
          <a:p>
            <a:fld id="{B11D5518-E2B7-47D3-A483-775D39982443}" type="slidenum">
              <a:rPr lang="zh-TW" altLang="en-US" smtClean="0"/>
              <a:t>13</a:t>
            </a:fld>
            <a:endParaRPr lang="zh-TW" altLang="en-US"/>
          </a:p>
        </p:txBody>
      </p:sp>
    </p:spTree>
    <p:extLst>
      <p:ext uri="{BB962C8B-B14F-4D97-AF65-F5344CB8AC3E}">
        <p14:creationId xmlns:p14="http://schemas.microsoft.com/office/powerpoint/2010/main" val="40934125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F5DFA-7B33-4A82-D573-8D103F3690F3}"/>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AE3D0DD7-8DBF-2F11-013B-8A83FC2373E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049A061-E4BF-DE2A-9366-630AC4E371E3}"/>
              </a:ext>
            </a:extLst>
          </p:cNvPr>
          <p:cNvSpPr>
            <a:spLocks noGrp="1"/>
          </p:cNvSpPr>
          <p:nvPr>
            <p:ph type="body" idx="1"/>
          </p:nvPr>
        </p:nvSpPr>
        <p:spPr/>
        <p:txBody>
          <a:bodyPr>
            <a:normAutofit/>
          </a:bodyPr>
          <a:lstStyle/>
          <a:p>
            <a:endParaRPr lang="zh-TW" altLang="en-US" dirty="0"/>
          </a:p>
        </p:txBody>
      </p:sp>
      <p:sp>
        <p:nvSpPr>
          <p:cNvPr id="4" name="投影片編號版面配置區 3">
            <a:extLst>
              <a:ext uri="{FF2B5EF4-FFF2-40B4-BE49-F238E27FC236}">
                <a16:creationId xmlns:a16="http://schemas.microsoft.com/office/drawing/2014/main" id="{CE9D8D94-8E45-0F5A-34A6-0288D6C2D465}"/>
              </a:ext>
            </a:extLst>
          </p:cNvPr>
          <p:cNvSpPr>
            <a:spLocks noGrp="1"/>
          </p:cNvSpPr>
          <p:nvPr>
            <p:ph type="sldNum" sz="quarter" idx="10"/>
          </p:nvPr>
        </p:nvSpPr>
        <p:spPr/>
        <p:txBody>
          <a:bodyPr/>
          <a:lstStyle/>
          <a:p>
            <a:fld id="{7320D120-4707-426F-9B85-873E256A6635}" type="slidenum">
              <a:rPr lang="zh-TW" altLang="en-US" smtClean="0"/>
              <a:pPr/>
              <a:t>14</a:t>
            </a:fld>
            <a:endParaRPr lang="zh-TW" altLang="en-US"/>
          </a:p>
        </p:txBody>
      </p:sp>
    </p:spTree>
    <p:extLst>
      <p:ext uri="{BB962C8B-B14F-4D97-AF65-F5344CB8AC3E}">
        <p14:creationId xmlns:p14="http://schemas.microsoft.com/office/powerpoint/2010/main" val="644627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A3554-925B-CF42-EC64-DA91ED1A77D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93AFBC-4B48-2BFB-826D-DE9F2AEE70D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F7EA65-0B8B-BE41-B842-12532386925E}"/>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502E9C4A-3DA1-22A4-FE0A-9E0166DFAB77}"/>
              </a:ext>
            </a:extLst>
          </p:cNvPr>
          <p:cNvSpPr>
            <a:spLocks noGrp="1"/>
          </p:cNvSpPr>
          <p:nvPr>
            <p:ph type="sldNum" sz="quarter" idx="5"/>
          </p:nvPr>
        </p:nvSpPr>
        <p:spPr/>
        <p:txBody>
          <a:bodyPr/>
          <a:lstStyle/>
          <a:p>
            <a:fld id="{B11D5518-E2B7-47D3-A483-775D39982443}" type="slidenum">
              <a:rPr lang="zh-TW" altLang="en-US" smtClean="0"/>
              <a:t>15</a:t>
            </a:fld>
            <a:endParaRPr lang="zh-TW" altLang="en-US"/>
          </a:p>
        </p:txBody>
      </p:sp>
    </p:spTree>
    <p:extLst>
      <p:ext uri="{BB962C8B-B14F-4D97-AF65-F5344CB8AC3E}">
        <p14:creationId xmlns:p14="http://schemas.microsoft.com/office/powerpoint/2010/main" val="26999110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EAAF3-EB6F-DE78-014E-E418A3B9ED9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B8037DA-9B14-3967-E4CB-5E60B5F03E2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C48593C-9BAC-22D0-457B-1097542C4C36}"/>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C8B5B9C7-33D6-8B99-3D9F-A8E2D3450926}"/>
              </a:ext>
            </a:extLst>
          </p:cNvPr>
          <p:cNvSpPr>
            <a:spLocks noGrp="1"/>
          </p:cNvSpPr>
          <p:nvPr>
            <p:ph type="sldNum" sz="quarter" idx="5"/>
          </p:nvPr>
        </p:nvSpPr>
        <p:spPr/>
        <p:txBody>
          <a:bodyPr/>
          <a:lstStyle/>
          <a:p>
            <a:fld id="{B11D5518-E2B7-47D3-A483-775D39982443}" type="slidenum">
              <a:rPr lang="zh-TW" altLang="en-US" smtClean="0"/>
              <a:t>16</a:t>
            </a:fld>
            <a:endParaRPr lang="zh-TW" altLang="en-US"/>
          </a:p>
        </p:txBody>
      </p:sp>
    </p:spTree>
    <p:extLst>
      <p:ext uri="{BB962C8B-B14F-4D97-AF65-F5344CB8AC3E}">
        <p14:creationId xmlns:p14="http://schemas.microsoft.com/office/powerpoint/2010/main" val="22037302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D067A-F579-64F2-E76E-5673A86190B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974060B-A50C-70AE-57D7-EB86A32683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D804080-BA26-9FC8-77FB-B61059C9CE59}"/>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EE6CBA73-237B-07D3-5D52-2BE0251D79E5}"/>
              </a:ext>
            </a:extLst>
          </p:cNvPr>
          <p:cNvSpPr>
            <a:spLocks noGrp="1"/>
          </p:cNvSpPr>
          <p:nvPr>
            <p:ph type="sldNum" sz="quarter" idx="5"/>
          </p:nvPr>
        </p:nvSpPr>
        <p:spPr/>
        <p:txBody>
          <a:bodyPr/>
          <a:lstStyle/>
          <a:p>
            <a:fld id="{B11D5518-E2B7-47D3-A483-775D39982443}" type="slidenum">
              <a:rPr lang="zh-TW" altLang="en-US" smtClean="0"/>
              <a:t>17</a:t>
            </a:fld>
            <a:endParaRPr lang="zh-TW" altLang="en-US"/>
          </a:p>
        </p:txBody>
      </p:sp>
    </p:spTree>
    <p:extLst>
      <p:ext uri="{BB962C8B-B14F-4D97-AF65-F5344CB8AC3E}">
        <p14:creationId xmlns:p14="http://schemas.microsoft.com/office/powerpoint/2010/main" val="42567890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44197-8236-4973-15EC-2239D80F0E7F}"/>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165BEF5D-0406-8DBB-9518-7D92AD18738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5F63362-BB16-F410-E50F-23CC1302127F}"/>
              </a:ext>
            </a:extLst>
          </p:cNvPr>
          <p:cNvSpPr>
            <a:spLocks noGrp="1"/>
          </p:cNvSpPr>
          <p:nvPr>
            <p:ph type="body" idx="1"/>
          </p:nvPr>
        </p:nvSpPr>
        <p:spPr/>
        <p:txBody>
          <a:bodyPr>
            <a:normAutofit/>
          </a:bodyPr>
          <a:lstStyle/>
          <a:p>
            <a:endParaRPr lang="zh-TW" altLang="en-US" dirty="0"/>
          </a:p>
        </p:txBody>
      </p:sp>
      <p:sp>
        <p:nvSpPr>
          <p:cNvPr id="4" name="投影片編號版面配置區 3">
            <a:extLst>
              <a:ext uri="{FF2B5EF4-FFF2-40B4-BE49-F238E27FC236}">
                <a16:creationId xmlns:a16="http://schemas.microsoft.com/office/drawing/2014/main" id="{83A844D9-5574-4C88-6F0A-81009A6BC88C}"/>
              </a:ext>
            </a:extLst>
          </p:cNvPr>
          <p:cNvSpPr>
            <a:spLocks noGrp="1"/>
          </p:cNvSpPr>
          <p:nvPr>
            <p:ph type="sldNum" sz="quarter" idx="10"/>
          </p:nvPr>
        </p:nvSpPr>
        <p:spPr/>
        <p:txBody>
          <a:bodyPr/>
          <a:lstStyle/>
          <a:p>
            <a:fld id="{7320D120-4707-426F-9B85-873E256A6635}" type="slidenum">
              <a:rPr lang="zh-TW" altLang="en-US" smtClean="0"/>
              <a:pPr/>
              <a:t>18</a:t>
            </a:fld>
            <a:endParaRPr lang="zh-TW" altLang="en-US"/>
          </a:p>
        </p:txBody>
      </p:sp>
    </p:spTree>
    <p:extLst>
      <p:ext uri="{BB962C8B-B14F-4D97-AF65-F5344CB8AC3E}">
        <p14:creationId xmlns:p14="http://schemas.microsoft.com/office/powerpoint/2010/main" val="19561546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74CFE-25CB-1FB2-4E66-31FBA8AB0A6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82B94AA-2E41-1E3F-0F1E-1B89BDFA99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61EB283-622B-573B-0852-0355D8A4CBB2}"/>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3E6C1A0A-55CB-B3EA-7AC1-61717D706405}"/>
              </a:ext>
            </a:extLst>
          </p:cNvPr>
          <p:cNvSpPr>
            <a:spLocks noGrp="1"/>
          </p:cNvSpPr>
          <p:nvPr>
            <p:ph type="sldNum" sz="quarter" idx="5"/>
          </p:nvPr>
        </p:nvSpPr>
        <p:spPr/>
        <p:txBody>
          <a:bodyPr/>
          <a:lstStyle/>
          <a:p>
            <a:fld id="{B11D5518-E2B7-47D3-A483-775D39982443}" type="slidenum">
              <a:rPr lang="zh-TW" altLang="en-US" smtClean="0"/>
              <a:t>19</a:t>
            </a:fld>
            <a:endParaRPr lang="zh-TW" altLang="en-US"/>
          </a:p>
        </p:txBody>
      </p:sp>
    </p:spTree>
    <p:extLst>
      <p:ext uri="{BB962C8B-B14F-4D97-AF65-F5344CB8AC3E}">
        <p14:creationId xmlns:p14="http://schemas.microsoft.com/office/powerpoint/2010/main" val="5713859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A9BFB-A323-63F3-511B-C17F278F2A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C28E094-F832-0830-2184-5EFA1B8BDCF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A5FBF4-432F-2E32-34AF-3AF5D6A8D417}"/>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A712F7A4-25F7-CFF2-9534-F7AA52FC297C}"/>
              </a:ext>
            </a:extLst>
          </p:cNvPr>
          <p:cNvSpPr>
            <a:spLocks noGrp="1"/>
          </p:cNvSpPr>
          <p:nvPr>
            <p:ph type="sldNum" sz="quarter" idx="5"/>
          </p:nvPr>
        </p:nvSpPr>
        <p:spPr/>
        <p:txBody>
          <a:bodyPr/>
          <a:lstStyle/>
          <a:p>
            <a:fld id="{B11D5518-E2B7-47D3-A483-775D39982443}" type="slidenum">
              <a:rPr lang="zh-TW" altLang="en-US" smtClean="0"/>
              <a:t>20</a:t>
            </a:fld>
            <a:endParaRPr lang="zh-TW" altLang="en-US"/>
          </a:p>
        </p:txBody>
      </p:sp>
    </p:spTree>
    <p:extLst>
      <p:ext uri="{BB962C8B-B14F-4D97-AF65-F5344CB8AC3E}">
        <p14:creationId xmlns:p14="http://schemas.microsoft.com/office/powerpoint/2010/main" val="7936095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C25FE-44C6-68AE-7A6A-1A99DB7979D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7B826E5-F2F1-CBAD-9669-AF76967EDE7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0968FFE-ABCD-14A5-654C-30EF6F9EAA3B}"/>
              </a:ext>
            </a:extLst>
          </p:cNvPr>
          <p:cNvSpPr>
            <a:spLocks noGrp="1"/>
          </p:cNvSpPr>
          <p:nvPr>
            <p:ph type="body" idx="1"/>
          </p:nvPr>
        </p:nvSpPr>
        <p:spPr/>
        <p:txBody>
          <a:bodyPr/>
          <a:lstStyle/>
          <a:p>
            <a:r>
              <a:rPr lang="en" altLang="zh-CN" sz="1200" b="0" i="0" kern="1200" dirty="0">
                <a:solidFill>
                  <a:schemeClr val="tx1"/>
                </a:solidFill>
                <a:effectLst/>
                <a:latin typeface="+mn-lt"/>
                <a:ea typeface="+mn-ea"/>
                <a:cs typeface="+mn-cs"/>
              </a:rPr>
              <a:t>The Boundary Analysis algorithm first loads user-defined scheduler interface functions, scheduler file functions and kernel call graph, then iteratively identifies external scheduler functions by checking call edges where callers are outside the scheduler module, and finally classifies the remaining scheduler functions as internal ones</a:t>
            </a:r>
            <a:endParaRPr kumimoji="1" lang="zh-CN" altLang="en-US" dirty="0"/>
          </a:p>
        </p:txBody>
      </p:sp>
      <p:sp>
        <p:nvSpPr>
          <p:cNvPr id="4" name="灯片编号占位符 3">
            <a:extLst>
              <a:ext uri="{FF2B5EF4-FFF2-40B4-BE49-F238E27FC236}">
                <a16:creationId xmlns:a16="http://schemas.microsoft.com/office/drawing/2014/main" id="{55765F9B-C728-8251-3B3A-1043466E433F}"/>
              </a:ext>
            </a:extLst>
          </p:cNvPr>
          <p:cNvSpPr>
            <a:spLocks noGrp="1"/>
          </p:cNvSpPr>
          <p:nvPr>
            <p:ph type="sldNum" sz="quarter" idx="5"/>
          </p:nvPr>
        </p:nvSpPr>
        <p:spPr/>
        <p:txBody>
          <a:bodyPr/>
          <a:lstStyle/>
          <a:p>
            <a:fld id="{B11D5518-E2B7-47D3-A483-775D39982443}" type="slidenum">
              <a:rPr lang="zh-TW" altLang="en-US" smtClean="0"/>
              <a:t>21</a:t>
            </a:fld>
            <a:endParaRPr lang="zh-TW" altLang="en-US"/>
          </a:p>
        </p:txBody>
      </p:sp>
    </p:spTree>
    <p:extLst>
      <p:ext uri="{BB962C8B-B14F-4D97-AF65-F5344CB8AC3E}">
        <p14:creationId xmlns:p14="http://schemas.microsoft.com/office/powerpoint/2010/main" val="25751829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49444-A0E6-84C7-32FD-A3CCF246256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8EB727D-021B-14DD-AFBE-D9668BD25F1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043E544-F3D7-4396-6881-6E541A770CE2}"/>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691865B0-1409-A20C-1C34-BFD25798C2E8}"/>
              </a:ext>
            </a:extLst>
          </p:cNvPr>
          <p:cNvSpPr>
            <a:spLocks noGrp="1"/>
          </p:cNvSpPr>
          <p:nvPr>
            <p:ph type="sldNum" sz="quarter" idx="5"/>
          </p:nvPr>
        </p:nvSpPr>
        <p:spPr/>
        <p:txBody>
          <a:bodyPr/>
          <a:lstStyle/>
          <a:p>
            <a:fld id="{B11D5518-E2B7-47D3-A483-775D39982443}" type="slidenum">
              <a:rPr lang="zh-TW" altLang="en-US" smtClean="0"/>
              <a:t>22</a:t>
            </a:fld>
            <a:endParaRPr lang="zh-TW" altLang="en-US"/>
          </a:p>
        </p:txBody>
      </p:sp>
    </p:spTree>
    <p:extLst>
      <p:ext uri="{BB962C8B-B14F-4D97-AF65-F5344CB8AC3E}">
        <p14:creationId xmlns:p14="http://schemas.microsoft.com/office/powerpoint/2010/main" val="1667384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6686E-BC15-EE40-8FBF-261A13F4F98E}"/>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3E84137A-BC6D-C19A-C510-FBBFF9102EF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D127151-D0B5-F50C-EF34-F5B8C0362944}"/>
              </a:ext>
            </a:extLst>
          </p:cNvPr>
          <p:cNvSpPr>
            <a:spLocks noGrp="1"/>
          </p:cNvSpPr>
          <p:nvPr>
            <p:ph type="body" idx="1"/>
          </p:nvPr>
        </p:nvSpPr>
        <p:spPr/>
        <p:txBody>
          <a:bodyPr>
            <a:normAutofit/>
          </a:bodyPr>
          <a:lstStyle/>
          <a:p>
            <a:endParaRPr lang="zh-TW" altLang="en-US" dirty="0"/>
          </a:p>
        </p:txBody>
      </p:sp>
      <p:sp>
        <p:nvSpPr>
          <p:cNvPr id="4" name="投影片編號版面配置區 3">
            <a:extLst>
              <a:ext uri="{FF2B5EF4-FFF2-40B4-BE49-F238E27FC236}">
                <a16:creationId xmlns:a16="http://schemas.microsoft.com/office/drawing/2014/main" id="{7BFF5258-8047-D516-B3BA-1CA31864B663}"/>
              </a:ext>
            </a:extLst>
          </p:cNvPr>
          <p:cNvSpPr>
            <a:spLocks noGrp="1"/>
          </p:cNvSpPr>
          <p:nvPr>
            <p:ph type="sldNum" sz="quarter" idx="10"/>
          </p:nvPr>
        </p:nvSpPr>
        <p:spPr/>
        <p:txBody>
          <a:bodyPr/>
          <a:lstStyle/>
          <a:p>
            <a:fld id="{7320D120-4707-426F-9B85-873E256A6635}" type="slidenum">
              <a:rPr lang="zh-TW" altLang="en-US" smtClean="0"/>
              <a:pPr/>
              <a:t>23</a:t>
            </a:fld>
            <a:endParaRPr lang="zh-TW" altLang="en-US"/>
          </a:p>
        </p:txBody>
      </p:sp>
    </p:spTree>
    <p:extLst>
      <p:ext uri="{BB962C8B-B14F-4D97-AF65-F5344CB8AC3E}">
        <p14:creationId xmlns:p14="http://schemas.microsoft.com/office/powerpoint/2010/main" val="12902293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72F4C-AD30-BA2F-2732-473BC05E10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63C7C6-B2DF-80B5-D9DD-5BBC935FEEB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F8BBC17-A5D3-855C-4652-6DB85D829EBD}"/>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396C3DD6-3368-7EC1-10C6-60689A6DA065}"/>
              </a:ext>
            </a:extLst>
          </p:cNvPr>
          <p:cNvSpPr>
            <a:spLocks noGrp="1"/>
          </p:cNvSpPr>
          <p:nvPr>
            <p:ph type="sldNum" sz="quarter" idx="5"/>
          </p:nvPr>
        </p:nvSpPr>
        <p:spPr/>
        <p:txBody>
          <a:bodyPr/>
          <a:lstStyle/>
          <a:p>
            <a:fld id="{B11D5518-E2B7-47D3-A483-775D39982443}" type="slidenum">
              <a:rPr lang="zh-TW" altLang="en-US" smtClean="0"/>
              <a:t>24</a:t>
            </a:fld>
            <a:endParaRPr lang="zh-TW" altLang="en-US"/>
          </a:p>
        </p:txBody>
      </p:sp>
    </p:spTree>
    <p:extLst>
      <p:ext uri="{BB962C8B-B14F-4D97-AF65-F5344CB8AC3E}">
        <p14:creationId xmlns:p14="http://schemas.microsoft.com/office/powerpoint/2010/main" val="37899488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FFC6D-84E8-BF5C-5BD1-1A10EC907C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60BDDD-8CB3-CD11-79BA-06C706FD0BF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2945A0C-3BC4-4AEB-83A9-8D231F8BDDF4}"/>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6028C7B1-262C-80AB-776F-20EBF7B759C8}"/>
              </a:ext>
            </a:extLst>
          </p:cNvPr>
          <p:cNvSpPr>
            <a:spLocks noGrp="1"/>
          </p:cNvSpPr>
          <p:nvPr>
            <p:ph type="sldNum" sz="quarter" idx="5"/>
          </p:nvPr>
        </p:nvSpPr>
        <p:spPr/>
        <p:txBody>
          <a:bodyPr/>
          <a:lstStyle/>
          <a:p>
            <a:fld id="{B11D5518-E2B7-47D3-A483-775D39982443}" type="slidenum">
              <a:rPr lang="zh-TW" altLang="en-US" smtClean="0"/>
              <a:t>25</a:t>
            </a:fld>
            <a:endParaRPr lang="zh-TW" altLang="en-US"/>
          </a:p>
        </p:txBody>
      </p:sp>
    </p:spTree>
    <p:extLst>
      <p:ext uri="{BB962C8B-B14F-4D97-AF65-F5344CB8AC3E}">
        <p14:creationId xmlns:p14="http://schemas.microsoft.com/office/powerpoint/2010/main" val="28443804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176EE-5FE5-78C6-6E68-5F37FA763E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C090D0-7B40-2139-7907-38EAD2EAB7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4D6C8F2-4EB7-DEB6-1B80-18C52E3FAD52}"/>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BF82D7BA-48A0-4C25-EDF4-C8C572B2B35D}"/>
              </a:ext>
            </a:extLst>
          </p:cNvPr>
          <p:cNvSpPr>
            <a:spLocks noGrp="1"/>
          </p:cNvSpPr>
          <p:nvPr>
            <p:ph type="sldNum" sz="quarter" idx="5"/>
          </p:nvPr>
        </p:nvSpPr>
        <p:spPr/>
        <p:txBody>
          <a:bodyPr/>
          <a:lstStyle/>
          <a:p>
            <a:fld id="{B11D5518-E2B7-47D3-A483-775D39982443}" type="slidenum">
              <a:rPr lang="zh-TW" altLang="en-US" smtClean="0"/>
              <a:t>26</a:t>
            </a:fld>
            <a:endParaRPr lang="zh-TW" altLang="en-US"/>
          </a:p>
        </p:txBody>
      </p:sp>
    </p:spTree>
    <p:extLst>
      <p:ext uri="{BB962C8B-B14F-4D97-AF65-F5344CB8AC3E}">
        <p14:creationId xmlns:p14="http://schemas.microsoft.com/office/powerpoint/2010/main" val="20222775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9A4DF-7FA6-DA3D-B280-496670D3606A}"/>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377CCFF7-0BA8-4385-24D6-927F0212201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E96F358-1F70-E04C-9353-8D5EC2FDC7D9}"/>
              </a:ext>
            </a:extLst>
          </p:cNvPr>
          <p:cNvSpPr>
            <a:spLocks noGrp="1"/>
          </p:cNvSpPr>
          <p:nvPr>
            <p:ph type="body" idx="1"/>
          </p:nvPr>
        </p:nvSpPr>
        <p:spPr/>
        <p:txBody>
          <a:bodyPr>
            <a:normAutofit/>
          </a:bodyPr>
          <a:lstStyle/>
          <a:p>
            <a:endParaRPr lang="zh-TW" altLang="en-US" dirty="0"/>
          </a:p>
        </p:txBody>
      </p:sp>
      <p:sp>
        <p:nvSpPr>
          <p:cNvPr id="4" name="投影片編號版面配置區 3">
            <a:extLst>
              <a:ext uri="{FF2B5EF4-FFF2-40B4-BE49-F238E27FC236}">
                <a16:creationId xmlns:a16="http://schemas.microsoft.com/office/drawing/2014/main" id="{44C18422-3D5A-36B5-2E7E-183D45F960FA}"/>
              </a:ext>
            </a:extLst>
          </p:cNvPr>
          <p:cNvSpPr>
            <a:spLocks noGrp="1"/>
          </p:cNvSpPr>
          <p:nvPr>
            <p:ph type="sldNum" sz="quarter" idx="10"/>
          </p:nvPr>
        </p:nvSpPr>
        <p:spPr/>
        <p:txBody>
          <a:bodyPr/>
          <a:lstStyle/>
          <a:p>
            <a:fld id="{7320D120-4707-426F-9B85-873E256A6635}" type="slidenum">
              <a:rPr lang="zh-TW" altLang="en-US" smtClean="0"/>
              <a:pPr/>
              <a:t>27</a:t>
            </a:fld>
            <a:endParaRPr lang="zh-TW" altLang="en-US"/>
          </a:p>
        </p:txBody>
      </p:sp>
    </p:spTree>
    <p:extLst>
      <p:ext uri="{BB962C8B-B14F-4D97-AF65-F5344CB8AC3E}">
        <p14:creationId xmlns:p14="http://schemas.microsoft.com/office/powerpoint/2010/main" val="20330429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4CF37-18C4-255C-1357-C3C0B485B4EE}"/>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250F9A23-952D-18C3-E6D7-3251AC7E372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F523E46-10A3-56AE-7BE7-1C50199EC062}"/>
              </a:ext>
            </a:extLst>
          </p:cNvPr>
          <p:cNvSpPr>
            <a:spLocks noGrp="1"/>
          </p:cNvSpPr>
          <p:nvPr>
            <p:ph type="body" idx="1"/>
          </p:nvPr>
        </p:nvSpPr>
        <p:spPr/>
        <p:txBody>
          <a:bodyPr>
            <a:normAutofit/>
          </a:bodyPr>
          <a:lstStyle/>
          <a:p>
            <a:endParaRPr lang="zh-TW" altLang="en-US" dirty="0"/>
          </a:p>
        </p:txBody>
      </p:sp>
      <p:sp>
        <p:nvSpPr>
          <p:cNvPr id="4" name="投影片編號版面配置區 3">
            <a:extLst>
              <a:ext uri="{FF2B5EF4-FFF2-40B4-BE49-F238E27FC236}">
                <a16:creationId xmlns:a16="http://schemas.microsoft.com/office/drawing/2014/main" id="{A84136EC-E699-E128-C88B-9C271EF5E8FD}"/>
              </a:ext>
            </a:extLst>
          </p:cNvPr>
          <p:cNvSpPr>
            <a:spLocks noGrp="1"/>
          </p:cNvSpPr>
          <p:nvPr>
            <p:ph type="sldNum" sz="quarter" idx="10"/>
          </p:nvPr>
        </p:nvSpPr>
        <p:spPr/>
        <p:txBody>
          <a:bodyPr/>
          <a:lstStyle/>
          <a:p>
            <a:fld id="{7320D120-4707-426F-9B85-873E256A6635}" type="slidenum">
              <a:rPr lang="zh-TW" altLang="en-US" smtClean="0"/>
              <a:pPr/>
              <a:t>29</a:t>
            </a:fld>
            <a:endParaRPr lang="zh-TW" altLang="en-US"/>
          </a:p>
        </p:txBody>
      </p:sp>
    </p:spTree>
    <p:extLst>
      <p:ext uri="{BB962C8B-B14F-4D97-AF65-F5344CB8AC3E}">
        <p14:creationId xmlns:p14="http://schemas.microsoft.com/office/powerpoint/2010/main" val="27963942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rPr>
                <a:t>香港中文大学（深圳）数据科学院</a:t>
              </a:r>
              <a:endParaRPr lang="zh-TW"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7564" y="1546545"/>
            <a:ext cx="11396871" cy="1882455"/>
          </a:xfrm>
        </p:spPr>
        <p:txBody>
          <a:bodyPr/>
          <a:lstStyle/>
          <a:p>
            <a:pPr algn="ctr"/>
            <a:r>
              <a:rPr lang="en-US" altLang="zh-CN" sz="4400"/>
              <a:t>PGO (</a:t>
            </a:r>
            <a:r>
              <a:rPr lang="en-US" altLang="zh-CN" sz="4400" dirty="0"/>
              <a:t>Profile Guided Optimization) </a:t>
            </a:r>
            <a:br>
              <a:rPr lang="en-US" altLang="zh-CN" sz="4400" dirty="0"/>
            </a:br>
            <a:r>
              <a:rPr lang="en-US" altLang="zh-CN" sz="4400" dirty="0"/>
              <a:t>For Linux Kernel in </a:t>
            </a:r>
            <a:r>
              <a:rPr lang="en-US" altLang="zh-CN" sz="4400"/>
              <a:t>Data Center</a:t>
            </a:r>
            <a:br>
              <a:rPr lang="en-US" altLang="zh-CN" sz="4800" dirty="0">
                <a:effectLst>
                  <a:outerShdw blurRad="38100" dist="38100" dir="2700000" algn="tl">
                    <a:srgbClr val="000000">
                      <a:alpha val="43137"/>
                    </a:srgbClr>
                  </a:outerShdw>
                </a:effectLst>
              </a:rPr>
            </a:br>
            <a:r>
              <a:rPr lang="en-US" altLang="zh-CN" sz="3200" dirty="0"/>
              <a:t>2026.03.10</a:t>
            </a:r>
            <a:endParaRPr lang="zh-TW" altLang="en-US" sz="3200" dirty="0"/>
          </a:p>
        </p:txBody>
      </p:sp>
      <p:sp>
        <p:nvSpPr>
          <p:cNvPr id="3" name="Subtitle 2"/>
          <p:cNvSpPr>
            <a:spLocks noGrp="1"/>
          </p:cNvSpPr>
          <p:nvPr>
            <p:ph type="subTitle" idx="1"/>
          </p:nvPr>
        </p:nvSpPr>
        <p:spPr>
          <a:xfrm>
            <a:off x="1828800" y="3855632"/>
            <a:ext cx="8534400" cy="1882455"/>
          </a:xfrm>
        </p:spPr>
        <p:txBody>
          <a:bodyPr/>
          <a:lstStyle/>
          <a:p>
            <a:r>
              <a:rPr lang="en-US" altLang="zh-CN" sz="3200" b="1" dirty="0"/>
              <a:t>Hui Li</a:t>
            </a:r>
          </a:p>
          <a:p>
            <a:r>
              <a:rPr lang="en-US" altLang="zh-TW" sz="3200" dirty="0"/>
              <a:t>School of </a:t>
            </a:r>
            <a:r>
              <a:rPr lang="en-US" altLang="zh-CN" sz="3200" dirty="0"/>
              <a:t>Data </a:t>
            </a:r>
            <a:r>
              <a:rPr lang="en-US" altLang="zh-TW" sz="3200" dirty="0"/>
              <a:t>Science</a:t>
            </a:r>
          </a:p>
          <a:p>
            <a:r>
              <a:rPr lang="en-US" altLang="zh-TW" sz="3200" dirty="0"/>
              <a:t>Chinese University of Hong Kong, Shenzhen</a:t>
            </a:r>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386DA-4DA1-7214-2DBE-6D83E009AA3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4CFFED1-5490-85A4-1E2E-7ECE14D5FC4D}"/>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2A80A5A7-93F7-336A-9D94-7FA992438288}"/>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 (3 min)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Background &amp; Motivation (5 min)</a:t>
            </a:r>
          </a:p>
          <a:p>
            <a:r>
              <a:rPr lang="en-US" altLang="zh-CN" sz="2933" dirty="0">
                <a:latin typeface="Times New Roman" panose="02020603050405020304" pitchFamily="18" charset="0"/>
                <a:cs typeface="Times New Roman" panose="02020603050405020304" pitchFamily="18" charset="0"/>
              </a:rPr>
              <a:t>Proposed Methods (15 min)</a:t>
            </a:r>
          </a:p>
          <a:p>
            <a:pPr lvl="1"/>
            <a:r>
              <a:rPr lang="en-US" altLang="zh-CN" sz="2400" dirty="0">
                <a:latin typeface="Times New Roman" panose="02020603050405020304" pitchFamily="18" charset="0"/>
                <a:cs typeface="Times New Roman" panose="02020603050405020304" pitchFamily="18" charset="0"/>
              </a:rPr>
              <a:t>﻿Application-Specific</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OS (3 min)</a:t>
            </a:r>
          </a:p>
          <a:p>
            <a:pPr lvl="1"/>
            <a:r>
              <a:rPr lang="en-US" altLang="zh-CN" sz="2400" dirty="0">
                <a:latin typeface="Times New Roman" panose="02020603050405020304" pitchFamily="18" charset="0"/>
                <a:cs typeface="Times New Roman" panose="02020603050405020304" pitchFamily="18" charset="0"/>
              </a:rPr>
              <a:t>﻿One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Profile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Fits</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All (3 min)</a:t>
            </a:r>
          </a:p>
          <a:p>
            <a:pPr lvl="1"/>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PlugSched</a:t>
            </a:r>
            <a:r>
              <a:rPr lang="en-US" altLang="zh-CN" sz="2400" dirty="0">
                <a:latin typeface="Times New Roman" panose="02020603050405020304" pitchFamily="18" charset="0"/>
                <a:cs typeface="Times New Roman" panose="02020603050405020304" pitchFamily="18" charset="0"/>
              </a:rPr>
              <a:t> (4 min)</a:t>
            </a:r>
          </a:p>
          <a:p>
            <a:pPr lvl="1"/>
            <a:r>
              <a:rPr lang="en-US" altLang="zh-CN" sz="2400" dirty="0">
                <a:latin typeface="Times New Roman" panose="02020603050405020304" pitchFamily="18" charset="0"/>
                <a:cs typeface="Times New Roman" panose="02020603050405020304" pitchFamily="18" charset="0"/>
              </a:rPr>
              <a:t>My</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Method</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min)</a:t>
            </a:r>
          </a:p>
          <a:p>
            <a:r>
              <a:rPr lang="en-US" altLang="zh-CN" sz="2933" dirty="0">
                <a:latin typeface="Times New Roman" panose="02020603050405020304" pitchFamily="18" charset="0"/>
                <a:cs typeface="Times New Roman" panose="02020603050405020304" pitchFamily="18" charset="0"/>
              </a:rPr>
              <a:t>Conclusions (2 min)</a:t>
            </a:r>
          </a:p>
          <a:p>
            <a:r>
              <a:rPr lang="en-US" altLang="zh-CN" sz="2933" dirty="0">
                <a:latin typeface="Times New Roman" panose="02020603050405020304" pitchFamily="18" charset="0"/>
                <a:cs typeface="Times New Roman" panose="02020603050405020304" pitchFamily="18" charset="0"/>
              </a:rPr>
              <a:t>Q &amp; A (5 min)</a:t>
            </a:r>
          </a:p>
        </p:txBody>
      </p:sp>
      <p:sp>
        <p:nvSpPr>
          <p:cNvPr id="5" name="灯片编号占位符 1">
            <a:extLst>
              <a:ext uri="{FF2B5EF4-FFF2-40B4-BE49-F238E27FC236}">
                <a16:creationId xmlns:a16="http://schemas.microsoft.com/office/drawing/2014/main" id="{AD20CBA4-52DB-AE8C-714A-0C72FE94D71B}"/>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a:t>
            </a:fld>
            <a:endParaRPr lang="zh-TW" altLang="en-US"/>
          </a:p>
        </p:txBody>
      </p:sp>
    </p:spTree>
    <p:extLst>
      <p:ext uri="{BB962C8B-B14F-4D97-AF65-F5344CB8AC3E}">
        <p14:creationId xmlns:p14="http://schemas.microsoft.com/office/powerpoint/2010/main" val="3163033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DFBB2-A4B6-A129-9830-A20D32A21A3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9D92AFA-3C21-E38E-67B3-6E4D686AD0BE}"/>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610C287E-DA45-B6C1-4EA1-3D7ED7A97DCC}"/>
              </a:ext>
            </a:extLst>
          </p:cNvPr>
          <p:cNvSpPr>
            <a:spLocks noGrp="1"/>
          </p:cNvSpPr>
          <p:nvPr>
            <p:ph idx="1"/>
          </p:nvPr>
        </p:nvSpPr>
        <p:spPr>
          <a:xfrm>
            <a:off x="1311423" y="1125537"/>
            <a:ext cx="10270977" cy="3560763"/>
          </a:xfrm>
        </p:spPr>
        <p:txBody>
          <a:bodyPr>
            <a:noAutofit/>
          </a:bodyPr>
          <a:lstStyle/>
          <a:p>
            <a:r>
              <a:rPr lang="en-US" altLang="zh-CN" sz="2933" dirty="0">
                <a:solidFill>
                  <a:srgbClr val="FF0000"/>
                </a:solidFill>
                <a:latin typeface="Times New Roman" panose="02020603050405020304" pitchFamily="18" charset="0"/>
                <a:cs typeface="Times New Roman" panose="02020603050405020304" pitchFamily="18" charset="0"/>
              </a:rPr>
              <a:t>Introduction (3 min)</a:t>
            </a:r>
            <a:endParaRPr lang="en-US" altLang="zh-TW" sz="2933" dirty="0">
              <a:solidFill>
                <a:srgbClr val="FF0000"/>
              </a:solidFill>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Background &amp; Motivation (5 min)</a:t>
            </a:r>
          </a:p>
          <a:p>
            <a:r>
              <a:rPr lang="en-US" altLang="zh-CN" sz="2933" dirty="0">
                <a:latin typeface="Times New Roman" panose="02020603050405020304" pitchFamily="18" charset="0"/>
                <a:cs typeface="Times New Roman" panose="02020603050405020304" pitchFamily="18" charset="0"/>
              </a:rPr>
              <a:t>Proposed Methods</a:t>
            </a:r>
            <a:r>
              <a:rPr lang="zh-CN" altLang="en-US" sz="2933" dirty="0">
                <a:latin typeface="Times New Roman" panose="02020603050405020304" pitchFamily="18" charset="0"/>
                <a:cs typeface="Times New Roman" panose="02020603050405020304" pitchFamily="18" charset="0"/>
              </a:rPr>
              <a:t> </a:t>
            </a:r>
            <a:r>
              <a:rPr lang="en-US" altLang="zh-CN" sz="2933" dirty="0">
                <a:latin typeface="Times New Roman" panose="02020603050405020304" pitchFamily="18" charset="0"/>
                <a:cs typeface="Times New Roman" panose="02020603050405020304" pitchFamily="18" charset="0"/>
              </a:rPr>
              <a:t>(15 min)</a:t>
            </a:r>
          </a:p>
          <a:p>
            <a:pPr lvl="1"/>
            <a:r>
              <a:rPr lang="en-US" altLang="zh-CN" sz="2400" dirty="0">
                <a:latin typeface="Times New Roman" panose="02020603050405020304" pitchFamily="18" charset="0"/>
                <a:cs typeface="Times New Roman" panose="02020603050405020304" pitchFamily="18" charset="0"/>
              </a:rPr>
              <a:t>﻿Application-Specific</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OS (3 min)</a:t>
            </a:r>
          </a:p>
          <a:p>
            <a:pPr lvl="1"/>
            <a:r>
              <a:rPr lang="en-US" altLang="zh-CN" sz="2400" dirty="0">
                <a:latin typeface="Times New Roman" panose="02020603050405020304" pitchFamily="18" charset="0"/>
                <a:cs typeface="Times New Roman" panose="02020603050405020304" pitchFamily="18" charset="0"/>
              </a:rPr>
              <a:t>﻿One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Profile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Fits</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All (3 min)</a:t>
            </a:r>
          </a:p>
          <a:p>
            <a:pPr lvl="1"/>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PlugSched</a:t>
            </a:r>
            <a:r>
              <a:rPr lang="en-US" altLang="zh-CN" sz="2400" dirty="0">
                <a:latin typeface="Times New Roman" panose="02020603050405020304" pitchFamily="18" charset="0"/>
                <a:cs typeface="Times New Roman" panose="02020603050405020304" pitchFamily="18" charset="0"/>
              </a:rPr>
              <a:t> (4 min)</a:t>
            </a:r>
          </a:p>
          <a:p>
            <a:pPr lvl="1"/>
            <a:r>
              <a:rPr lang="en-US" altLang="zh-CN" sz="2400" dirty="0">
                <a:latin typeface="Times New Roman" panose="02020603050405020304" pitchFamily="18" charset="0"/>
                <a:cs typeface="Times New Roman" panose="02020603050405020304" pitchFamily="18" charset="0"/>
              </a:rPr>
              <a:t>My</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Method</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min)</a:t>
            </a:r>
          </a:p>
          <a:p>
            <a:r>
              <a:rPr lang="en-US" altLang="zh-CN" sz="2933" dirty="0">
                <a:latin typeface="Times New Roman" panose="02020603050405020304" pitchFamily="18" charset="0"/>
                <a:cs typeface="Times New Roman" panose="02020603050405020304" pitchFamily="18" charset="0"/>
              </a:rPr>
              <a:t>Conclusions (2 min)</a:t>
            </a:r>
          </a:p>
          <a:p>
            <a:r>
              <a:rPr lang="en-US" altLang="zh-CN" sz="2933" dirty="0">
                <a:latin typeface="Times New Roman" panose="02020603050405020304" pitchFamily="18" charset="0"/>
                <a:cs typeface="Times New Roman" panose="02020603050405020304" pitchFamily="18" charset="0"/>
              </a:rPr>
              <a:t>Q &amp; A (5 min)</a:t>
            </a:r>
          </a:p>
        </p:txBody>
      </p:sp>
      <p:sp>
        <p:nvSpPr>
          <p:cNvPr id="5" name="灯片编号占位符 1">
            <a:extLst>
              <a:ext uri="{FF2B5EF4-FFF2-40B4-BE49-F238E27FC236}">
                <a16:creationId xmlns:a16="http://schemas.microsoft.com/office/drawing/2014/main" id="{84DDF295-7D87-9452-0442-D2035D12C35E}"/>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3</a:t>
            </a:fld>
            <a:endParaRPr lang="zh-TW" altLang="en-US"/>
          </a:p>
        </p:txBody>
      </p:sp>
    </p:spTree>
    <p:extLst>
      <p:ext uri="{BB962C8B-B14F-4D97-AF65-F5344CB8AC3E}">
        <p14:creationId xmlns:p14="http://schemas.microsoft.com/office/powerpoint/2010/main" val="1880278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dirty="0">
                <a:ea typeface="Calibri" panose="020F0502020204030204" pitchFamily="34" charset="0"/>
                <a:cs typeface="Calibri" panose="020F0502020204030204" pitchFamily="34" charset="0"/>
              </a:rPr>
              <a:t>Introduction (1/2)</a:t>
            </a:r>
            <a:endParaRPr lang="en-US" dirty="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09600" y="1125537"/>
            <a:ext cx="5943596" cy="4831917"/>
          </a:xfrm>
        </p:spPr>
        <p:txBody>
          <a:bodyPr/>
          <a:lstStyle/>
          <a:p>
            <a:r>
              <a:rPr lang="en-US" sz="2400" dirty="0">
                <a:latin typeface="Times New Roman" panose="02020603050405020304" pitchFamily="18" charset="0"/>
                <a:cs typeface="Times New Roman" panose="02020603050405020304" pitchFamily="18" charset="0"/>
              </a:rPr>
              <a:t>What are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the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special</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characteristics</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of</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OS in data center</a:t>
            </a:r>
            <a:r>
              <a:rPr lang="en-US" sz="2400" dirty="0">
                <a:latin typeface="Times New Roman" panose="02020603050405020304" pitchFamily="18" charset="0"/>
                <a:cs typeface="Times New Roman" panose="02020603050405020304" pitchFamily="18" charset="0"/>
              </a:rPr>
              <a:t>?</a:t>
            </a:r>
          </a:p>
          <a:p>
            <a:pPr lvl="1"/>
            <a:r>
              <a:rPr lang="en-US" altLang="zh-CN" sz="2200" dirty="0">
                <a:latin typeface="Times New Roman" panose="02020603050405020304" pitchFamily="18" charset="0"/>
                <a:cs typeface="Times New Roman" panose="02020603050405020304" pitchFamily="18" charset="0"/>
              </a:rPr>
              <a:t>Running</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Environment:</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One</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or</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several</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large-scale applications running in each server</a:t>
            </a:r>
          </a:p>
          <a:p>
            <a:pPr lvl="1"/>
            <a:r>
              <a:rPr lang="en-US" altLang="zh-CN" sz="2200" dirty="0">
                <a:latin typeface="Times New Roman" panose="02020603050405020304" pitchFamily="18" charset="0"/>
                <a:cs typeface="Times New Roman" panose="02020603050405020304" pitchFamily="18" charset="0"/>
              </a:rPr>
              <a:t>Features:</a:t>
            </a:r>
          </a:p>
          <a:p>
            <a:pPr lvl="2"/>
            <a:r>
              <a:rPr lang="en-US" altLang="zh-CN" sz="2200" b="1" dirty="0">
                <a:latin typeface="Times New Roman" panose="02020603050405020304" pitchFamily="18" charset="0"/>
                <a:cs typeface="Times New Roman" panose="02020603050405020304" pitchFamily="18" charset="0"/>
              </a:rPr>
              <a:t>High Availability: </a:t>
            </a:r>
            <a:r>
              <a:rPr lang="en" altLang="zh-CN" sz="2200" dirty="0">
                <a:latin typeface="Times New Roman" panose="02020603050405020304" pitchFamily="18" charset="0"/>
                <a:cs typeface="Times New Roman" panose="02020603050405020304" pitchFamily="18" charset="0"/>
              </a:rPr>
              <a:t>Uninterrupted operation, with support for hot patching</a:t>
            </a:r>
            <a:r>
              <a:rPr lang="en-US" altLang="zh-CN" sz="2200" dirty="0">
                <a:latin typeface="Times New Roman" panose="02020603050405020304" pitchFamily="18" charset="0"/>
                <a:cs typeface="Times New Roman" panose="02020603050405020304" pitchFamily="18" charset="0"/>
              </a:rPr>
              <a:t>.</a:t>
            </a:r>
          </a:p>
          <a:p>
            <a:pPr lvl="2"/>
            <a:r>
              <a:rPr lang="en-US" altLang="zh-CN" sz="2200" b="1" dirty="0">
                <a:latin typeface="Times New Roman" panose="02020603050405020304" pitchFamily="18" charset="0"/>
                <a:cs typeface="Times New Roman" panose="02020603050405020304" pitchFamily="18" charset="0"/>
              </a:rPr>
              <a:t>High Concurrency:</a:t>
            </a:r>
            <a:r>
              <a:rPr lang="en-US" altLang="zh-CN" sz="2200" dirty="0">
                <a:latin typeface="Times New Roman" panose="02020603050405020304" pitchFamily="18" charset="0"/>
                <a:cs typeface="Times New Roman" panose="02020603050405020304" pitchFamily="18" charset="0"/>
              </a:rPr>
              <a:t> Fine-grained resource scheduling</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of CPU, memory and network.</a:t>
            </a:r>
          </a:p>
          <a:p>
            <a:pPr lvl="2"/>
            <a:r>
              <a:rPr lang="en-US" altLang="zh-CN" sz="2200" b="1" dirty="0">
                <a:latin typeface="Times New Roman" panose="02020603050405020304" pitchFamily="18" charset="0"/>
                <a:cs typeface="Times New Roman" panose="02020603050405020304" pitchFamily="18" charset="0"/>
              </a:rPr>
              <a:t>Automated Operation: </a:t>
            </a:r>
            <a:r>
              <a:rPr lang="en" altLang="zh-CN" sz="2200" dirty="0">
                <a:latin typeface="Times New Roman" panose="02020603050405020304" pitchFamily="18" charset="0"/>
                <a:cs typeface="Times New Roman" panose="02020603050405020304" pitchFamily="18" charset="0"/>
              </a:rPr>
              <a:t>Support batch deployment and automated operation &amp; maintenance</a:t>
            </a:r>
            <a:endParaRPr lang="en-US" altLang="zh-CN" sz="2200"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97F7FC92-C626-1F6A-6786-AEA70B651CC1}"/>
              </a:ext>
            </a:extLst>
          </p:cNvPr>
          <p:cNvSpPr txBox="1"/>
          <p:nvPr/>
        </p:nvSpPr>
        <p:spPr>
          <a:xfrm>
            <a:off x="7100947" y="5530489"/>
            <a:ext cx="4481453" cy="338554"/>
          </a:xfrm>
          <a:prstGeom prst="rect">
            <a:avLst/>
          </a:prstGeom>
          <a:noFill/>
        </p:spPr>
        <p:txBody>
          <a:bodyPr wrap="square" rtlCol="0" anchor="ctr" anchorCtr="1">
            <a:spAutoFit/>
          </a:bodyPr>
          <a:lstStyle/>
          <a:p>
            <a:r>
              <a:rPr kumimoji="1" lang="en-US" altLang="zh-CN" sz="1600" dirty="0">
                <a:latin typeface="Times New Roman" panose="02020603050405020304" pitchFamily="18" charset="0"/>
                <a:ea typeface="標楷體" pitchFamily="65" charset="-120"/>
                <a:cs typeface="Times New Roman" panose="02020603050405020304" pitchFamily="18" charset="0"/>
              </a:rPr>
              <a:t>Figure 1: Overview of Server Architecture.</a:t>
            </a:r>
            <a:endParaRPr kumimoji="1" lang="zh-CN" altLang="en-US" sz="1600" dirty="0">
              <a:latin typeface="Times New Roman" panose="02020603050405020304" pitchFamily="18" charset="0"/>
              <a:ea typeface="標楷體" pitchFamily="65" charset="-120"/>
              <a:cs typeface="Times New Roman" panose="02020603050405020304" pitchFamily="18" charset="0"/>
            </a:endParaRPr>
          </a:p>
        </p:txBody>
      </p:sp>
      <p:sp>
        <p:nvSpPr>
          <p:cNvPr id="18" name="灯片编号占位符 1">
            <a:extLst>
              <a:ext uri="{FF2B5EF4-FFF2-40B4-BE49-F238E27FC236}">
                <a16:creationId xmlns:a16="http://schemas.microsoft.com/office/drawing/2014/main" id="{0F377D96-767E-726E-F5A8-6302D930A13F}"/>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4</a:t>
            </a:fld>
            <a:endParaRPr lang="zh-TW" altLang="en-US"/>
          </a:p>
        </p:txBody>
      </p:sp>
      <p:sp>
        <p:nvSpPr>
          <p:cNvPr id="9" name="矩形 8">
            <a:extLst>
              <a:ext uri="{FF2B5EF4-FFF2-40B4-BE49-F238E27FC236}">
                <a16:creationId xmlns:a16="http://schemas.microsoft.com/office/drawing/2014/main" id="{608BF306-D5B2-600B-21B7-56964543F194}"/>
              </a:ext>
            </a:extLst>
          </p:cNvPr>
          <p:cNvSpPr/>
          <p:nvPr/>
        </p:nvSpPr>
        <p:spPr bwMode="auto">
          <a:xfrm>
            <a:off x="6842095" y="1363640"/>
            <a:ext cx="4182225" cy="1006835"/>
          </a:xfrm>
          <a:prstGeom prst="rect">
            <a:avLst/>
          </a:prstGeom>
          <a:noFill/>
          <a:ln w="222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1" name="矩形 10">
            <a:extLst>
              <a:ext uri="{FF2B5EF4-FFF2-40B4-BE49-F238E27FC236}">
                <a16:creationId xmlns:a16="http://schemas.microsoft.com/office/drawing/2014/main" id="{11EF1D94-1628-B322-65DD-205BE5200ACC}"/>
              </a:ext>
            </a:extLst>
          </p:cNvPr>
          <p:cNvSpPr/>
          <p:nvPr/>
        </p:nvSpPr>
        <p:spPr bwMode="auto">
          <a:xfrm>
            <a:off x="6842095" y="2668502"/>
            <a:ext cx="4182226" cy="2142901"/>
          </a:xfrm>
          <a:prstGeom prst="rect">
            <a:avLst/>
          </a:prstGeom>
          <a:noFill/>
          <a:ln w="254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2" name="矩形 11">
            <a:extLst>
              <a:ext uri="{FF2B5EF4-FFF2-40B4-BE49-F238E27FC236}">
                <a16:creationId xmlns:a16="http://schemas.microsoft.com/office/drawing/2014/main" id="{F51BE159-24DE-F3C2-5266-A0455459F9BD}"/>
              </a:ext>
            </a:extLst>
          </p:cNvPr>
          <p:cNvSpPr/>
          <p:nvPr/>
        </p:nvSpPr>
        <p:spPr bwMode="auto">
          <a:xfrm>
            <a:off x="6985721" y="1442515"/>
            <a:ext cx="3957980" cy="364762"/>
          </a:xfrm>
          <a:prstGeom prst="rect">
            <a:avLst/>
          </a:prstGeom>
          <a:solidFill>
            <a:schemeClr val="accent5">
              <a:lumMod val="60000"/>
              <a:lumOff val="40000"/>
            </a:scheme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Large-Scale</a:t>
            </a:r>
            <a:r>
              <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 </a:t>
            </a: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Applications</a:t>
            </a:r>
            <a:endPar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16" name="矩形 15">
            <a:extLst>
              <a:ext uri="{FF2B5EF4-FFF2-40B4-BE49-F238E27FC236}">
                <a16:creationId xmlns:a16="http://schemas.microsoft.com/office/drawing/2014/main" id="{EF074F75-7D1C-D9EE-3D67-C8ED849060D3}"/>
              </a:ext>
            </a:extLst>
          </p:cNvPr>
          <p:cNvSpPr/>
          <p:nvPr/>
        </p:nvSpPr>
        <p:spPr bwMode="auto">
          <a:xfrm>
            <a:off x="8892898" y="1860430"/>
            <a:ext cx="2050803" cy="364763"/>
          </a:xfrm>
          <a:prstGeom prst="rect">
            <a:avLst/>
          </a:prstGeom>
          <a:solidFill>
            <a:schemeClr val="accent5">
              <a:lumMod val="60000"/>
              <a:lumOff val="40000"/>
            </a:scheme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dirty="0">
                <a:latin typeface="Times New Roman" panose="02020603050405020304" pitchFamily="18" charset="0"/>
                <a:ea typeface="新細明體" pitchFamily="18" charset="-120"/>
                <a:cs typeface="Times New Roman" panose="02020603050405020304" pitchFamily="18" charset="0"/>
              </a:rPr>
              <a:t>Glibc</a:t>
            </a:r>
            <a:endPar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17" name="矩形 16">
            <a:extLst>
              <a:ext uri="{FF2B5EF4-FFF2-40B4-BE49-F238E27FC236}">
                <a16:creationId xmlns:a16="http://schemas.microsoft.com/office/drawing/2014/main" id="{5DA9A4AE-1136-6383-B13A-D15DBEEF025E}"/>
              </a:ext>
            </a:extLst>
          </p:cNvPr>
          <p:cNvSpPr/>
          <p:nvPr/>
        </p:nvSpPr>
        <p:spPr bwMode="auto">
          <a:xfrm>
            <a:off x="6985721" y="2853296"/>
            <a:ext cx="3957980" cy="348436"/>
          </a:xfrm>
          <a:prstGeom prst="rect">
            <a:avLst/>
          </a:prstGeom>
          <a:solidFill>
            <a:srgbClr val="C00000">
              <a:alpha val="57777"/>
            </a:srgb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System</a:t>
            </a:r>
            <a:r>
              <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 </a:t>
            </a: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Call</a:t>
            </a:r>
            <a:r>
              <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 </a:t>
            </a:r>
            <a:r>
              <a:rPr kumimoji="1" lang="en-US" altLang="zh-CN" sz="1600" dirty="0">
                <a:latin typeface="Times New Roman" panose="02020603050405020304" pitchFamily="18" charset="0"/>
                <a:ea typeface="新細明體" pitchFamily="18" charset="-120"/>
                <a:cs typeface="Times New Roman" panose="02020603050405020304" pitchFamily="18" charset="0"/>
              </a:rPr>
              <a:t>Interface</a:t>
            </a:r>
            <a:endPar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19" name="矩形 18">
            <a:extLst>
              <a:ext uri="{FF2B5EF4-FFF2-40B4-BE49-F238E27FC236}">
                <a16:creationId xmlns:a16="http://schemas.microsoft.com/office/drawing/2014/main" id="{F5E148F4-A1A2-1FA8-5A97-99D8EA17D521}"/>
              </a:ext>
            </a:extLst>
          </p:cNvPr>
          <p:cNvSpPr/>
          <p:nvPr/>
        </p:nvSpPr>
        <p:spPr bwMode="auto">
          <a:xfrm>
            <a:off x="6980918" y="3350167"/>
            <a:ext cx="1911980" cy="348436"/>
          </a:xfrm>
          <a:prstGeom prst="rect">
            <a:avLst/>
          </a:prstGeom>
          <a:solidFill>
            <a:srgbClr val="C00000">
              <a:alpha val="57777"/>
            </a:srgb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kumimoji="1" lang="en-US" altLang="zh-CN" sz="1600" dirty="0">
                <a:latin typeface="Times New Roman" panose="02020603050405020304" pitchFamily="18" charset="0"/>
                <a:ea typeface="新細明體" pitchFamily="18" charset="-120"/>
                <a:cs typeface="Times New Roman" panose="02020603050405020304" pitchFamily="18" charset="0"/>
              </a:rPr>
              <a:t>Progress</a:t>
            </a:r>
            <a:r>
              <a:rPr kumimoji="1" lang="zh-CN" altLang="en-US" sz="1600" dirty="0">
                <a:latin typeface="Times New Roman" panose="02020603050405020304" pitchFamily="18" charset="0"/>
                <a:ea typeface="新細明體" pitchFamily="18" charset="-120"/>
                <a:cs typeface="Times New Roman" panose="02020603050405020304" pitchFamily="18" charset="0"/>
              </a:rPr>
              <a:t> </a:t>
            </a:r>
            <a:r>
              <a:rPr kumimoji="1" lang="en-US" altLang="zh-CN" sz="1600" dirty="0">
                <a:latin typeface="Times New Roman" panose="02020603050405020304" pitchFamily="18" charset="0"/>
                <a:ea typeface="新細明體" pitchFamily="18" charset="-120"/>
                <a:cs typeface="Times New Roman" panose="02020603050405020304" pitchFamily="18" charset="0"/>
              </a:rPr>
              <a:t>Management</a:t>
            </a:r>
            <a:endParaRPr kumimoji="1" lang="zh-CN" altLang="en-US" sz="1600" dirty="0">
              <a:latin typeface="Times New Roman" panose="02020603050405020304" pitchFamily="18" charset="0"/>
              <a:ea typeface="新細明體" pitchFamily="18" charset="-120"/>
              <a:cs typeface="Times New Roman" panose="02020603050405020304" pitchFamily="18" charset="0"/>
            </a:endParaRPr>
          </a:p>
        </p:txBody>
      </p:sp>
      <p:sp>
        <p:nvSpPr>
          <p:cNvPr id="20" name="矩形 19">
            <a:extLst>
              <a:ext uri="{FF2B5EF4-FFF2-40B4-BE49-F238E27FC236}">
                <a16:creationId xmlns:a16="http://schemas.microsoft.com/office/drawing/2014/main" id="{336E6DEC-3C6B-7C33-52BC-CC3F276BA180}"/>
              </a:ext>
            </a:extLst>
          </p:cNvPr>
          <p:cNvSpPr/>
          <p:nvPr/>
        </p:nvSpPr>
        <p:spPr bwMode="auto">
          <a:xfrm>
            <a:off x="9031721" y="3342861"/>
            <a:ext cx="1911980" cy="348436"/>
          </a:xfrm>
          <a:prstGeom prst="rect">
            <a:avLst/>
          </a:prstGeom>
          <a:solidFill>
            <a:srgbClr val="C00000">
              <a:alpha val="57777"/>
            </a:srgb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kumimoji="1" lang="en-US" altLang="zh-CN" sz="1600" dirty="0">
                <a:latin typeface="Times New Roman" panose="02020603050405020304" pitchFamily="18" charset="0"/>
                <a:ea typeface="新細明體" pitchFamily="18" charset="-120"/>
                <a:cs typeface="Times New Roman" panose="02020603050405020304" pitchFamily="18" charset="0"/>
              </a:rPr>
              <a:t>Virtual</a:t>
            </a:r>
            <a:r>
              <a:rPr kumimoji="1" lang="zh-CN" altLang="en-US" sz="1600" dirty="0">
                <a:latin typeface="Times New Roman" panose="02020603050405020304" pitchFamily="18" charset="0"/>
                <a:ea typeface="新細明體" pitchFamily="18" charset="-120"/>
                <a:cs typeface="Times New Roman" panose="02020603050405020304" pitchFamily="18" charset="0"/>
              </a:rPr>
              <a:t> </a:t>
            </a:r>
            <a:r>
              <a:rPr kumimoji="1" lang="en-US" altLang="zh-CN" sz="1600" dirty="0">
                <a:latin typeface="Times New Roman" panose="02020603050405020304" pitchFamily="18" charset="0"/>
                <a:ea typeface="新細明體" pitchFamily="18" charset="-120"/>
                <a:cs typeface="Times New Roman" panose="02020603050405020304" pitchFamily="18" charset="0"/>
              </a:rPr>
              <a:t>File</a:t>
            </a:r>
            <a:r>
              <a:rPr kumimoji="1" lang="zh-CN" altLang="en-US" sz="1600" dirty="0">
                <a:latin typeface="Times New Roman" panose="02020603050405020304" pitchFamily="18" charset="0"/>
                <a:ea typeface="新細明體" pitchFamily="18" charset="-120"/>
                <a:cs typeface="Times New Roman" panose="02020603050405020304" pitchFamily="18" charset="0"/>
              </a:rPr>
              <a:t> </a:t>
            </a:r>
            <a:r>
              <a:rPr kumimoji="1" lang="en-US" altLang="zh-CN" sz="1600" dirty="0">
                <a:latin typeface="Times New Roman" panose="02020603050405020304" pitchFamily="18" charset="0"/>
                <a:ea typeface="新細明體" pitchFamily="18" charset="-120"/>
                <a:cs typeface="Times New Roman" panose="02020603050405020304" pitchFamily="18" charset="0"/>
              </a:rPr>
              <a:t>System</a:t>
            </a:r>
            <a:endParaRPr kumimoji="1" lang="zh-CN" altLang="en-US" sz="1600" dirty="0">
              <a:latin typeface="Times New Roman" panose="02020603050405020304" pitchFamily="18" charset="0"/>
              <a:ea typeface="新細明體" pitchFamily="18" charset="-120"/>
              <a:cs typeface="Times New Roman" panose="02020603050405020304" pitchFamily="18" charset="0"/>
            </a:endParaRPr>
          </a:p>
        </p:txBody>
      </p:sp>
      <p:sp>
        <p:nvSpPr>
          <p:cNvPr id="21" name="矩形 20">
            <a:extLst>
              <a:ext uri="{FF2B5EF4-FFF2-40B4-BE49-F238E27FC236}">
                <a16:creationId xmlns:a16="http://schemas.microsoft.com/office/drawing/2014/main" id="{D71F4791-9D66-9D29-388C-A8F81678A749}"/>
              </a:ext>
            </a:extLst>
          </p:cNvPr>
          <p:cNvSpPr/>
          <p:nvPr/>
        </p:nvSpPr>
        <p:spPr bwMode="auto">
          <a:xfrm>
            <a:off x="6980918" y="3840833"/>
            <a:ext cx="1911980" cy="348436"/>
          </a:xfrm>
          <a:prstGeom prst="rect">
            <a:avLst/>
          </a:prstGeom>
          <a:solidFill>
            <a:srgbClr val="C00000">
              <a:alpha val="57777"/>
            </a:srgb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kumimoji="1" lang="en-US" altLang="zh-CN" sz="1600" dirty="0">
                <a:latin typeface="Times New Roman" panose="02020603050405020304" pitchFamily="18" charset="0"/>
                <a:ea typeface="新細明體" pitchFamily="18" charset="-120"/>
                <a:cs typeface="Times New Roman" panose="02020603050405020304" pitchFamily="18" charset="0"/>
              </a:rPr>
              <a:t>Memory</a:t>
            </a:r>
            <a:r>
              <a:rPr kumimoji="1" lang="zh-CN" altLang="en-US" sz="1600" dirty="0">
                <a:latin typeface="Times New Roman" panose="02020603050405020304" pitchFamily="18" charset="0"/>
                <a:ea typeface="新細明體" pitchFamily="18" charset="-120"/>
                <a:cs typeface="Times New Roman" panose="02020603050405020304" pitchFamily="18" charset="0"/>
              </a:rPr>
              <a:t> </a:t>
            </a:r>
            <a:r>
              <a:rPr kumimoji="1" lang="en-US" altLang="zh-CN" sz="1600" dirty="0">
                <a:latin typeface="Times New Roman" panose="02020603050405020304" pitchFamily="18" charset="0"/>
                <a:ea typeface="新細明體" pitchFamily="18" charset="-120"/>
                <a:cs typeface="Times New Roman" panose="02020603050405020304" pitchFamily="18" charset="0"/>
              </a:rPr>
              <a:t>Management</a:t>
            </a:r>
            <a:endParaRPr kumimoji="1" lang="zh-CN" altLang="en-US" sz="1600" dirty="0">
              <a:latin typeface="Times New Roman" panose="02020603050405020304" pitchFamily="18" charset="0"/>
              <a:ea typeface="新細明體" pitchFamily="18" charset="-120"/>
              <a:cs typeface="Times New Roman" panose="02020603050405020304" pitchFamily="18" charset="0"/>
            </a:endParaRPr>
          </a:p>
        </p:txBody>
      </p:sp>
      <p:sp>
        <p:nvSpPr>
          <p:cNvPr id="22" name="矩形 21">
            <a:extLst>
              <a:ext uri="{FF2B5EF4-FFF2-40B4-BE49-F238E27FC236}">
                <a16:creationId xmlns:a16="http://schemas.microsoft.com/office/drawing/2014/main" id="{DC51A044-3E38-1E5F-2480-2E28B73605F9}"/>
              </a:ext>
            </a:extLst>
          </p:cNvPr>
          <p:cNvSpPr/>
          <p:nvPr/>
        </p:nvSpPr>
        <p:spPr bwMode="auto">
          <a:xfrm>
            <a:off x="9036828" y="3840833"/>
            <a:ext cx="1911980" cy="348436"/>
          </a:xfrm>
          <a:prstGeom prst="rect">
            <a:avLst/>
          </a:prstGeom>
          <a:solidFill>
            <a:srgbClr val="C00000">
              <a:alpha val="57777"/>
            </a:srgb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kumimoji="1" lang="en-US" altLang="zh-CN" sz="1600" dirty="0">
                <a:latin typeface="Times New Roman" panose="02020603050405020304" pitchFamily="18" charset="0"/>
                <a:ea typeface="新細明體" pitchFamily="18" charset="-120"/>
                <a:cs typeface="Times New Roman" panose="02020603050405020304" pitchFamily="18" charset="0"/>
              </a:rPr>
              <a:t>Network</a:t>
            </a:r>
            <a:r>
              <a:rPr kumimoji="1" lang="zh-CN" altLang="en-US" sz="1600" dirty="0">
                <a:latin typeface="Times New Roman" panose="02020603050405020304" pitchFamily="18" charset="0"/>
                <a:ea typeface="新細明體" pitchFamily="18" charset="-120"/>
                <a:cs typeface="Times New Roman" panose="02020603050405020304" pitchFamily="18" charset="0"/>
              </a:rPr>
              <a:t> </a:t>
            </a:r>
            <a:r>
              <a:rPr kumimoji="1" lang="en-US" altLang="zh-CN" sz="1600" dirty="0">
                <a:latin typeface="Times New Roman" panose="02020603050405020304" pitchFamily="18" charset="0"/>
                <a:ea typeface="新細明體" pitchFamily="18" charset="-120"/>
                <a:cs typeface="Times New Roman" panose="02020603050405020304" pitchFamily="18" charset="0"/>
              </a:rPr>
              <a:t>Stack</a:t>
            </a:r>
            <a:endParaRPr kumimoji="1" lang="zh-CN" altLang="en-US" sz="1600" dirty="0">
              <a:latin typeface="Times New Roman" panose="02020603050405020304" pitchFamily="18" charset="0"/>
              <a:ea typeface="新細明體" pitchFamily="18" charset="-120"/>
              <a:cs typeface="Times New Roman" panose="02020603050405020304" pitchFamily="18" charset="0"/>
            </a:endParaRPr>
          </a:p>
        </p:txBody>
      </p:sp>
      <p:sp>
        <p:nvSpPr>
          <p:cNvPr id="23" name="矩形 22">
            <a:extLst>
              <a:ext uri="{FF2B5EF4-FFF2-40B4-BE49-F238E27FC236}">
                <a16:creationId xmlns:a16="http://schemas.microsoft.com/office/drawing/2014/main" id="{F04CCAF8-305D-7B3F-B41B-7A3AEF811599}"/>
              </a:ext>
            </a:extLst>
          </p:cNvPr>
          <p:cNvSpPr/>
          <p:nvPr/>
        </p:nvSpPr>
        <p:spPr bwMode="auto">
          <a:xfrm>
            <a:off x="6985721" y="4287323"/>
            <a:ext cx="3957980" cy="348436"/>
          </a:xfrm>
          <a:prstGeom prst="rect">
            <a:avLst/>
          </a:prstGeom>
          <a:solidFill>
            <a:srgbClr val="C00000">
              <a:alpha val="57777"/>
            </a:srgb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Arch</a:t>
            </a:r>
            <a:r>
              <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 </a:t>
            </a: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a:t>
            </a:r>
            <a:r>
              <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 </a:t>
            </a: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Device</a:t>
            </a:r>
            <a:r>
              <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 </a:t>
            </a: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Drivers</a:t>
            </a:r>
            <a:endPar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24" name="矩形 23">
            <a:extLst>
              <a:ext uri="{FF2B5EF4-FFF2-40B4-BE49-F238E27FC236}">
                <a16:creationId xmlns:a16="http://schemas.microsoft.com/office/drawing/2014/main" id="{12B95862-7665-009D-7658-D82B1A5BFDF3}"/>
              </a:ext>
            </a:extLst>
          </p:cNvPr>
          <p:cNvSpPr/>
          <p:nvPr/>
        </p:nvSpPr>
        <p:spPr bwMode="auto">
          <a:xfrm>
            <a:off x="6980918" y="5036771"/>
            <a:ext cx="3957980" cy="348436"/>
          </a:xfrm>
          <a:prstGeom prst="rect">
            <a:avLst/>
          </a:prstGeom>
          <a:solidFill>
            <a:schemeClr val="bg1">
              <a:lumMod val="50000"/>
              <a:alpha val="57777"/>
            </a:scheme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Hard</a:t>
            </a:r>
            <a:r>
              <a:rPr kumimoji="1" lang="en-US" altLang="zh-CN" sz="1600" dirty="0">
                <a:latin typeface="Times New Roman" panose="02020603050405020304" pitchFamily="18" charset="0"/>
                <a:ea typeface="新細明體" pitchFamily="18" charset="-120"/>
                <a:cs typeface="Times New Roman" panose="02020603050405020304" pitchFamily="18" charset="0"/>
              </a:rPr>
              <a:t>ware</a:t>
            </a:r>
            <a:r>
              <a:rPr kumimoji="1" lang="zh-CN" altLang="en-US" sz="1600" dirty="0">
                <a:latin typeface="Times New Roman" panose="02020603050405020304" pitchFamily="18" charset="0"/>
                <a:ea typeface="新細明體" pitchFamily="18" charset="-120"/>
                <a:cs typeface="Times New Roman" panose="02020603050405020304" pitchFamily="18" charset="0"/>
              </a:rPr>
              <a:t> </a:t>
            </a:r>
            <a:r>
              <a:rPr kumimoji="1" lang="en-US" altLang="zh-CN" sz="1600" dirty="0">
                <a:latin typeface="Times New Roman" panose="02020603050405020304" pitchFamily="18" charset="0"/>
                <a:ea typeface="新細明體" pitchFamily="18" charset="-120"/>
                <a:cs typeface="Times New Roman" panose="02020603050405020304" pitchFamily="18" charset="0"/>
              </a:rPr>
              <a:t>Platform</a:t>
            </a:r>
            <a:endPar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cxnSp>
        <p:nvCxnSpPr>
          <p:cNvPr id="26" name="直线箭头连接符 25">
            <a:extLst>
              <a:ext uri="{FF2B5EF4-FFF2-40B4-BE49-F238E27FC236}">
                <a16:creationId xmlns:a16="http://schemas.microsoft.com/office/drawing/2014/main" id="{7EADB333-F8BD-1440-EC9B-70EBAA845F53}"/>
              </a:ext>
            </a:extLst>
          </p:cNvPr>
          <p:cNvCxnSpPr/>
          <p:nvPr/>
        </p:nvCxnSpPr>
        <p:spPr bwMode="auto">
          <a:xfrm>
            <a:off x="7936908" y="1807277"/>
            <a:ext cx="0" cy="1046019"/>
          </a:xfrm>
          <a:prstGeom prst="straightConnector1">
            <a:avLst/>
          </a:prstGeom>
          <a:noFill/>
          <a:ln w="73025" cap="flat" cmpd="sng" algn="ctr">
            <a:solidFill>
              <a:schemeClr val="tx1"/>
            </a:solidFill>
            <a:prstDash val="solid"/>
            <a:round/>
            <a:headEnd type="none" w="med" len="sm"/>
            <a:tailEnd type="triangle" w="med" len="sm"/>
          </a:ln>
          <a:effectLst/>
        </p:spPr>
      </p:cxnSp>
      <p:cxnSp>
        <p:nvCxnSpPr>
          <p:cNvPr id="27" name="直线箭头连接符 26">
            <a:extLst>
              <a:ext uri="{FF2B5EF4-FFF2-40B4-BE49-F238E27FC236}">
                <a16:creationId xmlns:a16="http://schemas.microsoft.com/office/drawing/2014/main" id="{DF7664AF-140F-5CBB-EC35-05DE6A2A1655}"/>
              </a:ext>
            </a:extLst>
          </p:cNvPr>
          <p:cNvCxnSpPr>
            <a:cxnSpLocks/>
          </p:cNvCxnSpPr>
          <p:nvPr/>
        </p:nvCxnSpPr>
        <p:spPr bwMode="auto">
          <a:xfrm>
            <a:off x="9930407" y="2225193"/>
            <a:ext cx="0" cy="628103"/>
          </a:xfrm>
          <a:prstGeom prst="straightConnector1">
            <a:avLst/>
          </a:prstGeom>
          <a:noFill/>
          <a:ln w="73025" cap="flat" cmpd="sng" algn="ctr">
            <a:solidFill>
              <a:schemeClr val="tx1"/>
            </a:solidFill>
            <a:prstDash val="solid"/>
            <a:round/>
            <a:headEnd type="none" w="med" len="sm"/>
            <a:tailEnd type="triangle" w="med" len="sm"/>
          </a:ln>
          <a:effectLst/>
        </p:spPr>
      </p:cxnSp>
      <p:cxnSp>
        <p:nvCxnSpPr>
          <p:cNvPr id="29" name="直线箭头连接符 28">
            <a:extLst>
              <a:ext uri="{FF2B5EF4-FFF2-40B4-BE49-F238E27FC236}">
                <a16:creationId xmlns:a16="http://schemas.microsoft.com/office/drawing/2014/main" id="{AE59082D-CC02-126E-F023-413993C0D7B5}"/>
              </a:ext>
            </a:extLst>
          </p:cNvPr>
          <p:cNvCxnSpPr>
            <a:cxnSpLocks/>
          </p:cNvCxnSpPr>
          <p:nvPr/>
        </p:nvCxnSpPr>
        <p:spPr bwMode="auto">
          <a:xfrm>
            <a:off x="7936908" y="4653747"/>
            <a:ext cx="0" cy="383024"/>
          </a:xfrm>
          <a:prstGeom prst="straightConnector1">
            <a:avLst/>
          </a:prstGeom>
          <a:noFill/>
          <a:ln w="73025" cap="flat" cmpd="sng" algn="ctr">
            <a:solidFill>
              <a:schemeClr val="tx1"/>
            </a:solidFill>
            <a:prstDash val="solid"/>
            <a:round/>
            <a:headEnd type="none" w="med" len="sm"/>
            <a:tailEnd type="triangle" w="med" len="sm"/>
          </a:ln>
          <a:effectLst/>
        </p:spPr>
      </p:cxnSp>
      <p:cxnSp>
        <p:nvCxnSpPr>
          <p:cNvPr id="31" name="直线箭头连接符 30">
            <a:extLst>
              <a:ext uri="{FF2B5EF4-FFF2-40B4-BE49-F238E27FC236}">
                <a16:creationId xmlns:a16="http://schemas.microsoft.com/office/drawing/2014/main" id="{B51EF7C4-0647-2332-A041-D72F4CF9FC4A}"/>
              </a:ext>
            </a:extLst>
          </p:cNvPr>
          <p:cNvCxnSpPr>
            <a:cxnSpLocks/>
          </p:cNvCxnSpPr>
          <p:nvPr/>
        </p:nvCxnSpPr>
        <p:spPr bwMode="auto">
          <a:xfrm>
            <a:off x="9942515" y="4653747"/>
            <a:ext cx="0" cy="383024"/>
          </a:xfrm>
          <a:prstGeom prst="straightConnector1">
            <a:avLst/>
          </a:prstGeom>
          <a:noFill/>
          <a:ln w="73025" cap="flat" cmpd="sng" algn="ctr">
            <a:solidFill>
              <a:schemeClr val="tx1"/>
            </a:solidFill>
            <a:prstDash val="solid"/>
            <a:round/>
            <a:headEnd type="none" w="med" len="sm"/>
            <a:tailEnd type="triangle" w="med" len="sm"/>
          </a:ln>
          <a:effectLst/>
        </p:spPr>
      </p:cxnSp>
      <p:sp>
        <p:nvSpPr>
          <p:cNvPr id="33" name="右大括号 32">
            <a:extLst>
              <a:ext uri="{FF2B5EF4-FFF2-40B4-BE49-F238E27FC236}">
                <a16:creationId xmlns:a16="http://schemas.microsoft.com/office/drawing/2014/main" id="{CE71BF7A-5094-10F4-D109-FE5664B7E8FF}"/>
              </a:ext>
            </a:extLst>
          </p:cNvPr>
          <p:cNvSpPr/>
          <p:nvPr/>
        </p:nvSpPr>
        <p:spPr bwMode="auto">
          <a:xfrm>
            <a:off x="11156225" y="1363639"/>
            <a:ext cx="146775" cy="1006835"/>
          </a:xfrm>
          <a:prstGeom prst="rightBrace">
            <a:avLst/>
          </a:prstGeom>
          <a:noFill/>
          <a:ln w="222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5" name="文本框 34">
            <a:extLst>
              <a:ext uri="{FF2B5EF4-FFF2-40B4-BE49-F238E27FC236}">
                <a16:creationId xmlns:a16="http://schemas.microsoft.com/office/drawing/2014/main" id="{63DE4822-A5B4-1702-9881-A8DEAAB2047D}"/>
              </a:ext>
            </a:extLst>
          </p:cNvPr>
          <p:cNvSpPr txBox="1"/>
          <p:nvPr/>
        </p:nvSpPr>
        <p:spPr>
          <a:xfrm>
            <a:off x="11267712" y="1574669"/>
            <a:ext cx="675185" cy="584775"/>
          </a:xfrm>
          <a:prstGeom prst="rect">
            <a:avLst/>
          </a:prstGeom>
          <a:noFill/>
        </p:spPr>
        <p:txBody>
          <a:bodyPr wrap="none" rtlCol="0" anchor="ctr" anchorCtr="1">
            <a:spAutoFit/>
          </a:bodyPr>
          <a:lstStyle/>
          <a:p>
            <a:r>
              <a:rPr kumimoji="1" lang="en-US" altLang="zh-CN" sz="1600" dirty="0">
                <a:latin typeface="Times New Roman" panose="02020603050405020304" pitchFamily="18" charset="0"/>
                <a:ea typeface="標楷體" pitchFamily="65" charset="-120"/>
                <a:cs typeface="Times New Roman" panose="02020603050405020304" pitchFamily="18" charset="0"/>
              </a:rPr>
              <a:t>User</a:t>
            </a:r>
          </a:p>
          <a:p>
            <a:r>
              <a:rPr kumimoji="1" lang="en-US" altLang="zh-CN" sz="1600" dirty="0">
                <a:latin typeface="Times New Roman" panose="02020603050405020304" pitchFamily="18" charset="0"/>
                <a:ea typeface="標楷體" pitchFamily="65" charset="-120"/>
                <a:cs typeface="Times New Roman" panose="02020603050405020304" pitchFamily="18" charset="0"/>
              </a:rPr>
              <a:t>Space</a:t>
            </a:r>
            <a:endParaRPr kumimoji="1" lang="zh-CN" altLang="en-US" sz="1600" dirty="0">
              <a:latin typeface="Times New Roman" panose="02020603050405020304" pitchFamily="18" charset="0"/>
              <a:ea typeface="標楷體" pitchFamily="65" charset="-120"/>
              <a:cs typeface="Times New Roman" panose="02020603050405020304" pitchFamily="18" charset="0"/>
            </a:endParaRPr>
          </a:p>
        </p:txBody>
      </p:sp>
      <p:sp>
        <p:nvSpPr>
          <p:cNvPr id="36" name="右大括号 35">
            <a:extLst>
              <a:ext uri="{FF2B5EF4-FFF2-40B4-BE49-F238E27FC236}">
                <a16:creationId xmlns:a16="http://schemas.microsoft.com/office/drawing/2014/main" id="{003ACFC6-614A-469A-8862-98C9D6C2DD30}"/>
              </a:ext>
            </a:extLst>
          </p:cNvPr>
          <p:cNvSpPr/>
          <p:nvPr/>
        </p:nvSpPr>
        <p:spPr bwMode="auto">
          <a:xfrm>
            <a:off x="11179385" y="2671312"/>
            <a:ext cx="123615" cy="2140091"/>
          </a:xfrm>
          <a:prstGeom prst="rightBrace">
            <a:avLst/>
          </a:prstGeom>
          <a:noFill/>
          <a:ln w="222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7" name="文本框 36">
            <a:extLst>
              <a:ext uri="{FF2B5EF4-FFF2-40B4-BE49-F238E27FC236}">
                <a16:creationId xmlns:a16="http://schemas.microsoft.com/office/drawing/2014/main" id="{E8D2CD8F-F5A8-B3D3-1464-416134764CF5}"/>
              </a:ext>
            </a:extLst>
          </p:cNvPr>
          <p:cNvSpPr txBox="1"/>
          <p:nvPr/>
        </p:nvSpPr>
        <p:spPr>
          <a:xfrm>
            <a:off x="11271617" y="3447565"/>
            <a:ext cx="744114" cy="584775"/>
          </a:xfrm>
          <a:prstGeom prst="rect">
            <a:avLst/>
          </a:prstGeom>
          <a:noFill/>
        </p:spPr>
        <p:txBody>
          <a:bodyPr wrap="none" rtlCol="0" anchor="ctr" anchorCtr="1">
            <a:spAutoFit/>
          </a:bodyPr>
          <a:lstStyle/>
          <a:p>
            <a:r>
              <a:rPr kumimoji="1" lang="en-US" altLang="zh-CN" sz="1600" dirty="0">
                <a:latin typeface="Times New Roman" panose="02020603050405020304" pitchFamily="18" charset="0"/>
                <a:ea typeface="標楷體" pitchFamily="65" charset="-120"/>
                <a:cs typeface="Times New Roman" panose="02020603050405020304" pitchFamily="18" charset="0"/>
              </a:rPr>
              <a:t>Kernel</a:t>
            </a:r>
          </a:p>
          <a:p>
            <a:r>
              <a:rPr kumimoji="1" lang="en-US" altLang="zh-CN" sz="1600" dirty="0">
                <a:latin typeface="Times New Roman" panose="02020603050405020304" pitchFamily="18" charset="0"/>
                <a:ea typeface="標楷體" pitchFamily="65" charset="-120"/>
                <a:cs typeface="Times New Roman" panose="02020603050405020304" pitchFamily="18" charset="0"/>
              </a:rPr>
              <a:t>Space</a:t>
            </a:r>
            <a:endParaRPr kumimoji="1" lang="zh-CN" altLang="en-US" sz="16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255285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04358-CF72-D917-35C7-B50B75A5E1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6D9756-56B7-EE66-92F7-4FC9256975F8}"/>
              </a:ext>
            </a:extLst>
          </p:cNvPr>
          <p:cNvSpPr>
            <a:spLocks noGrp="1"/>
          </p:cNvSpPr>
          <p:nvPr>
            <p:ph type="title"/>
          </p:nvPr>
        </p:nvSpPr>
        <p:spPr>
          <a:xfrm>
            <a:off x="1088571" y="144466"/>
            <a:ext cx="10722429" cy="692151"/>
          </a:xfrm>
        </p:spPr>
        <p:txBody>
          <a:bodyPr/>
          <a:lstStyle/>
          <a:p>
            <a:r>
              <a:rPr lang="en-US" altLang="zh-CN" dirty="0">
                <a:ea typeface="Calibri" panose="020F0502020204030204" pitchFamily="34" charset="0"/>
                <a:cs typeface="Calibri" panose="020F0502020204030204" pitchFamily="34" charset="0"/>
              </a:rPr>
              <a:t>Introduction (2/2)</a:t>
            </a:r>
            <a:endParaRPr lang="en-US" dirty="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B3E3E48B-2F1C-7752-1DC2-F99ED42A7C55}"/>
              </a:ext>
            </a:extLst>
          </p:cNvPr>
          <p:cNvSpPr>
            <a:spLocks noGrp="1"/>
          </p:cNvSpPr>
          <p:nvPr>
            <p:ph idx="1"/>
          </p:nvPr>
        </p:nvSpPr>
        <p:spPr>
          <a:xfrm>
            <a:off x="609600" y="1125537"/>
            <a:ext cx="7732296" cy="4970463"/>
          </a:xfrm>
        </p:spPr>
        <p:txBody>
          <a:bodyPr/>
          <a:lstStyle/>
          <a:p>
            <a:r>
              <a:rPr lang="en-US" sz="2400" dirty="0">
                <a:latin typeface="Times New Roman" panose="02020603050405020304" pitchFamily="18" charset="0"/>
                <a:cs typeface="Times New Roman" panose="02020603050405020304" pitchFamily="18" charset="0"/>
              </a:rPr>
              <a:t>Why we need to optimize specific OS in data center?</a:t>
            </a:r>
          </a:p>
          <a:p>
            <a:pPr lvl="1"/>
            <a:r>
              <a:rPr lang="en-US" altLang="zh-CN" sz="2200" b="1" dirty="0">
                <a:latin typeface="Times New Roman" panose="02020603050405020304" pitchFamily="18" charset="0"/>
                <a:cs typeface="Times New Roman" panose="02020603050405020304" pitchFamily="18" charset="0"/>
              </a:rPr>
              <a:t>Specific</a:t>
            </a:r>
            <a:r>
              <a:rPr lang="zh-CN" altLang="en-US" sz="2200" b="1" dirty="0">
                <a:latin typeface="Times New Roman" panose="02020603050405020304" pitchFamily="18" charset="0"/>
                <a:cs typeface="Times New Roman" panose="02020603050405020304" pitchFamily="18" charset="0"/>
              </a:rPr>
              <a:t> </a:t>
            </a:r>
            <a:r>
              <a:rPr lang="en-US" altLang="zh-CN" sz="2200" b="1" dirty="0">
                <a:latin typeface="Times New Roman" panose="02020603050405020304" pitchFamily="18" charset="0"/>
                <a:cs typeface="Times New Roman" panose="02020603050405020304" pitchFamily="18" charset="0"/>
              </a:rPr>
              <a:t>Tasks:</a:t>
            </a:r>
            <a:r>
              <a:rPr lang="zh-CN" altLang="en-US" sz="2200" b="1" dirty="0">
                <a:latin typeface="Times New Roman" panose="02020603050405020304" pitchFamily="18" charset="0"/>
                <a:cs typeface="Times New Roman" panose="02020603050405020304" pitchFamily="18" charset="0"/>
              </a:rPr>
              <a:t> </a:t>
            </a:r>
            <a:r>
              <a:rPr lang="en" altLang="zh-CN" sz="2200" dirty="0">
                <a:latin typeface="Times New Roman" panose="02020603050405020304" pitchFamily="18" charset="0"/>
                <a:cs typeface="Times New Roman" panose="02020603050405020304" pitchFamily="18" charset="0"/>
              </a:rPr>
              <a:t>Each type of application has different requirements for the operating system. Some emphasize memory management, while others stress rapid scheduling</a:t>
            </a:r>
            <a:r>
              <a:rPr lang="en-US" altLang="zh-CN" sz="2200" dirty="0">
                <a:latin typeface="Times New Roman" panose="02020603050405020304" pitchFamily="18" charset="0"/>
                <a:cs typeface="Times New Roman" panose="02020603050405020304" pitchFamily="18" charset="0"/>
              </a:rPr>
              <a:t>.</a:t>
            </a:r>
          </a:p>
          <a:p>
            <a:pPr lvl="1"/>
            <a:r>
              <a:rPr lang="en-US" altLang="zh-CN" sz="2200" b="1" dirty="0">
                <a:latin typeface="Times New Roman" panose="02020603050405020304" pitchFamily="18" charset="0"/>
                <a:cs typeface="Times New Roman" panose="02020603050405020304" pitchFamily="18" charset="0"/>
              </a:rPr>
              <a:t>Limitations</a:t>
            </a:r>
            <a:r>
              <a:rPr lang="zh-CN" altLang="en-US" sz="2200" b="1" dirty="0">
                <a:latin typeface="Times New Roman" panose="02020603050405020304" pitchFamily="18" charset="0"/>
                <a:cs typeface="Times New Roman" panose="02020603050405020304" pitchFamily="18" charset="0"/>
              </a:rPr>
              <a:t> </a:t>
            </a:r>
            <a:r>
              <a:rPr lang="en-US" altLang="zh-CN" sz="2200" b="1" dirty="0">
                <a:latin typeface="Times New Roman" panose="02020603050405020304" pitchFamily="18" charset="0"/>
                <a:cs typeface="Times New Roman" panose="02020603050405020304" pitchFamily="18" charset="0"/>
              </a:rPr>
              <a:t>of General OS: </a:t>
            </a:r>
            <a:r>
              <a:rPr lang="en-US" altLang="zh-CN" sz="2200" dirty="0">
                <a:latin typeface="Times New Roman" panose="02020603050405020304" pitchFamily="18" charset="0"/>
                <a:cs typeface="Times New Roman" panose="02020603050405020304" pitchFamily="18" charset="0"/>
              </a:rPr>
              <a:t>Gernel OS </a:t>
            </a:r>
            <a:r>
              <a:rPr lang="en" altLang="zh-CN" sz="2200" dirty="0">
                <a:latin typeface="Times New Roman" panose="02020603050405020304" pitchFamily="18" charset="0"/>
                <a:cs typeface="Times New Roman" panose="02020603050405020304" pitchFamily="18" charset="0"/>
              </a:rPr>
              <a:t>cannot maximize a certain function required by a large-application.</a:t>
            </a:r>
            <a:endParaRPr lang="en-US" altLang="zh-CN" sz="2200" dirty="0">
              <a:latin typeface="Times New Roman" panose="02020603050405020304" pitchFamily="18" charset="0"/>
              <a:cs typeface="Times New Roman" panose="02020603050405020304" pitchFamily="18" charset="0"/>
            </a:endParaRPr>
          </a:p>
          <a:p>
            <a:r>
              <a:rPr lang="en" altLang="zh-CN" sz="2400" dirty="0">
                <a:latin typeface="Times New Roman" panose="02020603050405020304" pitchFamily="18" charset="0"/>
                <a:cs typeface="Times New Roman" panose="02020603050405020304" pitchFamily="18" charset="0"/>
              </a:rPr>
              <a:t>What is</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the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ideal OS for the data center</a:t>
            </a:r>
            <a:r>
              <a:rPr lang="en" altLang="zh-CN" sz="2400" dirty="0">
                <a:latin typeface="Times New Roman" panose="02020603050405020304" pitchFamily="18" charset="0"/>
                <a:cs typeface="Times New Roman" panose="02020603050405020304" pitchFamily="18" charset="0"/>
              </a:rPr>
              <a:t>?</a:t>
            </a:r>
          </a:p>
          <a:p>
            <a:pPr lvl="1"/>
            <a:r>
              <a:rPr lang="en" altLang="zh-CN" sz="2200" b="1" dirty="0">
                <a:latin typeface="Times New Roman" panose="02020603050405020304" pitchFamily="18" charset="0"/>
                <a:cs typeface="Times New Roman" panose="02020603050405020304" pitchFamily="18" charset="0"/>
              </a:rPr>
              <a:t>Customization</a:t>
            </a:r>
            <a:r>
              <a:rPr lang="en-US" altLang="zh-CN" sz="2200" b="1" dirty="0">
                <a:latin typeface="Times New Roman" panose="02020603050405020304" pitchFamily="18" charset="0"/>
                <a:cs typeface="Times New Roman" panose="02020603050405020304" pitchFamily="18" charset="0"/>
              </a:rPr>
              <a:t>:</a:t>
            </a:r>
            <a:r>
              <a:rPr lang="zh-CN" altLang="en-US" sz="2200" b="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Make specific applications running on it operate more efficiently.</a:t>
            </a:r>
          </a:p>
          <a:p>
            <a:pPr lvl="1"/>
            <a:r>
              <a:rPr lang="en-US" altLang="zh-CN" sz="2200" b="1" dirty="0">
                <a:latin typeface="Times New Roman" panose="02020603050405020304" pitchFamily="18" charset="0"/>
                <a:cs typeface="Times New Roman" panose="02020603050405020304" pitchFamily="18" charset="0"/>
              </a:rPr>
              <a:t>Implementation types:</a:t>
            </a:r>
            <a:r>
              <a:rPr lang="zh-CN" altLang="en-US" sz="2200" b="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Support</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automated maintenance and updates.</a:t>
            </a:r>
          </a:p>
        </p:txBody>
      </p:sp>
      <p:sp>
        <p:nvSpPr>
          <p:cNvPr id="7" name="灯片编号占位符 1">
            <a:extLst>
              <a:ext uri="{FF2B5EF4-FFF2-40B4-BE49-F238E27FC236}">
                <a16:creationId xmlns:a16="http://schemas.microsoft.com/office/drawing/2014/main" id="{7815D6B6-9B0F-91C4-4AF4-F8F148252E99}"/>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5</a:t>
            </a:fld>
            <a:endParaRPr lang="zh-TW" altLang="en-US"/>
          </a:p>
        </p:txBody>
      </p:sp>
      <p:sp>
        <p:nvSpPr>
          <p:cNvPr id="10" name="圆角矩形 9">
            <a:extLst>
              <a:ext uri="{FF2B5EF4-FFF2-40B4-BE49-F238E27FC236}">
                <a16:creationId xmlns:a16="http://schemas.microsoft.com/office/drawing/2014/main" id="{8718864C-05C0-7570-C36C-617A9297677A}"/>
              </a:ext>
            </a:extLst>
          </p:cNvPr>
          <p:cNvSpPr/>
          <p:nvPr/>
        </p:nvSpPr>
        <p:spPr bwMode="auto">
          <a:xfrm>
            <a:off x="9450917" y="1930400"/>
            <a:ext cx="1813984" cy="692150"/>
          </a:xfrm>
          <a:prstGeom prst="roundRect">
            <a:avLst/>
          </a:prstGeom>
          <a:noFill/>
          <a:ln w="222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OS</a:t>
            </a:r>
            <a:r>
              <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 </a:t>
            </a:r>
          </a:p>
        </p:txBody>
      </p:sp>
      <p:sp>
        <p:nvSpPr>
          <p:cNvPr id="14" name="圆角矩形 13">
            <a:extLst>
              <a:ext uri="{FF2B5EF4-FFF2-40B4-BE49-F238E27FC236}">
                <a16:creationId xmlns:a16="http://schemas.microsoft.com/office/drawing/2014/main" id="{9EAC0AC2-CD85-3FCF-3175-19E24FD050B9}"/>
              </a:ext>
            </a:extLst>
          </p:cNvPr>
          <p:cNvSpPr/>
          <p:nvPr/>
        </p:nvSpPr>
        <p:spPr bwMode="auto">
          <a:xfrm>
            <a:off x="9450916" y="2988472"/>
            <a:ext cx="1813984" cy="692150"/>
          </a:xfrm>
          <a:prstGeom prst="roundRect">
            <a:avLst/>
          </a:prstGeom>
          <a:noFill/>
          <a:ln w="222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Runing </a:t>
            </a:r>
            <a:r>
              <a:rPr kumimoji="1" lang="en-US" altLang="zh-CN" sz="1600" dirty="0">
                <a:latin typeface="Times New Roman" panose="02020603050405020304" pitchFamily="18" charset="0"/>
                <a:ea typeface="新細明體" pitchFamily="18" charset="-120"/>
                <a:cs typeface="Times New Roman" panose="02020603050405020304" pitchFamily="18" charset="0"/>
              </a:rPr>
              <a:t>&amp;Collecting</a:t>
            </a:r>
            <a:r>
              <a:rPr kumimoji="1" lang="zh-CN" altLang="en-US" sz="1600" dirty="0">
                <a:latin typeface="Times New Roman" panose="02020603050405020304" pitchFamily="18" charset="0"/>
                <a:ea typeface="新細明體" pitchFamily="18" charset="-120"/>
                <a:cs typeface="Times New Roman" panose="02020603050405020304" pitchFamily="18" charset="0"/>
              </a:rPr>
              <a:t> </a:t>
            </a:r>
            <a:endParaRPr kumimoji="1" lang="en-US" altLang="zh-CN" sz="1600" dirty="0">
              <a:latin typeface="Times New Roman" panose="02020603050405020304" pitchFamily="18" charset="0"/>
              <a:ea typeface="新細明體" pitchFamily="18" charset="-120"/>
              <a:cs typeface="Times New Roman" panose="02020603050405020304" pitchFamily="18" charset="0"/>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dirty="0">
                <a:latin typeface="Times New Roman" panose="02020603050405020304" pitchFamily="18" charset="0"/>
                <a:ea typeface="新細明體" pitchFamily="18" charset="-120"/>
                <a:cs typeface="Times New Roman" panose="02020603050405020304" pitchFamily="18" charset="0"/>
              </a:rPr>
              <a:t>information</a:t>
            </a:r>
          </a:p>
        </p:txBody>
      </p:sp>
      <p:sp>
        <p:nvSpPr>
          <p:cNvPr id="15" name="圆角矩形 14">
            <a:extLst>
              <a:ext uri="{FF2B5EF4-FFF2-40B4-BE49-F238E27FC236}">
                <a16:creationId xmlns:a16="http://schemas.microsoft.com/office/drawing/2014/main" id="{41849702-9C5A-CA21-10F1-C36B3C793C37}"/>
              </a:ext>
            </a:extLst>
          </p:cNvPr>
          <p:cNvSpPr/>
          <p:nvPr/>
        </p:nvSpPr>
        <p:spPr bwMode="auto">
          <a:xfrm>
            <a:off x="9450916" y="4046544"/>
            <a:ext cx="1813974" cy="692150"/>
          </a:xfrm>
          <a:prstGeom prst="roundRect">
            <a:avLst/>
          </a:prstGeom>
          <a:noFill/>
          <a:ln w="222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dirty="0">
                <a:latin typeface="Times New Roman" panose="02020603050405020304" pitchFamily="18" charset="0"/>
                <a:ea typeface="新細明體" pitchFamily="18" charset="-120"/>
                <a:cs typeface="Times New Roman" panose="02020603050405020304" pitchFamily="18" charset="0"/>
              </a:rPr>
              <a:t>Re-compile OS</a:t>
            </a:r>
          </a:p>
        </p:txBody>
      </p:sp>
      <p:cxnSp>
        <p:nvCxnSpPr>
          <p:cNvPr id="17" name="直线箭头连接符 16">
            <a:extLst>
              <a:ext uri="{FF2B5EF4-FFF2-40B4-BE49-F238E27FC236}">
                <a16:creationId xmlns:a16="http://schemas.microsoft.com/office/drawing/2014/main" id="{786CAB71-2E90-16CC-BC56-F63B3C919A91}"/>
              </a:ext>
            </a:extLst>
          </p:cNvPr>
          <p:cNvCxnSpPr>
            <a:cxnSpLocks/>
            <a:stCxn id="10" idx="2"/>
            <a:endCxn id="14" idx="0"/>
          </p:cNvCxnSpPr>
          <p:nvPr/>
        </p:nvCxnSpPr>
        <p:spPr bwMode="auto">
          <a:xfrm flipH="1">
            <a:off x="10357908" y="2622550"/>
            <a:ext cx="1" cy="365922"/>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8" name="直线箭头连接符 17">
            <a:extLst>
              <a:ext uri="{FF2B5EF4-FFF2-40B4-BE49-F238E27FC236}">
                <a16:creationId xmlns:a16="http://schemas.microsoft.com/office/drawing/2014/main" id="{D185CFAD-E2A2-80F8-0FFB-C78898B84326}"/>
              </a:ext>
            </a:extLst>
          </p:cNvPr>
          <p:cNvCxnSpPr/>
          <p:nvPr/>
        </p:nvCxnSpPr>
        <p:spPr bwMode="auto">
          <a:xfrm flipH="1">
            <a:off x="10346260" y="3698477"/>
            <a:ext cx="1" cy="365922"/>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sp>
        <p:nvSpPr>
          <p:cNvPr id="19" name="文本框 18">
            <a:extLst>
              <a:ext uri="{FF2B5EF4-FFF2-40B4-BE49-F238E27FC236}">
                <a16:creationId xmlns:a16="http://schemas.microsoft.com/office/drawing/2014/main" id="{BF81155A-2593-37BE-7F6F-5243802A70BF}"/>
              </a:ext>
            </a:extLst>
          </p:cNvPr>
          <p:cNvSpPr txBox="1"/>
          <p:nvPr/>
        </p:nvSpPr>
        <p:spPr>
          <a:xfrm>
            <a:off x="8463372" y="5140327"/>
            <a:ext cx="3573170" cy="338554"/>
          </a:xfrm>
          <a:prstGeom prst="rect">
            <a:avLst/>
          </a:prstGeom>
          <a:noFill/>
        </p:spPr>
        <p:txBody>
          <a:bodyPr wrap="square" rtlCol="0" anchor="ctr" anchorCtr="1">
            <a:spAutoFit/>
          </a:bodyPr>
          <a:lstStyle/>
          <a:p>
            <a:r>
              <a:rPr kumimoji="1" lang="en-US" altLang="zh-CN" sz="1600" dirty="0">
                <a:latin typeface="Times New Roman" panose="02020603050405020304" pitchFamily="18" charset="0"/>
                <a:ea typeface="標楷體" pitchFamily="65" charset="-120"/>
                <a:cs typeface="Times New Roman" panose="02020603050405020304" pitchFamily="18" charset="0"/>
              </a:rPr>
              <a:t>Figure 2: The</a:t>
            </a:r>
            <a:r>
              <a:rPr kumimoji="1" lang="zh-CN" altLang="en-US" sz="1600" dirty="0">
                <a:latin typeface="Times New Roman" panose="02020603050405020304" pitchFamily="18" charset="0"/>
                <a:ea typeface="標楷體" pitchFamily="65" charset="-120"/>
                <a:cs typeface="Times New Roman" panose="02020603050405020304" pitchFamily="18" charset="0"/>
              </a:rPr>
              <a:t> </a:t>
            </a:r>
            <a:r>
              <a:rPr kumimoji="1" lang="en-US" altLang="zh-CN" sz="1600" dirty="0">
                <a:latin typeface="Times New Roman" panose="02020603050405020304" pitchFamily="18" charset="0"/>
                <a:ea typeface="標楷體" pitchFamily="65" charset="-120"/>
                <a:cs typeface="Times New Roman" panose="02020603050405020304" pitchFamily="18" charset="0"/>
              </a:rPr>
              <a:t>Ideal</a:t>
            </a:r>
            <a:r>
              <a:rPr kumimoji="1" lang="zh-CN" altLang="en-US" sz="1600" dirty="0">
                <a:latin typeface="Times New Roman" panose="02020603050405020304" pitchFamily="18" charset="0"/>
                <a:ea typeface="標楷體" pitchFamily="65" charset="-120"/>
                <a:cs typeface="Times New Roman" panose="02020603050405020304" pitchFamily="18" charset="0"/>
              </a:rPr>
              <a:t> </a:t>
            </a:r>
            <a:r>
              <a:rPr kumimoji="1" lang="en-US" altLang="zh-CN" sz="1600" dirty="0">
                <a:latin typeface="Times New Roman" panose="02020603050405020304" pitchFamily="18" charset="0"/>
                <a:ea typeface="標楷體" pitchFamily="65" charset="-120"/>
                <a:cs typeface="Times New Roman" panose="02020603050405020304" pitchFamily="18" charset="0"/>
              </a:rPr>
              <a:t>OS</a:t>
            </a:r>
            <a:endParaRPr kumimoji="1" lang="zh-CN" altLang="en-US" sz="1600" dirty="0">
              <a:latin typeface="Times New Roman" panose="02020603050405020304" pitchFamily="18" charset="0"/>
              <a:ea typeface="標楷體" pitchFamily="65" charset="-120"/>
              <a:cs typeface="Times New Roman" panose="02020603050405020304" pitchFamily="18" charset="0"/>
            </a:endParaRPr>
          </a:p>
        </p:txBody>
      </p:sp>
      <p:cxnSp>
        <p:nvCxnSpPr>
          <p:cNvPr id="25" name="肘形连接符 24">
            <a:extLst>
              <a:ext uri="{FF2B5EF4-FFF2-40B4-BE49-F238E27FC236}">
                <a16:creationId xmlns:a16="http://schemas.microsoft.com/office/drawing/2014/main" id="{7E22BF47-D867-8737-801C-9E980DC05989}"/>
              </a:ext>
            </a:extLst>
          </p:cNvPr>
          <p:cNvCxnSpPr>
            <a:stCxn id="15" idx="1"/>
            <a:endCxn id="10" idx="1"/>
          </p:cNvCxnSpPr>
          <p:nvPr/>
        </p:nvCxnSpPr>
        <p:spPr bwMode="auto">
          <a:xfrm rot="10800000" flipH="1">
            <a:off x="9450915" y="2276475"/>
            <a:ext cx="1" cy="2116144"/>
          </a:xfrm>
          <a:prstGeom prst="bentConnector3">
            <a:avLst>
              <a:gd name="adj1" fmla="val -22860000000"/>
            </a:avLst>
          </a:prstGeom>
          <a:noFill/>
          <a:ln w="22225" cap="flat" cmpd="sng" algn="ctr">
            <a:solidFill>
              <a:schemeClr val="tx1"/>
            </a:solidFill>
            <a:prstDash val="solid"/>
            <a:round/>
            <a:headEnd type="none" w="med" len="med"/>
            <a:tailEnd type="triangle"/>
          </a:ln>
          <a:effectLst/>
        </p:spPr>
      </p:cxnSp>
      <p:sp>
        <p:nvSpPr>
          <p:cNvPr id="28" name="文本框 27">
            <a:extLst>
              <a:ext uri="{FF2B5EF4-FFF2-40B4-BE49-F238E27FC236}">
                <a16:creationId xmlns:a16="http://schemas.microsoft.com/office/drawing/2014/main" id="{5A6AE64E-70BA-2C82-7AB5-8DAA0C3F493A}"/>
              </a:ext>
            </a:extLst>
          </p:cNvPr>
          <p:cNvSpPr txBox="1"/>
          <p:nvPr/>
        </p:nvSpPr>
        <p:spPr>
          <a:xfrm>
            <a:off x="8400679" y="3185117"/>
            <a:ext cx="777777" cy="338554"/>
          </a:xfrm>
          <a:prstGeom prst="rect">
            <a:avLst/>
          </a:prstGeom>
          <a:noFill/>
        </p:spPr>
        <p:txBody>
          <a:bodyPr wrap="none" rtlCol="0" anchor="ctr" anchorCtr="1">
            <a:spAutoFit/>
          </a:bodyPr>
          <a:lstStyle/>
          <a:p>
            <a:r>
              <a:rPr kumimoji="1" lang="en-US" altLang="zh-CN" sz="1600" dirty="0">
                <a:latin typeface="Times New Roman" panose="02020603050405020304" pitchFamily="18" charset="0"/>
                <a:ea typeface="標楷體" pitchFamily="65" charset="-120"/>
                <a:cs typeface="Times New Roman" panose="02020603050405020304" pitchFamily="18" charset="0"/>
              </a:rPr>
              <a:t>Update</a:t>
            </a:r>
            <a:endParaRPr kumimoji="1" lang="zh-CN" altLang="en-US" sz="16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1903581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DC6F2-B946-4768-50F7-B284CF9E596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48C5D3A-A922-05F5-1025-58C48BE339AF}"/>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7EE54056-656D-FAB2-5CA0-B72480ABEB9A}"/>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 (3 min)</a:t>
            </a:r>
            <a:endParaRPr lang="en-US" altLang="zh-TW" sz="2933" dirty="0">
              <a:latin typeface="Times New Roman" panose="02020603050405020304" pitchFamily="18" charset="0"/>
              <a:cs typeface="Times New Roman" panose="02020603050405020304" pitchFamily="18" charset="0"/>
            </a:endParaRPr>
          </a:p>
          <a:p>
            <a:r>
              <a:rPr lang="en-US" altLang="zh-CN" sz="2933" dirty="0">
                <a:solidFill>
                  <a:srgbClr val="FF0000"/>
                </a:solidFill>
                <a:latin typeface="Times New Roman" panose="02020603050405020304" pitchFamily="18" charset="0"/>
                <a:cs typeface="Times New Roman" panose="02020603050405020304" pitchFamily="18" charset="0"/>
              </a:rPr>
              <a:t>Background &amp; Motivation (5 min)</a:t>
            </a:r>
          </a:p>
          <a:p>
            <a:r>
              <a:rPr lang="en-US" altLang="zh-CN" sz="2933" dirty="0">
                <a:latin typeface="Times New Roman" panose="02020603050405020304" pitchFamily="18" charset="0"/>
                <a:cs typeface="Times New Roman" panose="02020603050405020304" pitchFamily="18" charset="0"/>
              </a:rPr>
              <a:t>Proposed Methods (15 min)</a:t>
            </a:r>
          </a:p>
          <a:p>
            <a:pPr lvl="1"/>
            <a:r>
              <a:rPr lang="en-US" altLang="zh-CN" sz="2400" dirty="0">
                <a:latin typeface="Times New Roman" panose="02020603050405020304" pitchFamily="18" charset="0"/>
                <a:cs typeface="Times New Roman" panose="02020603050405020304" pitchFamily="18" charset="0"/>
              </a:rPr>
              <a:t>﻿Application-Specific</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OS (3 min)</a:t>
            </a:r>
          </a:p>
          <a:p>
            <a:pPr lvl="1"/>
            <a:r>
              <a:rPr lang="en-US" altLang="zh-CN" sz="2400" dirty="0">
                <a:latin typeface="Times New Roman" panose="02020603050405020304" pitchFamily="18" charset="0"/>
                <a:cs typeface="Times New Roman" panose="02020603050405020304" pitchFamily="18" charset="0"/>
              </a:rPr>
              <a:t>﻿One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Profile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Fits</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All (3 min)</a:t>
            </a:r>
          </a:p>
          <a:p>
            <a:pPr lvl="1"/>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PlugSched</a:t>
            </a:r>
            <a:r>
              <a:rPr lang="en-US" altLang="zh-CN" sz="2400" dirty="0">
                <a:latin typeface="Times New Roman" panose="02020603050405020304" pitchFamily="18" charset="0"/>
                <a:cs typeface="Times New Roman" panose="02020603050405020304" pitchFamily="18" charset="0"/>
              </a:rPr>
              <a:t> (4 min)</a:t>
            </a:r>
          </a:p>
          <a:p>
            <a:pPr lvl="1"/>
            <a:r>
              <a:rPr lang="en-US" altLang="zh-CN" sz="2400" dirty="0">
                <a:latin typeface="Times New Roman" panose="02020603050405020304" pitchFamily="18" charset="0"/>
                <a:cs typeface="Times New Roman" panose="02020603050405020304" pitchFamily="18" charset="0"/>
              </a:rPr>
              <a:t>My</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Method</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min)</a:t>
            </a:r>
          </a:p>
          <a:p>
            <a:r>
              <a:rPr lang="en-US" altLang="zh-CN" sz="2933" dirty="0">
                <a:latin typeface="Times New Roman" panose="02020603050405020304" pitchFamily="18" charset="0"/>
                <a:cs typeface="Times New Roman" panose="02020603050405020304" pitchFamily="18" charset="0"/>
              </a:rPr>
              <a:t>Conclusions (2 min)</a:t>
            </a:r>
          </a:p>
          <a:p>
            <a:r>
              <a:rPr lang="en-US" altLang="zh-CN" sz="2933" dirty="0">
                <a:latin typeface="Times New Roman" panose="02020603050405020304" pitchFamily="18" charset="0"/>
                <a:cs typeface="Times New Roman" panose="02020603050405020304" pitchFamily="18" charset="0"/>
              </a:rPr>
              <a:t>Q &amp; A (5 min)</a:t>
            </a:r>
          </a:p>
        </p:txBody>
      </p:sp>
      <p:sp>
        <p:nvSpPr>
          <p:cNvPr id="5" name="灯片编号占位符 1">
            <a:extLst>
              <a:ext uri="{FF2B5EF4-FFF2-40B4-BE49-F238E27FC236}">
                <a16:creationId xmlns:a16="http://schemas.microsoft.com/office/drawing/2014/main" id="{D8C4267B-753C-7576-7E1F-7CB449506085}"/>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6</a:t>
            </a:fld>
            <a:endParaRPr lang="zh-TW" altLang="en-US"/>
          </a:p>
        </p:txBody>
      </p:sp>
    </p:spTree>
    <p:extLst>
      <p:ext uri="{BB962C8B-B14F-4D97-AF65-F5344CB8AC3E}">
        <p14:creationId xmlns:p14="http://schemas.microsoft.com/office/powerpoint/2010/main" val="839341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EE221-8BA6-11F1-B20A-2CF347225C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8AB607-D6AC-79C6-B8C1-241BAD7DF7EF}"/>
              </a:ext>
            </a:extLst>
          </p:cNvPr>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Background &amp; Motivation (1/3)</a:t>
            </a:r>
            <a:endParaRPr lang="en-US" dirty="0">
              <a:ea typeface="Calibri" panose="020F0502020204030204" pitchFamily="34" charset="0"/>
              <a:cs typeface="Calibri" panose="020F0502020204030204" pitchFamily="34" charset="0"/>
            </a:endParaRPr>
          </a:p>
        </p:txBody>
      </p:sp>
      <p:sp>
        <p:nvSpPr>
          <p:cNvPr id="4" name="灯片编号占位符 1">
            <a:extLst>
              <a:ext uri="{FF2B5EF4-FFF2-40B4-BE49-F238E27FC236}">
                <a16:creationId xmlns:a16="http://schemas.microsoft.com/office/drawing/2014/main" id="{CF387142-EFE2-14C5-DEBC-0A671FBA7F39}"/>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7</a:t>
            </a:fld>
            <a:endParaRPr lang="zh-TW" altLang="en-US"/>
          </a:p>
        </p:txBody>
      </p:sp>
      <p:sp>
        <p:nvSpPr>
          <p:cNvPr id="3" name="内容占位符 5">
            <a:extLst>
              <a:ext uri="{FF2B5EF4-FFF2-40B4-BE49-F238E27FC236}">
                <a16:creationId xmlns:a16="http://schemas.microsoft.com/office/drawing/2014/main" id="{1F167971-78C9-2C18-1981-165940526981}"/>
              </a:ext>
            </a:extLst>
          </p:cNvPr>
          <p:cNvSpPr txBox="1">
            <a:spLocks/>
          </p:cNvSpPr>
          <p:nvPr/>
        </p:nvSpPr>
        <p:spPr bwMode="auto">
          <a:xfrm>
            <a:off x="624994" y="1125537"/>
            <a:ext cx="9876465"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Current Situation of Data Center:</a:t>
            </a:r>
          </a:p>
          <a:p>
            <a:pPr lvl="1"/>
            <a:r>
              <a:rPr lang="en-US" altLang="zh-CN" sz="2200" b="1" kern="0" dirty="0">
                <a:latin typeface="Times New Roman" panose="02020603050405020304" pitchFamily="18" charset="0"/>
                <a:cs typeface="Times New Roman" panose="02020603050405020304" pitchFamily="18" charset="0"/>
              </a:rPr>
              <a:t>High</a:t>
            </a:r>
            <a:r>
              <a:rPr lang="zh-CN" altLang="en-US" sz="2200" b="1" kern="0" dirty="0">
                <a:latin typeface="Times New Roman" panose="02020603050405020304" pitchFamily="18" charset="0"/>
                <a:cs typeface="Times New Roman" panose="02020603050405020304" pitchFamily="18" charset="0"/>
              </a:rPr>
              <a:t> </a:t>
            </a:r>
            <a:r>
              <a:rPr lang="en-US" altLang="zh-CN" sz="2200" b="1" kern="0" dirty="0">
                <a:latin typeface="Times New Roman" panose="02020603050405020304" pitchFamily="18" charset="0"/>
                <a:cs typeface="Times New Roman" panose="02020603050405020304" pitchFamily="18" charset="0"/>
              </a:rPr>
              <a:t>Cost</a:t>
            </a:r>
            <a:r>
              <a:rPr lang="zh-CN" altLang="en-US" sz="2200" b="1" kern="0" dirty="0">
                <a:latin typeface="Times New Roman" panose="02020603050405020304" pitchFamily="18" charset="0"/>
                <a:cs typeface="Times New Roman" panose="02020603050405020304" pitchFamily="18" charset="0"/>
              </a:rPr>
              <a:t> </a:t>
            </a:r>
            <a:r>
              <a:rPr lang="en-US" altLang="zh-CN" sz="2200" b="1" kern="0" dirty="0">
                <a:latin typeface="Times New Roman" panose="02020603050405020304" pitchFamily="18" charset="0"/>
                <a:cs typeface="Times New Roman" panose="02020603050405020304" pitchFamily="18" charset="0"/>
              </a:rPr>
              <a:t>Hardware: </a:t>
            </a:r>
            <a:r>
              <a:rPr lang="en" altLang="zh-CN" sz="2200" kern="0" dirty="0">
                <a:latin typeface="Times New Roman" panose="02020603050405020304" pitchFamily="18" charset="0"/>
                <a:cs typeface="Times New Roman" panose="02020603050405020304" pitchFamily="18" charset="0"/>
              </a:rPr>
              <a:t>Most of the funds are used to improve the hardware of data centers.</a:t>
            </a:r>
          </a:p>
          <a:p>
            <a:pPr lvl="1"/>
            <a:r>
              <a:rPr lang="en-US" altLang="zh-CN" sz="2200" b="1" kern="0" dirty="0">
                <a:latin typeface="Times New Roman" panose="02020603050405020304" pitchFamily="18" charset="0"/>
                <a:cs typeface="Times New Roman" panose="02020603050405020304" pitchFamily="18" charset="0"/>
              </a:rPr>
              <a:t>Low Software Resource Utilization: </a:t>
            </a:r>
            <a:r>
              <a:rPr lang="en" altLang="zh-CN" sz="2200" kern="0" dirty="0">
                <a:latin typeface="Times New Roman" panose="02020603050405020304" pitchFamily="18" charset="0"/>
                <a:cs typeface="Times New Roman" panose="02020603050405020304" pitchFamily="18" charset="0"/>
              </a:rPr>
              <a:t>The resources at the software level have not been utilized efficiently.</a:t>
            </a:r>
            <a:endParaRPr lang="en-US" altLang="zh-CN" sz="2200" kern="0" dirty="0">
              <a:latin typeface="Times New Roman" panose="02020603050405020304" pitchFamily="18" charset="0"/>
              <a:cs typeface="Times New Roman" panose="02020603050405020304" pitchFamily="18" charset="0"/>
            </a:endParaRPr>
          </a:p>
          <a:p>
            <a:pPr lvl="1"/>
            <a:r>
              <a:rPr lang="en-US" altLang="zh-CN" sz="2200" b="1" kern="0" dirty="0">
                <a:latin typeface="Times New Roman" panose="02020603050405020304" pitchFamily="18" charset="0"/>
                <a:cs typeface="Times New Roman" panose="02020603050405020304" pitchFamily="18" charset="0"/>
              </a:rPr>
              <a:t>Complicated Deployment Process:</a:t>
            </a:r>
            <a:r>
              <a:rPr lang="zh-CN" altLang="en-US" sz="2200" b="1"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M</a:t>
            </a:r>
            <a:r>
              <a:rPr lang="en" altLang="zh-CN" sz="2200" kern="0" dirty="0" err="1">
                <a:latin typeface="Times New Roman" panose="02020603050405020304" pitchFamily="18" charset="0"/>
                <a:cs typeface="Times New Roman" panose="02020603050405020304" pitchFamily="18" charset="0"/>
              </a:rPr>
              <a:t>anual</a:t>
            </a:r>
            <a:r>
              <a:rPr lang="en" altLang="zh-CN" sz="2200" kern="0" dirty="0">
                <a:latin typeface="Times New Roman" panose="02020603050405020304" pitchFamily="18" charset="0"/>
                <a:cs typeface="Times New Roman" panose="02020603050405020304" pitchFamily="18" charset="0"/>
              </a:rPr>
              <a:t> optimization of the source code is required</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for</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different</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applications resulting in high deployment costs.</a:t>
            </a:r>
          </a:p>
          <a:p>
            <a:r>
              <a:rPr lang="en-US" altLang="zh-CN" sz="2400" kern="0" dirty="0">
                <a:latin typeface="Times New Roman" panose="02020603050405020304" pitchFamily="18" charset="0"/>
                <a:cs typeface="Times New Roman" panose="02020603050405020304" pitchFamily="18" charset="0"/>
              </a:rPr>
              <a:t>Solutions:</a:t>
            </a:r>
          </a:p>
          <a:p>
            <a:pPr lvl="1"/>
            <a:r>
              <a:rPr lang="en-US" altLang="zh-CN" sz="2200" b="1" kern="0" dirty="0">
                <a:latin typeface="Times New Roman" panose="02020603050405020304" pitchFamily="18" charset="0"/>
                <a:cs typeface="Times New Roman" panose="02020603050405020304" pitchFamily="18" charset="0"/>
              </a:rPr>
              <a:t>Auto</a:t>
            </a:r>
            <a:r>
              <a:rPr lang="zh-CN" altLang="en-US" sz="2200" b="1" kern="0" dirty="0">
                <a:latin typeface="Times New Roman" panose="02020603050405020304" pitchFamily="18" charset="0"/>
                <a:cs typeface="Times New Roman" panose="02020603050405020304" pitchFamily="18" charset="0"/>
              </a:rPr>
              <a:t> </a:t>
            </a:r>
            <a:r>
              <a:rPr lang="en-US" altLang="zh-CN" sz="2200" b="1" kern="0" dirty="0">
                <a:latin typeface="Times New Roman" panose="02020603050405020304" pitchFamily="18" charset="0"/>
                <a:cs typeface="Times New Roman" panose="02020603050405020304" pitchFamily="18" charset="0"/>
              </a:rPr>
              <a:t>Optimization</a:t>
            </a:r>
            <a:r>
              <a:rPr lang="zh-CN" altLang="en-US" sz="2200" b="1" kern="0" dirty="0">
                <a:latin typeface="Times New Roman" panose="02020603050405020304" pitchFamily="18" charset="0"/>
                <a:cs typeface="Times New Roman" panose="02020603050405020304" pitchFamily="18" charset="0"/>
              </a:rPr>
              <a:t> </a:t>
            </a:r>
            <a:r>
              <a:rPr lang="en-US" altLang="zh-CN" sz="2200" b="1" kern="0" dirty="0">
                <a:latin typeface="Times New Roman" panose="02020603050405020304" pitchFamily="18" charset="0"/>
                <a:cs typeface="Times New Roman" panose="02020603050405020304" pitchFamily="18" charset="0"/>
              </a:rPr>
              <a:t>Method:</a:t>
            </a:r>
            <a:r>
              <a:rPr lang="zh-CN" altLang="en-US" sz="2200" b="1" kern="0" dirty="0">
                <a:latin typeface="Times New Roman" panose="02020603050405020304" pitchFamily="18" charset="0"/>
                <a:cs typeface="Times New Roman" panose="02020603050405020304" pitchFamily="18" charset="0"/>
              </a:rPr>
              <a:t> </a:t>
            </a:r>
            <a:r>
              <a:rPr lang="en" altLang="zh-CN" sz="2200" kern="0" dirty="0">
                <a:latin typeface="Times New Roman" panose="02020603050405020304" pitchFamily="18" charset="0"/>
                <a:cs typeface="Times New Roman" panose="02020603050405020304" pitchFamily="18" charset="0"/>
              </a:rPr>
              <a:t>Set up a </a:t>
            </a:r>
            <a:r>
              <a:rPr lang="en" altLang="zh-CN" sz="2200" kern="0" dirty="0">
                <a:solidFill>
                  <a:srgbClr val="FF0000"/>
                </a:solidFill>
                <a:latin typeface="Times New Roman" panose="02020603050405020304" pitchFamily="18" charset="0"/>
                <a:cs typeface="Times New Roman" panose="02020603050405020304" pitchFamily="18" charset="0"/>
              </a:rPr>
              <a:t>feedback-based</a:t>
            </a:r>
            <a:r>
              <a:rPr lang="en" altLang="zh-CN" sz="2200" kern="0" dirty="0">
                <a:latin typeface="Times New Roman" panose="02020603050405020304" pitchFamily="18" charset="0"/>
                <a:cs typeface="Times New Roman" panose="02020603050405020304" pitchFamily="18" charset="0"/>
              </a:rPr>
              <a:t> framework</a:t>
            </a:r>
            <a:r>
              <a:rPr lang="en-US" altLang="zh-CN" sz="2200" kern="0" dirty="0">
                <a:latin typeface="Times New Roman" panose="02020603050405020304" pitchFamily="18" charset="0"/>
                <a:cs typeface="Times New Roman" panose="02020603050405020304" pitchFamily="18" charset="0"/>
              </a:rPr>
              <a:t>,</a:t>
            </a:r>
            <a:r>
              <a:rPr lang="zh-CN" altLang="en-US" sz="2200" kern="0" dirty="0">
                <a:latin typeface="Times New Roman" panose="02020603050405020304" pitchFamily="18" charset="0"/>
                <a:cs typeface="Times New Roman" panose="02020603050405020304" pitchFamily="18" charset="0"/>
              </a:rPr>
              <a:t> </a:t>
            </a:r>
            <a:r>
              <a:rPr lang="en-US" altLang="zh-CN" sz="2200" kern="0" dirty="0">
                <a:latin typeface="Times New Roman" panose="02020603050405020304" pitchFamily="18" charset="0"/>
                <a:cs typeface="Times New Roman" panose="02020603050405020304" pitchFamily="18" charset="0"/>
              </a:rPr>
              <a:t>enabling</a:t>
            </a:r>
            <a:r>
              <a:rPr lang="zh-CN" altLang="en-US" sz="2200" kern="0" dirty="0">
                <a:latin typeface="Times New Roman" panose="02020603050405020304" pitchFamily="18" charset="0"/>
                <a:cs typeface="Times New Roman" panose="02020603050405020304" pitchFamily="18" charset="0"/>
              </a:rPr>
              <a:t> </a:t>
            </a:r>
            <a:r>
              <a:rPr lang="en" altLang="zh-CN" sz="2200" kern="0" dirty="0">
                <a:latin typeface="Times New Roman" panose="02020603050405020304" pitchFamily="18" charset="0"/>
                <a:cs typeface="Times New Roman" panose="02020603050405020304" pitchFamily="18" charset="0"/>
              </a:rPr>
              <a:t>the program to automatically optimize the assembly code according to runtime information without changing the source code.</a:t>
            </a:r>
            <a:endParaRPr lang="en-US" altLang="zh-CN" sz="22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5238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95F7F-E9AC-0E38-4342-D55EEDE8F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2FBF8D-0A1E-A91B-2186-4244CB0A50EE}"/>
              </a:ext>
            </a:extLst>
          </p:cNvPr>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Background &amp; Motivation (2/3)</a:t>
            </a:r>
            <a:endParaRPr lang="en-US" dirty="0">
              <a:ea typeface="Calibri" panose="020F0502020204030204" pitchFamily="34" charset="0"/>
              <a:cs typeface="Calibri" panose="020F0502020204030204" pitchFamily="34" charset="0"/>
            </a:endParaRPr>
          </a:p>
        </p:txBody>
      </p:sp>
      <p:sp>
        <p:nvSpPr>
          <p:cNvPr id="4" name="灯片编号占位符 1">
            <a:extLst>
              <a:ext uri="{FF2B5EF4-FFF2-40B4-BE49-F238E27FC236}">
                <a16:creationId xmlns:a16="http://schemas.microsoft.com/office/drawing/2014/main" id="{FE08FC32-5AE2-B84B-F20F-63F5BDB06282}"/>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8</a:t>
            </a:fld>
            <a:endParaRPr lang="zh-TW" altLang="en-US"/>
          </a:p>
        </p:txBody>
      </p:sp>
      <p:sp>
        <p:nvSpPr>
          <p:cNvPr id="3" name="内容占位符 5">
            <a:extLst>
              <a:ext uri="{FF2B5EF4-FFF2-40B4-BE49-F238E27FC236}">
                <a16:creationId xmlns:a16="http://schemas.microsoft.com/office/drawing/2014/main" id="{BACEEF7D-E172-6362-4D90-4AF4748F9945}"/>
              </a:ext>
            </a:extLst>
          </p:cNvPr>
          <p:cNvSpPr txBox="1">
            <a:spLocks/>
          </p:cNvSpPr>
          <p:nvPr/>
        </p:nvSpPr>
        <p:spPr bwMode="auto">
          <a:xfrm>
            <a:off x="624993" y="1125538"/>
            <a:ext cx="6194907" cy="41322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Motivation in User Space:</a:t>
            </a:r>
          </a:p>
          <a:p>
            <a:pPr lvl="1"/>
            <a:r>
              <a:rPr lang="en-US" altLang="zh-CN" sz="2200" b="1" kern="0" dirty="0">
                <a:latin typeface="Times New Roman" panose="02020603050405020304" pitchFamily="18" charset="0"/>
                <a:cs typeface="Times New Roman" panose="02020603050405020304" pitchFamily="18" charset="0"/>
              </a:rPr>
              <a:t>﻿</a:t>
            </a:r>
            <a:r>
              <a:rPr lang="en-US" altLang="zh-CN" sz="2200" b="1" kern="0" dirty="0" err="1">
                <a:latin typeface="Times New Roman" panose="02020603050405020304" pitchFamily="18" charset="0"/>
                <a:cs typeface="Times New Roman" panose="02020603050405020304" pitchFamily="18" charset="0"/>
              </a:rPr>
              <a:t>AutoFDO</a:t>
            </a:r>
            <a:r>
              <a:rPr lang="en-US" altLang="zh-CN" sz="2200" b="1" kern="0" dirty="0">
                <a:latin typeface="Times New Roman" panose="02020603050405020304" pitchFamily="18" charset="0"/>
                <a:cs typeface="Times New Roman" panose="02020603050405020304" pitchFamily="18" charset="0"/>
              </a:rPr>
              <a:t>:</a:t>
            </a:r>
            <a:r>
              <a:rPr lang="zh-CN" altLang="en-US" sz="2200" b="1" kern="0" dirty="0">
                <a:latin typeface="Times New Roman" panose="02020603050405020304" pitchFamily="18" charset="0"/>
                <a:cs typeface="Times New Roman" panose="02020603050405020304" pitchFamily="18" charset="0"/>
              </a:rPr>
              <a:t> </a:t>
            </a:r>
            <a:r>
              <a:rPr lang="en" altLang="zh-CN" sz="2200" b="1" kern="0" dirty="0">
                <a:latin typeface="Times New Roman" panose="02020603050405020304" pitchFamily="18" charset="0"/>
                <a:cs typeface="Times New Roman" panose="02020603050405020304" pitchFamily="18" charset="0"/>
              </a:rPr>
              <a:t>﻿</a:t>
            </a:r>
            <a:r>
              <a:rPr lang="en" altLang="zh-CN" sz="2200" kern="0" dirty="0">
                <a:latin typeface="Times New Roman" panose="02020603050405020304" pitchFamily="18" charset="0"/>
                <a:cs typeface="Times New Roman" panose="02020603050405020304" pitchFamily="18" charset="0"/>
              </a:rPr>
              <a:t>Sample hardware performance monitors on production machines and use those profiles to guide optimization.</a:t>
            </a:r>
            <a:r>
              <a:rPr lang="zh-CN" altLang="en-US" sz="2200" kern="0" dirty="0">
                <a:latin typeface="Times New Roman" panose="02020603050405020304" pitchFamily="18" charset="0"/>
                <a:cs typeface="Times New Roman" panose="02020603050405020304" pitchFamily="18" charset="0"/>
              </a:rPr>
              <a:t> </a:t>
            </a:r>
            <a:r>
              <a:rPr lang="en" altLang="zh-CN" sz="2200" kern="0" dirty="0">
                <a:latin typeface="Times New Roman" panose="02020603050405020304" pitchFamily="18" charset="0"/>
                <a:cs typeface="Times New Roman" panose="02020603050405020304" pitchFamily="18" charset="0"/>
              </a:rPr>
              <a:t>It delivers a 10.5% speedup over non-FDO binaries</a:t>
            </a:r>
            <a:r>
              <a:rPr lang="en-US" altLang="zh-CN" sz="2200" kern="0" dirty="0">
                <a:latin typeface="Times New Roman" panose="02020603050405020304" pitchFamily="18" charset="0"/>
                <a:cs typeface="Times New Roman" panose="02020603050405020304" pitchFamily="18" charset="0"/>
              </a:rPr>
              <a:t>.</a:t>
            </a:r>
          </a:p>
          <a:p>
            <a:pPr lvl="1"/>
            <a:r>
              <a:rPr lang="en-US" altLang="zh-CN" sz="2200" b="1" kern="0" dirty="0">
                <a:latin typeface="Times New Roman" panose="02020603050405020304" pitchFamily="18" charset="0"/>
                <a:cs typeface="Times New Roman" panose="02020603050405020304" pitchFamily="18" charset="0"/>
              </a:rPr>
              <a:t>JIT(Java):</a:t>
            </a:r>
            <a:r>
              <a:rPr lang="zh-CN" altLang="en-US" sz="2200" b="1" kern="0" dirty="0">
                <a:latin typeface="Times New Roman" panose="02020603050405020304" pitchFamily="18" charset="0"/>
                <a:cs typeface="Times New Roman" panose="02020603050405020304" pitchFamily="18" charset="0"/>
              </a:rPr>
              <a:t> </a:t>
            </a:r>
            <a:r>
              <a:rPr lang="en" altLang="zh-CN" sz="2200" kern="0" dirty="0">
                <a:latin typeface="Times New Roman" panose="02020603050405020304" pitchFamily="18" charset="0"/>
                <a:cs typeface="Times New Roman" panose="02020603050405020304" pitchFamily="18" charset="0"/>
              </a:rPr>
              <a:t>Dynamically compile frequently executed (hot) bytecode into native machine code at runtime</a:t>
            </a:r>
            <a:r>
              <a:rPr lang="en-US" altLang="zh-CN" sz="2200" kern="0" dirty="0">
                <a:latin typeface="Times New Roman" panose="02020603050405020304" pitchFamily="18" charset="0"/>
                <a:cs typeface="Times New Roman" panose="02020603050405020304" pitchFamily="18" charset="0"/>
              </a:rPr>
              <a:t>,</a:t>
            </a:r>
            <a:r>
              <a:rPr lang="zh-CN" altLang="en-US" sz="2200" kern="0" dirty="0">
                <a:latin typeface="Times New Roman" panose="02020603050405020304" pitchFamily="18" charset="0"/>
                <a:cs typeface="Times New Roman" panose="02020603050405020304" pitchFamily="18" charset="0"/>
              </a:rPr>
              <a:t> </a:t>
            </a:r>
            <a:r>
              <a:rPr lang="en" altLang="zh-CN" sz="2200" kern="0" dirty="0">
                <a:latin typeface="Times New Roman" panose="02020603050405020304" pitchFamily="18" charset="0"/>
                <a:cs typeface="Times New Roman" panose="02020603050405020304" pitchFamily="18" charset="0"/>
              </a:rPr>
              <a:t>replacing slow bytecode interpretation for critical code paths</a:t>
            </a:r>
            <a:r>
              <a:rPr lang="en-US" altLang="zh-CN" sz="2200" kern="0" dirty="0">
                <a:latin typeface="Times New Roman" panose="02020603050405020304" pitchFamily="18" charset="0"/>
                <a:cs typeface="Times New Roman" panose="02020603050405020304" pitchFamily="18" charset="0"/>
              </a:rPr>
              <a:t>.</a:t>
            </a:r>
          </a:p>
        </p:txBody>
      </p:sp>
      <p:sp>
        <p:nvSpPr>
          <p:cNvPr id="5" name="文本框 4">
            <a:extLst>
              <a:ext uri="{FF2B5EF4-FFF2-40B4-BE49-F238E27FC236}">
                <a16:creationId xmlns:a16="http://schemas.microsoft.com/office/drawing/2014/main" id="{C27C16F2-2C9F-ED2F-B9DF-1A0CD490A65A}"/>
              </a:ext>
            </a:extLst>
          </p:cNvPr>
          <p:cNvSpPr txBox="1"/>
          <p:nvPr/>
        </p:nvSpPr>
        <p:spPr>
          <a:xfrm>
            <a:off x="3365500" y="6109129"/>
            <a:ext cx="8394699" cy="830997"/>
          </a:xfrm>
          <a:prstGeom prst="rect">
            <a:avLst/>
          </a:prstGeom>
          <a:noFill/>
        </p:spPr>
        <p:txBody>
          <a:bodyPr wrap="square" rtlCol="0" anchor="ctr" anchorCtr="1">
            <a:spAutoFit/>
          </a:bodyPr>
          <a:lstStyle/>
          <a:p>
            <a:r>
              <a:rPr lang="en" altLang="zh-CN" sz="1600" dirty="0">
                <a:solidFill>
                  <a:schemeClr val="bg1"/>
                </a:solidFill>
                <a:latin typeface="Times New Roman" panose="02020603050405020304" pitchFamily="18" charset="0"/>
                <a:cs typeface="Times New Roman" panose="02020603050405020304" pitchFamily="18" charset="0"/>
              </a:rPr>
              <a:t>Chen, </a:t>
            </a:r>
            <a:r>
              <a:rPr lang="en" altLang="zh-CN" sz="1600" dirty="0" err="1">
                <a:solidFill>
                  <a:schemeClr val="bg1"/>
                </a:solidFill>
                <a:latin typeface="Times New Roman" panose="02020603050405020304" pitchFamily="18" charset="0"/>
                <a:cs typeface="Times New Roman" panose="02020603050405020304" pitchFamily="18" charset="0"/>
              </a:rPr>
              <a:t>Dehao</a:t>
            </a:r>
            <a:r>
              <a:rPr lang="en" altLang="zh-CN" sz="1600" dirty="0">
                <a:solidFill>
                  <a:schemeClr val="bg1"/>
                </a:solidFill>
                <a:latin typeface="Times New Roman" panose="02020603050405020304" pitchFamily="18" charset="0"/>
                <a:cs typeface="Times New Roman" panose="02020603050405020304" pitchFamily="18" charset="0"/>
              </a:rPr>
              <a:t>, David </a:t>
            </a:r>
            <a:r>
              <a:rPr lang="en" altLang="zh-CN" sz="1600" dirty="0" err="1">
                <a:solidFill>
                  <a:schemeClr val="bg1"/>
                </a:solidFill>
                <a:latin typeface="Times New Roman" panose="02020603050405020304" pitchFamily="18" charset="0"/>
                <a:cs typeface="Times New Roman" panose="02020603050405020304" pitchFamily="18" charset="0"/>
              </a:rPr>
              <a:t>Xinliang</a:t>
            </a:r>
            <a:r>
              <a:rPr lang="en" altLang="zh-CN" sz="1600" dirty="0">
                <a:solidFill>
                  <a:schemeClr val="bg1"/>
                </a:solidFill>
                <a:latin typeface="Times New Roman" panose="02020603050405020304" pitchFamily="18" charset="0"/>
                <a:cs typeface="Times New Roman" panose="02020603050405020304" pitchFamily="18" charset="0"/>
              </a:rPr>
              <a:t> Li, and Tipp Moseley. "</a:t>
            </a:r>
            <a:r>
              <a:rPr lang="en" altLang="zh-CN" sz="1600" dirty="0" err="1">
                <a:solidFill>
                  <a:schemeClr val="bg1"/>
                </a:solidFill>
                <a:latin typeface="Times New Roman" panose="02020603050405020304" pitchFamily="18" charset="0"/>
                <a:cs typeface="Times New Roman" panose="02020603050405020304" pitchFamily="18" charset="0"/>
              </a:rPr>
              <a:t>AutoFDO</a:t>
            </a:r>
            <a:r>
              <a:rPr lang="en" altLang="zh-CN" sz="1600" dirty="0">
                <a:solidFill>
                  <a:schemeClr val="bg1"/>
                </a:solidFill>
                <a:latin typeface="Times New Roman" panose="02020603050405020304" pitchFamily="18" charset="0"/>
                <a:cs typeface="Times New Roman" panose="02020603050405020304" pitchFamily="18" charset="0"/>
              </a:rPr>
              <a:t>: Automatic feedback-directed optimization for warehouse-scale applications." </a:t>
            </a:r>
            <a:r>
              <a:rPr lang="en" altLang="zh-CN" sz="1600" i="1" dirty="0">
                <a:solidFill>
                  <a:schemeClr val="bg1"/>
                </a:solidFill>
                <a:latin typeface="Times New Roman" panose="02020603050405020304" pitchFamily="18" charset="0"/>
                <a:cs typeface="Times New Roman" panose="02020603050405020304" pitchFamily="18" charset="0"/>
              </a:rPr>
              <a:t>Proceedings of the 2016 International Symposium on Code Generation and Optimization</a:t>
            </a:r>
            <a:r>
              <a:rPr lang="en" altLang="zh-CN" sz="1600" dirty="0">
                <a:solidFill>
                  <a:schemeClr val="bg1"/>
                </a:solidFill>
                <a:latin typeface="Times New Roman" panose="02020603050405020304" pitchFamily="18" charset="0"/>
                <a:cs typeface="Times New Roman" panose="02020603050405020304" pitchFamily="18" charset="0"/>
              </a:rPr>
              <a:t>. 2016.</a:t>
            </a:r>
            <a:endParaRPr kumimoji="1" lang="zh-CN" altLang="en-US" sz="1600" dirty="0">
              <a:solidFill>
                <a:schemeClr val="bg1"/>
              </a:solidFill>
              <a:latin typeface="Times New Roman" panose="02020603050405020304" pitchFamily="18" charset="0"/>
              <a:ea typeface="標楷體" pitchFamily="65" charset="-120"/>
              <a:cs typeface="Times New Roman" panose="02020603050405020304" pitchFamily="18" charset="0"/>
            </a:endParaRPr>
          </a:p>
        </p:txBody>
      </p:sp>
      <p:pic>
        <p:nvPicPr>
          <p:cNvPr id="7" name="图片 6">
            <a:extLst>
              <a:ext uri="{FF2B5EF4-FFF2-40B4-BE49-F238E27FC236}">
                <a16:creationId xmlns:a16="http://schemas.microsoft.com/office/drawing/2014/main" id="{E95753BD-805C-A86D-D37A-0DBD1DC990D3}"/>
              </a:ext>
            </a:extLst>
          </p:cNvPr>
          <p:cNvPicPr>
            <a:picLocks noChangeAspect="1"/>
          </p:cNvPicPr>
          <p:nvPr/>
        </p:nvPicPr>
        <p:blipFill>
          <a:blip r:embed="rId3"/>
          <a:stretch>
            <a:fillRect/>
          </a:stretch>
        </p:blipFill>
        <p:spPr>
          <a:xfrm>
            <a:off x="7110543" y="1713346"/>
            <a:ext cx="4727973" cy="2795154"/>
          </a:xfrm>
          <a:prstGeom prst="rect">
            <a:avLst/>
          </a:prstGeom>
        </p:spPr>
      </p:pic>
      <p:sp>
        <p:nvSpPr>
          <p:cNvPr id="8" name="文本框 7">
            <a:extLst>
              <a:ext uri="{FF2B5EF4-FFF2-40B4-BE49-F238E27FC236}">
                <a16:creationId xmlns:a16="http://schemas.microsoft.com/office/drawing/2014/main" id="{1AC669D0-2D8F-220F-C367-0EBAD4144AA8}"/>
              </a:ext>
            </a:extLst>
          </p:cNvPr>
          <p:cNvSpPr txBox="1"/>
          <p:nvPr/>
        </p:nvSpPr>
        <p:spPr>
          <a:xfrm>
            <a:off x="7854137" y="4457700"/>
            <a:ext cx="3573170" cy="338554"/>
          </a:xfrm>
          <a:prstGeom prst="rect">
            <a:avLst/>
          </a:prstGeom>
          <a:noFill/>
        </p:spPr>
        <p:txBody>
          <a:bodyPr wrap="square" rtlCol="0" anchor="ctr" anchorCtr="1">
            <a:spAutoFit/>
          </a:bodyPr>
          <a:lstStyle/>
          <a:p>
            <a:r>
              <a:rPr kumimoji="1" lang="en-US" altLang="zh-CN" sz="1600" dirty="0">
                <a:latin typeface="Times New Roman" panose="02020603050405020304" pitchFamily="18" charset="0"/>
                <a:ea typeface="標楷體" pitchFamily="65" charset="-120"/>
                <a:cs typeface="Times New Roman" panose="02020603050405020304" pitchFamily="18" charset="0"/>
              </a:rPr>
              <a:t>Figure 3: </a:t>
            </a:r>
            <a:r>
              <a:rPr kumimoji="1" lang="en-US" altLang="zh-CN" sz="1600" dirty="0" err="1">
                <a:latin typeface="Times New Roman" panose="02020603050405020304" pitchFamily="18" charset="0"/>
                <a:ea typeface="標楷體" pitchFamily="65" charset="-120"/>
                <a:cs typeface="Times New Roman" panose="02020603050405020304" pitchFamily="18" charset="0"/>
              </a:rPr>
              <a:t>AutoFDO</a:t>
            </a:r>
            <a:r>
              <a:rPr kumimoji="1" lang="zh-CN" altLang="en-US" sz="1600" dirty="0">
                <a:latin typeface="Times New Roman" panose="02020603050405020304" pitchFamily="18" charset="0"/>
                <a:ea typeface="標楷體" pitchFamily="65" charset="-120"/>
                <a:cs typeface="Times New Roman" panose="02020603050405020304" pitchFamily="18" charset="0"/>
              </a:rPr>
              <a:t> </a:t>
            </a:r>
            <a:r>
              <a:rPr kumimoji="1" lang="en-US" altLang="zh-CN" sz="1600" dirty="0">
                <a:latin typeface="Times New Roman" panose="02020603050405020304" pitchFamily="18" charset="0"/>
                <a:ea typeface="標楷體" pitchFamily="65" charset="-120"/>
                <a:cs typeface="Times New Roman" panose="02020603050405020304" pitchFamily="18" charset="0"/>
              </a:rPr>
              <a:t>System</a:t>
            </a:r>
            <a:endParaRPr kumimoji="1" lang="zh-CN" altLang="en-US" sz="16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286449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84AE5-4F93-4F41-0833-73FDA193D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615376-899F-EC62-0EA4-F2E6DB2506D0}"/>
              </a:ext>
            </a:extLst>
          </p:cNvPr>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Background &amp; Motivation (3/3)</a:t>
            </a:r>
            <a:endParaRPr lang="en-US" dirty="0">
              <a:ea typeface="Calibri" panose="020F0502020204030204" pitchFamily="34" charset="0"/>
              <a:cs typeface="Calibri" panose="020F0502020204030204" pitchFamily="34" charset="0"/>
            </a:endParaRPr>
          </a:p>
        </p:txBody>
      </p:sp>
      <p:sp>
        <p:nvSpPr>
          <p:cNvPr id="4" name="灯片编号占位符 1">
            <a:extLst>
              <a:ext uri="{FF2B5EF4-FFF2-40B4-BE49-F238E27FC236}">
                <a16:creationId xmlns:a16="http://schemas.microsoft.com/office/drawing/2014/main" id="{602A3A21-AE02-FF81-3C66-1181E7A5F7EC}"/>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9</a:t>
            </a:fld>
            <a:endParaRPr lang="zh-TW" altLang="en-US"/>
          </a:p>
        </p:txBody>
      </p:sp>
      <p:sp>
        <p:nvSpPr>
          <p:cNvPr id="26" name="内容占位符 5">
            <a:extLst>
              <a:ext uri="{FF2B5EF4-FFF2-40B4-BE49-F238E27FC236}">
                <a16:creationId xmlns:a16="http://schemas.microsoft.com/office/drawing/2014/main" id="{45411456-53E4-BE29-5BE7-D3F1EA5BB922}"/>
              </a:ext>
            </a:extLst>
          </p:cNvPr>
          <p:cNvSpPr txBox="1">
            <a:spLocks/>
          </p:cNvSpPr>
          <p:nvPr/>
        </p:nvSpPr>
        <p:spPr bwMode="auto">
          <a:xfrm>
            <a:off x="624994" y="1125538"/>
            <a:ext cx="7922106" cy="3566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Challenges:</a:t>
            </a:r>
          </a:p>
          <a:p>
            <a:pPr lvl="1"/>
            <a:r>
              <a:rPr lang="en" altLang="zh-CN" sz="2200" b="1" kern="0" dirty="0">
                <a:latin typeface="Times New Roman" panose="02020603050405020304" pitchFamily="18" charset="0"/>
                <a:cs typeface="Times New Roman" panose="02020603050405020304" pitchFamily="18" charset="0"/>
              </a:rPr>
              <a:t>Lack of Sampling Tools: </a:t>
            </a:r>
            <a:r>
              <a:rPr lang="en" altLang="zh-CN" sz="2200" kern="0" dirty="0">
                <a:latin typeface="Times New Roman" panose="02020603050405020304" pitchFamily="18" charset="0"/>
                <a:cs typeface="Times New Roman" panose="02020603050405020304" pitchFamily="18" charset="0"/>
              </a:rPr>
              <a:t>Kernel mode has numerous restrictions and lacks the profiling tools available for collecting profile files in user mode.</a:t>
            </a:r>
            <a:endParaRPr lang="en-US" altLang="zh-CN" sz="2200" kern="0" dirty="0">
              <a:latin typeface="Times New Roman" panose="02020603050405020304" pitchFamily="18" charset="0"/>
              <a:cs typeface="Times New Roman" panose="02020603050405020304" pitchFamily="18" charset="0"/>
            </a:endParaRPr>
          </a:p>
          <a:p>
            <a:pPr lvl="1"/>
            <a:r>
              <a:rPr lang="en" altLang="zh-CN" sz="2200" b="1" kern="0" dirty="0">
                <a:latin typeface="Times New Roman" panose="02020603050405020304" pitchFamily="18" charset="0"/>
                <a:cs typeface="Times New Roman" panose="02020603050405020304" pitchFamily="18" charset="0"/>
              </a:rPr>
              <a:t>Update Strategy:</a:t>
            </a:r>
            <a:r>
              <a:rPr lang="en" altLang="zh-CN" sz="2200" kern="0" dirty="0">
                <a:latin typeface="Times New Roman" panose="02020603050405020304" pitchFamily="18" charset="0"/>
                <a:cs typeface="Times New Roman" panose="02020603050405020304" pitchFamily="18" charset="0"/>
              </a:rPr>
              <a:t> The operating system runs continuously, making it impossible to adopt a shutdown-based approach for OS updates</a:t>
            </a:r>
            <a:r>
              <a:rPr lang="en-US" altLang="zh-CN" sz="2200" kern="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90356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4C1A4-FD10-38E6-6BA6-68FB9EFC5D8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4DA658C-0048-DCEE-B9F7-CFA15E42543F}"/>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71A20E18-476C-F83A-4EAD-207535969BF2}"/>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 (3 min)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Background &amp; Motivation (5 min)</a:t>
            </a:r>
          </a:p>
          <a:p>
            <a:r>
              <a:rPr lang="en-US" altLang="zh-CN" sz="2933" dirty="0">
                <a:solidFill>
                  <a:srgbClr val="FF0000"/>
                </a:solidFill>
                <a:latin typeface="Times New Roman" panose="02020603050405020304" pitchFamily="18" charset="0"/>
                <a:cs typeface="Times New Roman" panose="02020603050405020304" pitchFamily="18" charset="0"/>
              </a:rPr>
              <a:t>Proposed Methods (15 min)</a:t>
            </a:r>
          </a:p>
          <a:p>
            <a:pPr lvl="1"/>
            <a:r>
              <a:rPr lang="en-US" altLang="zh-CN" sz="2400" dirty="0">
                <a:solidFill>
                  <a:srgbClr val="FF0000"/>
                </a:solidFill>
                <a:latin typeface="Times New Roman" panose="02020603050405020304" pitchFamily="18" charset="0"/>
                <a:cs typeface="Times New Roman" panose="02020603050405020304" pitchFamily="18" charset="0"/>
              </a:rPr>
              <a:t>﻿Application-Specific</a:t>
            </a:r>
            <a:r>
              <a:rPr lang="zh-CN" altLang="en-US" sz="2400" dirty="0">
                <a:solidFill>
                  <a:srgbClr val="FF0000"/>
                </a:solidFill>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OS (3 min)</a:t>
            </a:r>
          </a:p>
          <a:p>
            <a:pPr lvl="1"/>
            <a:r>
              <a:rPr lang="en-US" altLang="zh-CN" sz="2400" dirty="0">
                <a:latin typeface="Times New Roman" panose="02020603050405020304" pitchFamily="18" charset="0"/>
                <a:cs typeface="Times New Roman" panose="02020603050405020304" pitchFamily="18" charset="0"/>
              </a:rPr>
              <a:t>﻿One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Profile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Fits</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All (3 min)</a:t>
            </a:r>
          </a:p>
          <a:p>
            <a:pPr lvl="1"/>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PlugSched</a:t>
            </a:r>
            <a:r>
              <a:rPr lang="en-US" altLang="zh-CN" sz="2400" dirty="0">
                <a:latin typeface="Times New Roman" panose="02020603050405020304" pitchFamily="18" charset="0"/>
                <a:cs typeface="Times New Roman" panose="02020603050405020304" pitchFamily="18" charset="0"/>
              </a:rPr>
              <a:t> (4 min)</a:t>
            </a:r>
          </a:p>
          <a:p>
            <a:pPr lvl="1"/>
            <a:r>
              <a:rPr lang="en-US" altLang="zh-CN" sz="2400" dirty="0">
                <a:latin typeface="Times New Roman" panose="02020603050405020304" pitchFamily="18" charset="0"/>
                <a:cs typeface="Times New Roman" panose="02020603050405020304" pitchFamily="18" charset="0"/>
              </a:rPr>
              <a:t>My</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Method</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min)</a:t>
            </a:r>
          </a:p>
          <a:p>
            <a:r>
              <a:rPr lang="en-US" altLang="zh-CN" sz="2933" dirty="0">
                <a:latin typeface="Times New Roman" panose="02020603050405020304" pitchFamily="18" charset="0"/>
                <a:cs typeface="Times New Roman" panose="02020603050405020304" pitchFamily="18" charset="0"/>
              </a:rPr>
              <a:t>Conclusions (2 min)</a:t>
            </a:r>
          </a:p>
          <a:p>
            <a:r>
              <a:rPr lang="en-US" altLang="zh-CN" sz="2933" dirty="0">
                <a:latin typeface="Times New Roman" panose="02020603050405020304" pitchFamily="18" charset="0"/>
                <a:cs typeface="Times New Roman" panose="02020603050405020304" pitchFamily="18" charset="0"/>
              </a:rPr>
              <a:t>Q &amp; A (5 min)</a:t>
            </a:r>
          </a:p>
        </p:txBody>
      </p:sp>
      <p:sp>
        <p:nvSpPr>
          <p:cNvPr id="5" name="灯片编号占位符 1">
            <a:extLst>
              <a:ext uri="{FF2B5EF4-FFF2-40B4-BE49-F238E27FC236}">
                <a16:creationId xmlns:a16="http://schemas.microsoft.com/office/drawing/2014/main" id="{D2BE0DBD-CE42-A7C4-CF75-00C46AEAFFB4}"/>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10</a:t>
            </a:fld>
            <a:endParaRPr lang="zh-TW" altLang="en-US"/>
          </a:p>
        </p:txBody>
      </p:sp>
    </p:spTree>
    <p:extLst>
      <p:ext uri="{BB962C8B-B14F-4D97-AF65-F5344CB8AC3E}">
        <p14:creationId xmlns:p14="http://schemas.microsoft.com/office/powerpoint/2010/main" val="1275021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D337A3A8-A18E-BA84-C43F-B25DFE84EE7B}"/>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Application-Specific</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OS</a:t>
            </a:r>
            <a:r>
              <a:rPr lang="en-US" altLang="zh-CN" dirty="0"/>
              <a:t> (1/3)</a:t>
            </a:r>
            <a:endParaRPr lang="zh-CN" altLang="en-US" dirty="0"/>
          </a:p>
        </p:txBody>
      </p:sp>
      <p:sp>
        <p:nvSpPr>
          <p:cNvPr id="4" name="灯片编号占位符 3">
            <a:extLst>
              <a:ext uri="{FF2B5EF4-FFF2-40B4-BE49-F238E27FC236}">
                <a16:creationId xmlns:a16="http://schemas.microsoft.com/office/drawing/2014/main" id="{4EC4D0DB-67CF-0B9C-BF5F-9682768896ED}"/>
              </a:ext>
            </a:extLst>
          </p:cNvPr>
          <p:cNvSpPr>
            <a:spLocks noGrp="1"/>
          </p:cNvSpPr>
          <p:nvPr>
            <p:ph type="sldNum" sz="quarter" idx="10"/>
          </p:nvPr>
        </p:nvSpPr>
        <p:spPr/>
        <p:txBody>
          <a:bodyPr/>
          <a:lstStyle/>
          <a:p>
            <a:fld id="{D9B6BDF2-6896-4B98-8776-C18582F63BA5}" type="slidenum">
              <a:rPr lang="zh-TW" altLang="en-US" smtClean="0"/>
              <a:pPr/>
              <a:t>11</a:t>
            </a:fld>
            <a:endParaRPr lang="zh-TW" altLang="en-US"/>
          </a:p>
        </p:txBody>
      </p:sp>
      <p:sp>
        <p:nvSpPr>
          <p:cNvPr id="9" name="内容占位符 5">
            <a:extLst>
              <a:ext uri="{FF2B5EF4-FFF2-40B4-BE49-F238E27FC236}">
                <a16:creationId xmlns:a16="http://schemas.microsoft.com/office/drawing/2014/main" id="{DFC22260-1939-BED1-CE2F-50645A3E627F}"/>
              </a:ext>
            </a:extLst>
          </p:cNvPr>
          <p:cNvSpPr txBox="1">
            <a:spLocks/>
          </p:cNvSpPr>
          <p:nvPr/>
        </p:nvSpPr>
        <p:spPr bwMode="auto">
          <a:xfrm>
            <a:off x="624996" y="1125537"/>
            <a:ext cx="5539784"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Observations:</a:t>
            </a:r>
          </a:p>
          <a:p>
            <a:pPr lvl="1"/>
            <a:r>
              <a:rPr lang="en-US" altLang="zh-CN" sz="2000" b="1" kern="0" dirty="0">
                <a:latin typeface="Times New Roman" panose="02020603050405020304" pitchFamily="18" charset="0"/>
                <a:cs typeface="Times New Roman" panose="02020603050405020304" pitchFamily="18" charset="0"/>
              </a:rPr>
              <a:t>Remarkable Success of PGO in User Space:</a:t>
            </a:r>
            <a:r>
              <a:rPr lang="en" altLang="zh-CN" sz="2000" b="1" kern="0" dirty="0">
                <a:latin typeface="Times New Roman" panose="02020603050405020304" pitchFamily="18" charset="0"/>
                <a:cs typeface="Times New Roman" panose="02020603050405020304" pitchFamily="18" charset="0"/>
              </a:rPr>
              <a:t> </a:t>
            </a:r>
            <a:r>
              <a:rPr lang="en" altLang="zh-CN" sz="2000" kern="0" dirty="0">
                <a:latin typeface="Times New Roman" panose="02020603050405020304" pitchFamily="18" charset="0"/>
                <a:cs typeface="Times New Roman" panose="02020603050405020304" pitchFamily="18" charset="0"/>
              </a:rPr>
              <a:t>PGO has achieved significant performance gains and wide adoption in the user mode for various applications, such as MySQL, Radis and Nginx</a:t>
            </a:r>
            <a:r>
              <a:rPr lang="en-US" altLang="zh-CN" sz="2000" kern="0" dirty="0">
                <a:latin typeface="Times New Roman" panose="02020603050405020304" pitchFamily="18" charset="0"/>
                <a:cs typeface="Times New Roman" panose="02020603050405020304" pitchFamily="18" charset="0"/>
              </a:rPr>
              <a:t>.</a:t>
            </a:r>
          </a:p>
          <a:p>
            <a:pPr lvl="1"/>
            <a:r>
              <a:rPr lang="en-US" altLang="zh-CN" sz="2000" b="1" kern="0" dirty="0">
                <a:latin typeface="Times New Roman" panose="02020603050405020304" pitchFamily="18" charset="0"/>
                <a:cs typeface="Times New Roman" panose="02020603050405020304" pitchFamily="18" charset="0"/>
              </a:rPr>
              <a:t>Lack</a:t>
            </a:r>
            <a:r>
              <a:rPr lang="zh-CN" altLang="en-US" sz="2000" b="1"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of</a:t>
            </a:r>
            <a:r>
              <a:rPr lang="zh-CN" altLang="en-US" sz="2000" b="1"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PGO</a:t>
            </a:r>
            <a:r>
              <a:rPr lang="zh-CN" altLang="en-US" sz="2000" b="1"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implementation</a:t>
            </a:r>
            <a:r>
              <a:rPr lang="zh-CN" altLang="en-US" sz="2000" b="1"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in</a:t>
            </a:r>
            <a:r>
              <a:rPr lang="zh-CN" altLang="en-US" sz="2000" b="1"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Kernel</a:t>
            </a:r>
            <a:r>
              <a:rPr lang="zh-CN" altLang="en-US" sz="2000" b="1"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Space:</a:t>
            </a:r>
            <a:r>
              <a:rPr lang="en" altLang="zh-CN" sz="2000" dirty="0"/>
              <a:t> </a:t>
            </a:r>
            <a:r>
              <a:rPr lang="en" altLang="zh-CN" sz="2000" kern="0" dirty="0">
                <a:latin typeface="Times New Roman" panose="02020603050405020304" pitchFamily="18" charset="0"/>
                <a:cs typeface="Times New Roman" panose="02020603050405020304" pitchFamily="18" charset="0"/>
              </a:rPr>
              <a:t>The kernel mode lacks dedicated and practical profiling tools</a:t>
            </a:r>
            <a:r>
              <a:rPr lang="en-US" altLang="zh-CN" sz="2000" kern="0" dirty="0">
                <a:latin typeface="Times New Roman" panose="02020603050405020304" pitchFamily="18" charset="0"/>
                <a:cs typeface="Times New Roman" panose="02020603050405020304" pitchFamily="18" charset="0"/>
              </a:rPr>
              <a:t>.</a:t>
            </a:r>
          </a:p>
          <a:p>
            <a:r>
              <a:rPr lang="en-US" altLang="zh-CN" sz="2400" kern="0" dirty="0">
                <a:latin typeface="Times New Roman" panose="02020603050405020304" pitchFamily="18" charset="0"/>
                <a:cs typeface="Times New Roman" panose="02020603050405020304" pitchFamily="18" charset="0"/>
              </a:rPr>
              <a:t>Motivation:</a:t>
            </a:r>
          </a:p>
          <a:p>
            <a:pPr lvl="1"/>
            <a:r>
              <a:rPr lang="en" altLang="zh-CN" sz="2000" kern="0" dirty="0">
                <a:latin typeface="Times New Roman" panose="02020603050405020304" pitchFamily="18" charset="0"/>
                <a:cs typeface="Times New Roman" panose="02020603050405020304" pitchFamily="18" charset="0"/>
              </a:rPr>
              <a:t>Leverage the PGO technology to compile a </a:t>
            </a:r>
            <a:r>
              <a:rPr lang="en" altLang="zh-CN" sz="2000" kern="0" dirty="0">
                <a:solidFill>
                  <a:srgbClr val="FF0000"/>
                </a:solidFill>
                <a:latin typeface="Times New Roman" panose="02020603050405020304" pitchFamily="18" charset="0"/>
                <a:cs typeface="Times New Roman" panose="02020603050405020304" pitchFamily="18" charset="0"/>
              </a:rPr>
              <a:t>customized OS </a:t>
            </a:r>
            <a:r>
              <a:rPr lang="en" altLang="zh-CN" sz="2000" kern="0" dirty="0">
                <a:latin typeface="Times New Roman" panose="02020603050405020304" pitchFamily="18" charset="0"/>
                <a:cs typeface="Times New Roman" panose="02020603050405020304" pitchFamily="18" charset="0"/>
              </a:rPr>
              <a:t>for each distinct server from a common source code.</a:t>
            </a:r>
          </a:p>
        </p:txBody>
      </p:sp>
      <p:sp>
        <p:nvSpPr>
          <p:cNvPr id="23" name="文本框 22">
            <a:extLst>
              <a:ext uri="{FF2B5EF4-FFF2-40B4-BE49-F238E27FC236}">
                <a16:creationId xmlns:a16="http://schemas.microsoft.com/office/drawing/2014/main" id="{19D1A923-B48E-F891-0D2D-1975E9546504}"/>
              </a:ext>
            </a:extLst>
          </p:cNvPr>
          <p:cNvSpPr txBox="1"/>
          <p:nvPr/>
        </p:nvSpPr>
        <p:spPr>
          <a:xfrm>
            <a:off x="7039528" y="5259149"/>
            <a:ext cx="4136978" cy="338554"/>
          </a:xfrm>
          <a:prstGeom prst="rect">
            <a:avLst/>
          </a:prstGeom>
          <a:noFill/>
        </p:spPr>
        <p:txBody>
          <a:bodyPr wrap="square" rtlCol="0" anchor="ctr" anchorCtr="1">
            <a:spAutoFit/>
          </a:bodyPr>
          <a:lstStyle/>
          <a:p>
            <a:r>
              <a:rPr kumimoji="1" lang="en-US" altLang="zh-CN" sz="1600" dirty="0">
                <a:latin typeface="Times New Roman" panose="02020603050405020304" pitchFamily="18" charset="0"/>
                <a:ea typeface="標楷體" pitchFamily="65" charset="-120"/>
                <a:cs typeface="Times New Roman" panose="02020603050405020304" pitchFamily="18" charset="0"/>
              </a:rPr>
              <a:t>Figure 5: Overview of</a:t>
            </a:r>
            <a:r>
              <a:rPr kumimoji="1" lang="zh-CN" altLang="en-US" sz="1600" dirty="0">
                <a:latin typeface="Times New Roman" panose="02020603050405020304" pitchFamily="18" charset="0"/>
                <a:ea typeface="標楷體" pitchFamily="65" charset="-120"/>
                <a:cs typeface="Times New Roman" panose="02020603050405020304" pitchFamily="18" charset="0"/>
              </a:rPr>
              <a:t> </a:t>
            </a:r>
            <a:r>
              <a:rPr kumimoji="1" lang="en-US" altLang="zh-CN" sz="1600" dirty="0">
                <a:latin typeface="Times New Roman" panose="02020603050405020304" pitchFamily="18" charset="0"/>
                <a:ea typeface="標楷體" pitchFamily="65" charset="-120"/>
                <a:cs typeface="Times New Roman" panose="02020603050405020304" pitchFamily="18" charset="0"/>
              </a:rPr>
              <a:t>Application-Specific</a:t>
            </a:r>
            <a:r>
              <a:rPr kumimoji="1" lang="zh-CN" altLang="en-US" sz="1600" dirty="0">
                <a:latin typeface="Times New Roman" panose="02020603050405020304" pitchFamily="18" charset="0"/>
                <a:ea typeface="標楷體" pitchFamily="65" charset="-120"/>
                <a:cs typeface="Times New Roman" panose="02020603050405020304" pitchFamily="18" charset="0"/>
              </a:rPr>
              <a:t> </a:t>
            </a:r>
            <a:r>
              <a:rPr kumimoji="1" lang="en-US" altLang="zh-CN" sz="1600" dirty="0">
                <a:latin typeface="Times New Roman" panose="02020603050405020304" pitchFamily="18" charset="0"/>
                <a:ea typeface="標楷體" pitchFamily="65" charset="-120"/>
                <a:cs typeface="Times New Roman" panose="02020603050405020304" pitchFamily="18" charset="0"/>
              </a:rPr>
              <a:t>OS.</a:t>
            </a:r>
            <a:endParaRPr kumimoji="1" lang="zh-CN" altLang="en-US" sz="1600" dirty="0">
              <a:latin typeface="Times New Roman" panose="02020603050405020304" pitchFamily="18" charset="0"/>
              <a:ea typeface="標楷體" pitchFamily="65" charset="-120"/>
              <a:cs typeface="Times New Roman" panose="02020603050405020304" pitchFamily="18" charset="0"/>
            </a:endParaRPr>
          </a:p>
        </p:txBody>
      </p:sp>
      <p:sp>
        <p:nvSpPr>
          <p:cNvPr id="16" name="圆角矩形 15">
            <a:extLst>
              <a:ext uri="{FF2B5EF4-FFF2-40B4-BE49-F238E27FC236}">
                <a16:creationId xmlns:a16="http://schemas.microsoft.com/office/drawing/2014/main" id="{CFE44538-9326-E377-13C2-713F8A6DD41E}"/>
              </a:ext>
            </a:extLst>
          </p:cNvPr>
          <p:cNvSpPr/>
          <p:nvPr/>
        </p:nvSpPr>
        <p:spPr bwMode="auto">
          <a:xfrm>
            <a:off x="6765249" y="1632225"/>
            <a:ext cx="1192742" cy="983976"/>
          </a:xfrm>
          <a:prstGeom prst="roundRect">
            <a:avLst/>
          </a:prstGeom>
          <a:noFill/>
          <a:ln w="222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dirty="0">
                <a:latin typeface="Times New Roman" panose="02020603050405020304" pitchFamily="18" charset="0"/>
                <a:ea typeface="新細明體" pitchFamily="18" charset="-120"/>
                <a:cs typeface="Times New Roman" panose="02020603050405020304" pitchFamily="18" charset="0"/>
              </a:rPr>
              <a:t>Prof-gen</a:t>
            </a:r>
            <a:r>
              <a:rPr kumimoji="1" lang="zh-CN" altLang="en-US" sz="1600" dirty="0">
                <a:latin typeface="Times New Roman" panose="02020603050405020304" pitchFamily="18" charset="0"/>
                <a:ea typeface="新細明體" pitchFamily="18" charset="-120"/>
                <a:cs typeface="Times New Roman" panose="02020603050405020304" pitchFamily="18" charset="0"/>
              </a:rPr>
              <a:t> </a:t>
            </a:r>
            <a:endParaRPr kumimoji="1" lang="en-US" altLang="zh-CN" sz="1600" dirty="0">
              <a:latin typeface="Times New Roman" panose="02020603050405020304" pitchFamily="18" charset="0"/>
              <a:ea typeface="新細明體" pitchFamily="18" charset="-120"/>
              <a:cs typeface="Times New Roman" panose="02020603050405020304" pitchFamily="18" charset="0"/>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dirty="0">
                <a:latin typeface="Times New Roman" panose="02020603050405020304" pitchFamily="18" charset="0"/>
                <a:ea typeface="新細明體" pitchFamily="18" charset="-120"/>
                <a:cs typeface="Times New Roman" panose="02020603050405020304" pitchFamily="18" charset="0"/>
              </a:rPr>
              <a:t>Compilation </a:t>
            </a:r>
            <a:endPar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18" name="圆角矩形 17">
            <a:extLst>
              <a:ext uri="{FF2B5EF4-FFF2-40B4-BE49-F238E27FC236}">
                <a16:creationId xmlns:a16="http://schemas.microsoft.com/office/drawing/2014/main" id="{D62F3404-393E-C33F-C185-0AEC07C9D4D7}"/>
              </a:ext>
            </a:extLst>
          </p:cNvPr>
          <p:cNvSpPr/>
          <p:nvPr/>
        </p:nvSpPr>
        <p:spPr bwMode="auto">
          <a:xfrm>
            <a:off x="8496915" y="1632224"/>
            <a:ext cx="1192742" cy="983977"/>
          </a:xfrm>
          <a:prstGeom prst="roundRect">
            <a:avLst/>
          </a:prstGeom>
          <a:noFill/>
          <a:ln w="222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Runing </a:t>
            </a:r>
            <a:r>
              <a:rPr kumimoji="1" lang="en-US" altLang="zh-CN" sz="1600" dirty="0">
                <a:latin typeface="Times New Roman" panose="02020603050405020304" pitchFamily="18" charset="0"/>
                <a:ea typeface="新細明體" pitchFamily="18" charset="-120"/>
                <a:cs typeface="Times New Roman" panose="02020603050405020304" pitchFamily="18" charset="0"/>
              </a:rPr>
              <a:t>&amp; </a:t>
            </a: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dirty="0">
                <a:latin typeface="Times New Roman" panose="02020603050405020304" pitchFamily="18" charset="0"/>
                <a:ea typeface="新細明體" pitchFamily="18" charset="-120"/>
                <a:cs typeface="Times New Roman" panose="02020603050405020304" pitchFamily="18" charset="0"/>
              </a:rPr>
              <a:t>Generate </a:t>
            </a: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dirty="0">
                <a:latin typeface="Times New Roman" panose="02020603050405020304" pitchFamily="18" charset="0"/>
                <a:ea typeface="新細明體" pitchFamily="18" charset="-120"/>
                <a:cs typeface="Times New Roman" panose="02020603050405020304" pitchFamily="18" charset="0"/>
              </a:rPr>
              <a:t>Prof file</a:t>
            </a:r>
          </a:p>
        </p:txBody>
      </p:sp>
      <p:sp>
        <p:nvSpPr>
          <p:cNvPr id="19" name="圆角矩形 18">
            <a:extLst>
              <a:ext uri="{FF2B5EF4-FFF2-40B4-BE49-F238E27FC236}">
                <a16:creationId xmlns:a16="http://schemas.microsoft.com/office/drawing/2014/main" id="{E142A16B-381C-F58C-2E55-CC19146CAE3E}"/>
              </a:ext>
            </a:extLst>
          </p:cNvPr>
          <p:cNvSpPr/>
          <p:nvPr/>
        </p:nvSpPr>
        <p:spPr bwMode="auto">
          <a:xfrm>
            <a:off x="10153485" y="1632224"/>
            <a:ext cx="1192743" cy="983976"/>
          </a:xfrm>
          <a:prstGeom prst="roundRect">
            <a:avLst/>
          </a:prstGeom>
          <a:noFill/>
          <a:ln w="222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dirty="0">
                <a:latin typeface="Times New Roman" panose="02020603050405020304" pitchFamily="18" charset="0"/>
                <a:ea typeface="新細明體" pitchFamily="18" charset="-120"/>
                <a:cs typeface="Times New Roman" panose="02020603050405020304" pitchFamily="18" charset="0"/>
              </a:rPr>
              <a:t>Re-compile </a:t>
            </a: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dirty="0">
                <a:latin typeface="Times New Roman" panose="02020603050405020304" pitchFamily="18" charset="0"/>
                <a:ea typeface="新細明體" pitchFamily="18" charset="-120"/>
                <a:cs typeface="Times New Roman" panose="02020603050405020304" pitchFamily="18" charset="0"/>
              </a:rPr>
              <a:t>Code</a:t>
            </a: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dirty="0">
                <a:latin typeface="Times New Roman" panose="02020603050405020304" pitchFamily="18" charset="0"/>
                <a:ea typeface="新細明體" pitchFamily="18" charset="-120"/>
                <a:cs typeface="Times New Roman" panose="02020603050405020304" pitchFamily="18" charset="0"/>
              </a:rPr>
              <a:t>with Prof file</a:t>
            </a:r>
          </a:p>
        </p:txBody>
      </p:sp>
      <p:cxnSp>
        <p:nvCxnSpPr>
          <p:cNvPr id="29" name="直线箭头连接符 28">
            <a:extLst>
              <a:ext uri="{FF2B5EF4-FFF2-40B4-BE49-F238E27FC236}">
                <a16:creationId xmlns:a16="http://schemas.microsoft.com/office/drawing/2014/main" id="{23C571A4-C380-6B4F-9B69-EF083FF79DD3}"/>
              </a:ext>
            </a:extLst>
          </p:cNvPr>
          <p:cNvCxnSpPr>
            <a:stCxn id="16" idx="3"/>
            <a:endCxn id="18" idx="1"/>
          </p:cNvCxnSpPr>
          <p:nvPr/>
        </p:nvCxnSpPr>
        <p:spPr bwMode="auto">
          <a:xfrm>
            <a:off x="7957991" y="2124213"/>
            <a:ext cx="538924" cy="0"/>
          </a:xfrm>
          <a:prstGeom prst="straightConnector1">
            <a:avLst/>
          </a:prstGeom>
          <a:ln w="2222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31" name="直线箭头连接符 30">
            <a:extLst>
              <a:ext uri="{FF2B5EF4-FFF2-40B4-BE49-F238E27FC236}">
                <a16:creationId xmlns:a16="http://schemas.microsoft.com/office/drawing/2014/main" id="{48C8D5FD-58D1-B90E-3496-7457D862CB09}"/>
              </a:ext>
            </a:extLst>
          </p:cNvPr>
          <p:cNvCxnSpPr>
            <a:stCxn id="18" idx="3"/>
            <a:endCxn id="19" idx="1"/>
          </p:cNvCxnSpPr>
          <p:nvPr/>
        </p:nvCxnSpPr>
        <p:spPr bwMode="auto">
          <a:xfrm flipV="1">
            <a:off x="9689657" y="2124212"/>
            <a:ext cx="463828" cy="1"/>
          </a:xfrm>
          <a:prstGeom prst="straightConnector1">
            <a:avLst/>
          </a:prstGeom>
          <a:noFill/>
          <a:ln w="22225" cap="flat" cmpd="sng" algn="ctr">
            <a:solidFill>
              <a:schemeClr val="tx1"/>
            </a:solidFill>
            <a:prstDash val="solid"/>
            <a:round/>
            <a:headEnd type="none" w="med" len="med"/>
            <a:tailEnd type="triangle"/>
          </a:ln>
          <a:effectLst/>
        </p:spPr>
      </p:cxnSp>
      <p:sp>
        <p:nvSpPr>
          <p:cNvPr id="35" name="文本框 34">
            <a:extLst>
              <a:ext uri="{FF2B5EF4-FFF2-40B4-BE49-F238E27FC236}">
                <a16:creationId xmlns:a16="http://schemas.microsoft.com/office/drawing/2014/main" id="{45F16632-79B4-672A-ECA6-0F2CE609BBD7}"/>
              </a:ext>
            </a:extLst>
          </p:cNvPr>
          <p:cNvSpPr txBox="1"/>
          <p:nvPr/>
        </p:nvSpPr>
        <p:spPr>
          <a:xfrm>
            <a:off x="7302412" y="2725609"/>
            <a:ext cx="3573170" cy="338554"/>
          </a:xfrm>
          <a:prstGeom prst="rect">
            <a:avLst/>
          </a:prstGeom>
          <a:noFill/>
        </p:spPr>
        <p:txBody>
          <a:bodyPr wrap="square" rtlCol="0" anchor="ctr" anchorCtr="1">
            <a:spAutoFit/>
          </a:bodyPr>
          <a:lstStyle/>
          <a:p>
            <a:r>
              <a:rPr kumimoji="1" lang="en-US" altLang="zh-CN" sz="1600" dirty="0">
                <a:latin typeface="Times New Roman" panose="02020603050405020304" pitchFamily="18" charset="0"/>
                <a:ea typeface="標楷體" pitchFamily="65" charset="-120"/>
                <a:cs typeface="Times New Roman" panose="02020603050405020304" pitchFamily="18" charset="0"/>
              </a:rPr>
              <a:t>Figure 4: The</a:t>
            </a:r>
            <a:r>
              <a:rPr kumimoji="1" lang="zh-CN" altLang="en-US" sz="1600" dirty="0">
                <a:latin typeface="Times New Roman" panose="02020603050405020304" pitchFamily="18" charset="0"/>
                <a:ea typeface="標楷體" pitchFamily="65" charset="-120"/>
                <a:cs typeface="Times New Roman" panose="02020603050405020304" pitchFamily="18" charset="0"/>
              </a:rPr>
              <a:t> </a:t>
            </a:r>
            <a:r>
              <a:rPr kumimoji="1" lang="en-US" altLang="zh-CN" sz="1600" dirty="0">
                <a:latin typeface="Times New Roman" panose="02020603050405020304" pitchFamily="18" charset="0"/>
                <a:ea typeface="標楷體" pitchFamily="65" charset="-120"/>
                <a:cs typeface="Times New Roman" panose="02020603050405020304" pitchFamily="18" charset="0"/>
              </a:rPr>
              <a:t>Process of PGO</a:t>
            </a:r>
            <a:endParaRPr kumimoji="1" lang="zh-CN" altLang="en-US" sz="1600" dirty="0">
              <a:latin typeface="Times New Roman" panose="02020603050405020304" pitchFamily="18" charset="0"/>
              <a:ea typeface="標楷體" pitchFamily="65" charset="-120"/>
              <a:cs typeface="Times New Roman" panose="02020603050405020304" pitchFamily="18" charset="0"/>
            </a:endParaRPr>
          </a:p>
        </p:txBody>
      </p:sp>
      <p:sp>
        <p:nvSpPr>
          <p:cNvPr id="36" name="文本框 35">
            <a:extLst>
              <a:ext uri="{FF2B5EF4-FFF2-40B4-BE49-F238E27FC236}">
                <a16:creationId xmlns:a16="http://schemas.microsoft.com/office/drawing/2014/main" id="{0657C7B0-18FC-BB62-7961-16FBE3906DAF}"/>
              </a:ext>
            </a:extLst>
          </p:cNvPr>
          <p:cNvSpPr txBox="1"/>
          <p:nvPr/>
        </p:nvSpPr>
        <p:spPr>
          <a:xfrm>
            <a:off x="3365500" y="6232240"/>
            <a:ext cx="8394699" cy="584775"/>
          </a:xfrm>
          <a:prstGeom prst="rect">
            <a:avLst/>
          </a:prstGeom>
          <a:noFill/>
        </p:spPr>
        <p:txBody>
          <a:bodyPr wrap="square" rtlCol="0" anchor="ctr" anchorCtr="1">
            <a:spAutoFit/>
          </a:bodyPr>
          <a:lstStyle/>
          <a:p>
            <a:r>
              <a:rPr lang="en" altLang="zh-CN" sz="1600" dirty="0">
                <a:solidFill>
                  <a:schemeClr val="bg1"/>
                </a:solidFill>
                <a:latin typeface="Times New Roman" panose="02020603050405020304" pitchFamily="18" charset="0"/>
                <a:cs typeface="Times New Roman" panose="02020603050405020304" pitchFamily="18" charset="0"/>
              </a:rPr>
              <a:t>Yuan, Pengfei, et al. "Building application-specific operating systems: a profile-guided approach." </a:t>
            </a:r>
            <a:r>
              <a:rPr lang="en" altLang="zh-CN" sz="1600" i="1" dirty="0">
                <a:solidFill>
                  <a:schemeClr val="bg1"/>
                </a:solidFill>
                <a:latin typeface="Times New Roman" panose="02020603050405020304" pitchFamily="18" charset="0"/>
                <a:cs typeface="Times New Roman" panose="02020603050405020304" pitchFamily="18" charset="0"/>
              </a:rPr>
              <a:t>Science China Information Sciences</a:t>
            </a:r>
            <a:r>
              <a:rPr lang="en" altLang="zh-CN" sz="1600" dirty="0">
                <a:solidFill>
                  <a:schemeClr val="bg1"/>
                </a:solidFill>
                <a:latin typeface="Times New Roman" panose="02020603050405020304" pitchFamily="18" charset="0"/>
                <a:cs typeface="Times New Roman" panose="02020603050405020304" pitchFamily="18" charset="0"/>
              </a:rPr>
              <a:t> 61.9 (2018): 092102.</a:t>
            </a:r>
            <a:endParaRPr kumimoji="1" lang="zh-CN" altLang="en-US" sz="1600" dirty="0">
              <a:solidFill>
                <a:schemeClr val="bg1"/>
              </a:solidFill>
              <a:latin typeface="Times New Roman" panose="02020603050405020304" pitchFamily="18" charset="0"/>
              <a:ea typeface="標楷體" pitchFamily="65" charset="-120"/>
              <a:cs typeface="Times New Roman" panose="02020603050405020304" pitchFamily="18" charset="0"/>
            </a:endParaRPr>
          </a:p>
        </p:txBody>
      </p:sp>
      <p:sp>
        <p:nvSpPr>
          <p:cNvPr id="38" name="圆柱体 37">
            <a:extLst>
              <a:ext uri="{FF2B5EF4-FFF2-40B4-BE49-F238E27FC236}">
                <a16:creationId xmlns:a16="http://schemas.microsoft.com/office/drawing/2014/main" id="{936F50EA-D885-4DD9-9D1C-3A7D53FF97A1}"/>
              </a:ext>
            </a:extLst>
          </p:cNvPr>
          <p:cNvSpPr/>
          <p:nvPr/>
        </p:nvSpPr>
        <p:spPr bwMode="auto">
          <a:xfrm>
            <a:off x="6475873" y="3684178"/>
            <a:ext cx="1192742" cy="1106480"/>
          </a:xfrm>
          <a:prstGeom prst="can">
            <a:avLst/>
          </a:prstGeom>
          <a:ln w="22225">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dirty="0">
                <a:solidFill>
                  <a:schemeClr val="tx1"/>
                </a:solidFill>
                <a:latin typeface="Times New Roman" panose="02020603050405020304" pitchFamily="18" charset="0"/>
                <a:ea typeface="新細明體" pitchFamily="18" charset="-120"/>
                <a:cs typeface="Times New Roman" panose="02020603050405020304" pitchFamily="18" charset="0"/>
              </a:rPr>
              <a:t>Linux</a:t>
            </a:r>
            <a:r>
              <a:rPr kumimoji="1" lang="zh-CN" altLang="en-US" sz="1600" dirty="0">
                <a:solidFill>
                  <a:schemeClr val="tx1"/>
                </a:solidFill>
                <a:latin typeface="Times New Roman" panose="02020603050405020304" pitchFamily="18" charset="0"/>
                <a:ea typeface="新細明體" pitchFamily="18" charset="-120"/>
                <a:cs typeface="Times New Roman" panose="02020603050405020304" pitchFamily="18" charset="0"/>
              </a:rPr>
              <a:t> </a:t>
            </a:r>
            <a:r>
              <a:rPr kumimoji="1" lang="en-US" altLang="zh-CN" sz="1600" dirty="0">
                <a:solidFill>
                  <a:schemeClr val="tx1"/>
                </a:solidFill>
                <a:latin typeface="Times New Roman" panose="02020603050405020304" pitchFamily="18" charset="0"/>
                <a:ea typeface="新細明體" pitchFamily="18" charset="-120"/>
                <a:cs typeface="Times New Roman" panose="02020603050405020304" pitchFamily="18" charset="0"/>
              </a:rPr>
              <a:t>kernel </a:t>
            </a: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dirty="0">
                <a:solidFill>
                  <a:schemeClr val="tx1"/>
                </a:solidFill>
                <a:latin typeface="Times New Roman" panose="02020603050405020304" pitchFamily="18" charset="0"/>
                <a:ea typeface="新細明體" pitchFamily="18" charset="-120"/>
                <a:cs typeface="Times New Roman" panose="02020603050405020304" pitchFamily="18" charset="0"/>
              </a:rPr>
              <a:t>source code</a:t>
            </a: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repository</a:t>
            </a:r>
            <a:endPar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39" name="加号 38">
            <a:extLst>
              <a:ext uri="{FF2B5EF4-FFF2-40B4-BE49-F238E27FC236}">
                <a16:creationId xmlns:a16="http://schemas.microsoft.com/office/drawing/2014/main" id="{D30A6BD6-6F5D-8BC9-A260-2C70BE2A64E7}"/>
              </a:ext>
            </a:extLst>
          </p:cNvPr>
          <p:cNvSpPr/>
          <p:nvPr/>
        </p:nvSpPr>
        <p:spPr bwMode="auto">
          <a:xfrm>
            <a:off x="7745348" y="4136394"/>
            <a:ext cx="386608" cy="363681"/>
          </a:xfrm>
          <a:prstGeom prst="mathPlus">
            <a:avLst/>
          </a:prstGeom>
          <a:ln w="22225">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2" name="六边形 41">
            <a:extLst>
              <a:ext uri="{FF2B5EF4-FFF2-40B4-BE49-F238E27FC236}">
                <a16:creationId xmlns:a16="http://schemas.microsoft.com/office/drawing/2014/main" id="{3C3A13FA-4AE5-BBFE-3305-70353EA4C334}"/>
              </a:ext>
            </a:extLst>
          </p:cNvPr>
          <p:cNvSpPr/>
          <p:nvPr/>
        </p:nvSpPr>
        <p:spPr bwMode="auto">
          <a:xfrm>
            <a:off x="8198298" y="4079141"/>
            <a:ext cx="685800" cy="478187"/>
          </a:xfrm>
          <a:prstGeom prst="hexagon">
            <a:avLst/>
          </a:prstGeom>
          <a:ln w="22225">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GCC</a:t>
            </a:r>
            <a:endPar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43" name="圆角矩形 42">
            <a:extLst>
              <a:ext uri="{FF2B5EF4-FFF2-40B4-BE49-F238E27FC236}">
                <a16:creationId xmlns:a16="http://schemas.microsoft.com/office/drawing/2014/main" id="{AE479236-8316-E841-3909-CC9EBFF248D6}"/>
              </a:ext>
            </a:extLst>
          </p:cNvPr>
          <p:cNvSpPr/>
          <p:nvPr/>
        </p:nvSpPr>
        <p:spPr bwMode="auto">
          <a:xfrm>
            <a:off x="9400281" y="3354724"/>
            <a:ext cx="825941" cy="510814"/>
          </a:xfrm>
          <a:prstGeom prst="roundRect">
            <a:avLst/>
          </a:prstGeom>
          <a:ln w="22225">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Apache</a:t>
            </a: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profile</a:t>
            </a:r>
            <a:endPar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44" name="圆角矩形 43">
            <a:extLst>
              <a:ext uri="{FF2B5EF4-FFF2-40B4-BE49-F238E27FC236}">
                <a16:creationId xmlns:a16="http://schemas.microsoft.com/office/drawing/2014/main" id="{8943BFA9-9542-BFBD-B331-8AD59C513E2F}"/>
              </a:ext>
            </a:extLst>
          </p:cNvPr>
          <p:cNvSpPr/>
          <p:nvPr/>
        </p:nvSpPr>
        <p:spPr bwMode="auto">
          <a:xfrm>
            <a:off x="9400281" y="3989261"/>
            <a:ext cx="825941" cy="510814"/>
          </a:xfrm>
          <a:prstGeom prst="roundRect">
            <a:avLst/>
          </a:prstGeom>
          <a:ln w="22225">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MySQL</a:t>
            </a: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profile</a:t>
            </a:r>
            <a:endPar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45" name="圆角矩形 44">
            <a:extLst>
              <a:ext uri="{FF2B5EF4-FFF2-40B4-BE49-F238E27FC236}">
                <a16:creationId xmlns:a16="http://schemas.microsoft.com/office/drawing/2014/main" id="{598808D1-8C3B-6AB3-A12B-D325E8C8CAF9}"/>
              </a:ext>
            </a:extLst>
          </p:cNvPr>
          <p:cNvSpPr/>
          <p:nvPr/>
        </p:nvSpPr>
        <p:spPr bwMode="auto">
          <a:xfrm>
            <a:off x="9400281" y="4603026"/>
            <a:ext cx="825941" cy="510814"/>
          </a:xfrm>
          <a:prstGeom prst="roundRect">
            <a:avLst/>
          </a:prstGeom>
          <a:ln w="22225">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Redis</a:t>
            </a: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profile</a:t>
            </a:r>
            <a:endPar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46" name="加号 45">
            <a:extLst>
              <a:ext uri="{FF2B5EF4-FFF2-40B4-BE49-F238E27FC236}">
                <a16:creationId xmlns:a16="http://schemas.microsoft.com/office/drawing/2014/main" id="{F4200A35-4A6F-829E-5AF6-4710964C15A9}"/>
              </a:ext>
            </a:extLst>
          </p:cNvPr>
          <p:cNvSpPr/>
          <p:nvPr/>
        </p:nvSpPr>
        <p:spPr bwMode="auto">
          <a:xfrm>
            <a:off x="8922908" y="4133919"/>
            <a:ext cx="386608" cy="363681"/>
          </a:xfrm>
          <a:prstGeom prst="mathPlus">
            <a:avLst/>
          </a:prstGeom>
          <a:ln w="22225">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7" name="等于 46">
            <a:extLst>
              <a:ext uri="{FF2B5EF4-FFF2-40B4-BE49-F238E27FC236}">
                <a16:creationId xmlns:a16="http://schemas.microsoft.com/office/drawing/2014/main" id="{8F873209-C114-0C67-C288-4CD183D85C37}"/>
              </a:ext>
            </a:extLst>
          </p:cNvPr>
          <p:cNvSpPr/>
          <p:nvPr/>
        </p:nvSpPr>
        <p:spPr bwMode="auto">
          <a:xfrm>
            <a:off x="10318171" y="3512127"/>
            <a:ext cx="301337" cy="259773"/>
          </a:xfrm>
          <a:prstGeom prst="mathEqual">
            <a:avLst/>
          </a:prstGeom>
          <a:ln w="22225">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8" name="等于 47">
            <a:extLst>
              <a:ext uri="{FF2B5EF4-FFF2-40B4-BE49-F238E27FC236}">
                <a16:creationId xmlns:a16="http://schemas.microsoft.com/office/drawing/2014/main" id="{7E5B4510-A118-FECE-43BE-E461BC43CE37}"/>
              </a:ext>
            </a:extLst>
          </p:cNvPr>
          <p:cNvSpPr/>
          <p:nvPr/>
        </p:nvSpPr>
        <p:spPr bwMode="auto">
          <a:xfrm>
            <a:off x="10318170" y="4084245"/>
            <a:ext cx="301337" cy="259773"/>
          </a:xfrm>
          <a:prstGeom prst="mathEqual">
            <a:avLst/>
          </a:prstGeom>
          <a:ln w="22225">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9" name="等于 48">
            <a:extLst>
              <a:ext uri="{FF2B5EF4-FFF2-40B4-BE49-F238E27FC236}">
                <a16:creationId xmlns:a16="http://schemas.microsoft.com/office/drawing/2014/main" id="{321085EF-B18D-0F66-7338-6728B2FAE4FC}"/>
              </a:ext>
            </a:extLst>
          </p:cNvPr>
          <p:cNvSpPr/>
          <p:nvPr/>
        </p:nvSpPr>
        <p:spPr bwMode="auto">
          <a:xfrm>
            <a:off x="10318170" y="4735295"/>
            <a:ext cx="301337" cy="259773"/>
          </a:xfrm>
          <a:prstGeom prst="mathEqual">
            <a:avLst/>
          </a:prstGeom>
          <a:ln w="22225">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0" name="矩形 49">
            <a:extLst>
              <a:ext uri="{FF2B5EF4-FFF2-40B4-BE49-F238E27FC236}">
                <a16:creationId xmlns:a16="http://schemas.microsoft.com/office/drawing/2014/main" id="{697ADF13-515F-3014-6FFC-792797DBA832}"/>
              </a:ext>
            </a:extLst>
          </p:cNvPr>
          <p:cNvSpPr/>
          <p:nvPr/>
        </p:nvSpPr>
        <p:spPr bwMode="auto">
          <a:xfrm>
            <a:off x="10713963" y="3326663"/>
            <a:ext cx="891308" cy="510813"/>
          </a:xfrm>
          <a:prstGeom prst="rect">
            <a:avLst/>
          </a:prstGeom>
          <a:ln w="22225">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dirty="0">
                <a:solidFill>
                  <a:schemeClr val="tx1"/>
                </a:solidFill>
                <a:latin typeface="Times New Roman" panose="02020603050405020304" pitchFamily="18" charset="0"/>
                <a:ea typeface="新細明體" pitchFamily="18" charset="-120"/>
                <a:cs typeface="Times New Roman" panose="02020603050405020304" pitchFamily="18" charset="0"/>
              </a:rPr>
              <a:t>Linux for</a:t>
            </a: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Apache</a:t>
            </a:r>
            <a:endPar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51" name="矩形 50">
            <a:extLst>
              <a:ext uri="{FF2B5EF4-FFF2-40B4-BE49-F238E27FC236}">
                <a16:creationId xmlns:a16="http://schemas.microsoft.com/office/drawing/2014/main" id="{6EB9EB58-035E-DB34-9A78-264849DAA13F}"/>
              </a:ext>
            </a:extLst>
          </p:cNvPr>
          <p:cNvSpPr/>
          <p:nvPr/>
        </p:nvSpPr>
        <p:spPr bwMode="auto">
          <a:xfrm>
            <a:off x="10692244" y="3989084"/>
            <a:ext cx="891308" cy="510813"/>
          </a:xfrm>
          <a:prstGeom prst="rect">
            <a:avLst/>
          </a:prstGeom>
          <a:ln w="22225">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dirty="0">
                <a:solidFill>
                  <a:schemeClr val="tx1"/>
                </a:solidFill>
                <a:latin typeface="Times New Roman" panose="02020603050405020304" pitchFamily="18" charset="0"/>
                <a:ea typeface="新細明體" pitchFamily="18" charset="-120"/>
                <a:cs typeface="Times New Roman" panose="02020603050405020304" pitchFamily="18" charset="0"/>
              </a:rPr>
              <a:t>Linux for</a:t>
            </a: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MySQL</a:t>
            </a:r>
            <a:endPar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
        <p:nvSpPr>
          <p:cNvPr id="52" name="矩形 51">
            <a:extLst>
              <a:ext uri="{FF2B5EF4-FFF2-40B4-BE49-F238E27FC236}">
                <a16:creationId xmlns:a16="http://schemas.microsoft.com/office/drawing/2014/main" id="{03E747E9-801E-A676-6CCE-28FEE3144E30}"/>
              </a:ext>
            </a:extLst>
          </p:cNvPr>
          <p:cNvSpPr/>
          <p:nvPr/>
        </p:nvSpPr>
        <p:spPr bwMode="auto">
          <a:xfrm>
            <a:off x="10692244" y="4599849"/>
            <a:ext cx="891308" cy="510813"/>
          </a:xfrm>
          <a:prstGeom prst="rect">
            <a:avLst/>
          </a:prstGeom>
          <a:ln w="22225">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dirty="0">
                <a:solidFill>
                  <a:schemeClr val="tx1"/>
                </a:solidFill>
                <a:latin typeface="Times New Roman" panose="02020603050405020304" pitchFamily="18" charset="0"/>
                <a:ea typeface="新細明體" pitchFamily="18" charset="-120"/>
                <a:cs typeface="Times New Roman" panose="02020603050405020304" pitchFamily="18" charset="0"/>
              </a:rPr>
              <a:t>Linux for</a:t>
            </a: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rPr>
              <a:t>Redis</a:t>
            </a:r>
            <a:endParaRPr kumimoji="1" lang="zh-CN" altLang="en-US" sz="1600" i="0" u="none" strike="noStrike" cap="none" normalizeH="0" baseline="0" dirty="0">
              <a:ln>
                <a:noFill/>
              </a:ln>
              <a:solidFill>
                <a:schemeClr val="tx1"/>
              </a:solidFill>
              <a:effectLst/>
              <a:latin typeface="Times New Roman" panose="02020603050405020304" pitchFamily="18" charset="0"/>
              <a:ea typeface="新細明體" pitchFamily="18" charset="-120"/>
              <a:cs typeface="Times New Roman" panose="02020603050405020304" pitchFamily="18" charset="0"/>
            </a:endParaRPr>
          </a:p>
        </p:txBody>
      </p:sp>
    </p:spTree>
    <p:extLst>
      <p:ext uri="{BB962C8B-B14F-4D97-AF65-F5344CB8AC3E}">
        <p14:creationId xmlns:p14="http://schemas.microsoft.com/office/powerpoint/2010/main" val="157511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AC82E-3B9D-405E-6F0C-21207180BE3F}"/>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A5F8369E-9708-1B1A-923A-425DE749D6E6}"/>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Application-Specific</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OS</a:t>
            </a:r>
            <a:r>
              <a:rPr lang="en-US" altLang="zh-CN" dirty="0"/>
              <a:t> (2/3)</a:t>
            </a:r>
            <a:endParaRPr lang="zh-CN" altLang="en-US" dirty="0"/>
          </a:p>
        </p:txBody>
      </p:sp>
      <p:sp>
        <p:nvSpPr>
          <p:cNvPr id="4" name="灯片编号占位符 3">
            <a:extLst>
              <a:ext uri="{FF2B5EF4-FFF2-40B4-BE49-F238E27FC236}">
                <a16:creationId xmlns:a16="http://schemas.microsoft.com/office/drawing/2014/main" id="{D71C0100-5E9C-28D6-34D7-579F53139D7D}"/>
              </a:ext>
            </a:extLst>
          </p:cNvPr>
          <p:cNvSpPr>
            <a:spLocks noGrp="1"/>
          </p:cNvSpPr>
          <p:nvPr>
            <p:ph type="sldNum" sz="quarter" idx="10"/>
          </p:nvPr>
        </p:nvSpPr>
        <p:spPr/>
        <p:txBody>
          <a:bodyPr/>
          <a:lstStyle/>
          <a:p>
            <a:fld id="{D9B6BDF2-6896-4B98-8776-C18582F63BA5}" type="slidenum">
              <a:rPr lang="zh-TW" altLang="en-US" smtClean="0"/>
              <a:pPr/>
              <a:t>12</a:t>
            </a:fld>
            <a:endParaRPr lang="zh-TW" altLang="en-US"/>
          </a:p>
        </p:txBody>
      </p:sp>
      <p:sp>
        <p:nvSpPr>
          <p:cNvPr id="9" name="内容占位符 5">
            <a:extLst>
              <a:ext uri="{FF2B5EF4-FFF2-40B4-BE49-F238E27FC236}">
                <a16:creationId xmlns:a16="http://schemas.microsoft.com/office/drawing/2014/main" id="{734156B8-7F20-F292-388C-53741D15CB63}"/>
              </a:ext>
            </a:extLst>
          </p:cNvPr>
          <p:cNvSpPr txBox="1">
            <a:spLocks/>
          </p:cNvSpPr>
          <p:nvPr/>
        </p:nvSpPr>
        <p:spPr bwMode="auto">
          <a:xfrm>
            <a:off x="624995" y="1125538"/>
            <a:ext cx="5648805" cy="41195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Implementation:</a:t>
            </a:r>
          </a:p>
          <a:p>
            <a:pPr lvl="1"/>
            <a:r>
              <a:rPr lang="en-US" altLang="zh-CN" sz="2000" b="1" kern="0" dirty="0">
                <a:latin typeface="Times New Roman" panose="02020603050405020304" pitchFamily="18" charset="0"/>
                <a:cs typeface="Times New Roman" panose="02020603050405020304" pitchFamily="18" charset="0"/>
              </a:rPr>
              <a:t>﻿Kernel Instrumentation:</a:t>
            </a:r>
          </a:p>
          <a:p>
            <a:pPr lvl="2"/>
            <a:r>
              <a:rPr lang="en-US" altLang="zh-CN" sz="2000" b="1" kern="0" dirty="0">
                <a:latin typeface="Times New Roman" panose="02020603050405020304" pitchFamily="18" charset="0"/>
                <a:cs typeface="Times New Roman" panose="02020603050405020304" pitchFamily="18" charset="0"/>
              </a:rPr>
              <a:t>Value Profiling: ﻿ </a:t>
            </a:r>
            <a:r>
              <a:rPr lang="en-US" altLang="zh-CN" sz="2000" kern="0" dirty="0">
                <a:latin typeface="Times New Roman" panose="02020603050405020304" pitchFamily="18" charset="0"/>
                <a:cs typeface="Times New Roman" panose="02020603050405020304" pitchFamily="18" charset="0"/>
              </a:rPr>
              <a:t>Add profilers that are used in the instrumentation phase to </a:t>
            </a:r>
            <a:r>
              <a:rPr lang="en-US" altLang="zh-CN" sz="2000" kern="0" dirty="0" err="1">
                <a:latin typeface="Times New Roman" panose="02020603050405020304" pitchFamily="18" charset="0"/>
                <a:cs typeface="Times New Roman" panose="02020603050405020304" pitchFamily="18" charset="0"/>
              </a:rPr>
              <a:t>gcov</a:t>
            </a:r>
            <a:r>
              <a:rPr lang="en-US" altLang="zh-CN" sz="2000" kern="0" dirty="0">
                <a:latin typeface="Times New Roman" panose="02020603050405020304" pitchFamily="18" charset="0"/>
                <a:cs typeface="Times New Roman" panose="02020603050405020304" pitchFamily="18" charset="0"/>
              </a:rPr>
              <a:t> subsystem.</a:t>
            </a:r>
          </a:p>
          <a:p>
            <a:pPr lvl="2"/>
            <a:r>
              <a:rPr lang="en-US" altLang="zh-CN" sz="2000" b="1" kern="0" dirty="0">
                <a:latin typeface="Times New Roman" panose="02020603050405020304" pitchFamily="18" charset="0"/>
                <a:cs typeface="Times New Roman" panose="02020603050405020304" pitchFamily="18" charset="0"/>
              </a:rPr>
              <a:t>Disable TLS (﻿Thread-Local Storage)</a:t>
            </a:r>
          </a:p>
          <a:p>
            <a:pPr lvl="2"/>
            <a:r>
              <a:rPr lang="en-US" altLang="zh-CN" sz="2000" b="1" kern="0" dirty="0">
                <a:latin typeface="Times New Roman" panose="02020603050405020304" pitchFamily="18" charset="0"/>
                <a:cs typeface="Times New Roman" panose="02020603050405020304" pitchFamily="18" charset="0"/>
              </a:rPr>
              <a:t>﻿Selective Instrumentation</a:t>
            </a:r>
            <a:endParaRPr lang="en-US" altLang="zh-CN" sz="1467" kern="0" dirty="0">
              <a:latin typeface="Times New Roman" panose="02020603050405020304" pitchFamily="18" charset="0"/>
              <a:cs typeface="Times New Roman" panose="02020603050405020304" pitchFamily="18" charset="0"/>
            </a:endParaRPr>
          </a:p>
          <a:p>
            <a:pPr lvl="1"/>
            <a:r>
              <a:rPr lang="en-US" altLang="zh-CN" sz="2000" b="1" kern="0" dirty="0">
                <a:latin typeface="Times New Roman" panose="02020603050405020304" pitchFamily="18" charset="0"/>
                <a:cs typeface="Times New Roman" panose="02020603050405020304" pitchFamily="18" charset="0"/>
              </a:rPr>
              <a:t>﻿Profile Collection: </a:t>
            </a:r>
            <a:r>
              <a:rPr lang="en-US" altLang="zh-CN" sz="2000" kern="0" dirty="0">
                <a:latin typeface="Times New Roman" panose="02020603050405020304" pitchFamily="18" charset="0"/>
                <a:cs typeface="Times New Roman" panose="02020603050405020304" pitchFamily="18" charset="0"/>
              </a:rPr>
              <a:t>﻿Write a utility program to help Calculate</a:t>
            </a:r>
          </a:p>
          <a:p>
            <a:pPr lvl="1"/>
            <a:r>
              <a:rPr lang="en-US" altLang="zh-CN" sz="2000" b="1" kern="0" dirty="0">
                <a:latin typeface="Times New Roman" panose="02020603050405020304" pitchFamily="18" charset="0"/>
                <a:cs typeface="Times New Roman" panose="02020603050405020304" pitchFamily="18" charset="0"/>
              </a:rPr>
              <a:t>GCC Modifications: ﻿</a:t>
            </a:r>
            <a:r>
              <a:rPr lang="en-US" altLang="zh-CN" sz="2000" kern="0" dirty="0">
                <a:latin typeface="Times New Roman" panose="02020603050405020304" pitchFamily="18" charset="0"/>
                <a:cs typeface="Times New Roman" panose="02020603050405020304" pitchFamily="18" charset="0"/>
              </a:rPr>
              <a:t>Fix optimization problems and  ﻿selective size optimization</a:t>
            </a:r>
          </a:p>
        </p:txBody>
      </p:sp>
      <p:sp>
        <p:nvSpPr>
          <p:cNvPr id="11" name="文本框 10">
            <a:extLst>
              <a:ext uri="{FF2B5EF4-FFF2-40B4-BE49-F238E27FC236}">
                <a16:creationId xmlns:a16="http://schemas.microsoft.com/office/drawing/2014/main" id="{1717148A-7531-849E-7BE9-A4CD603A001F}"/>
              </a:ext>
            </a:extLst>
          </p:cNvPr>
          <p:cNvSpPr txBox="1"/>
          <p:nvPr/>
        </p:nvSpPr>
        <p:spPr>
          <a:xfrm>
            <a:off x="7230028" y="5075823"/>
            <a:ext cx="3755978" cy="338554"/>
          </a:xfrm>
          <a:prstGeom prst="rect">
            <a:avLst/>
          </a:prstGeom>
          <a:noFill/>
        </p:spPr>
        <p:txBody>
          <a:bodyPr wrap="square" rtlCol="0" anchor="ctr" anchorCtr="1">
            <a:spAutoFit/>
          </a:bodyPr>
          <a:lstStyle/>
          <a:p>
            <a:r>
              <a:rPr kumimoji="1" lang="en-US" altLang="zh-CN" sz="1600" dirty="0">
                <a:latin typeface="Times New Roman" panose="02020603050405020304" pitchFamily="18" charset="0"/>
                <a:ea typeface="標楷體" pitchFamily="65" charset="-120"/>
                <a:cs typeface="Times New Roman" panose="02020603050405020304" pitchFamily="18" charset="0"/>
              </a:rPr>
              <a:t>Figure 6: System Architecture of </a:t>
            </a:r>
            <a:r>
              <a:rPr kumimoji="1" lang="en-US" altLang="zh-CN" sz="1600" dirty="0" err="1">
                <a:latin typeface="Times New Roman" panose="02020603050405020304" pitchFamily="18" charset="0"/>
                <a:ea typeface="標楷體" pitchFamily="65" charset="-120"/>
                <a:cs typeface="Times New Roman" panose="02020603050405020304" pitchFamily="18" charset="0"/>
              </a:rPr>
              <a:t>Tarax</a:t>
            </a:r>
            <a:r>
              <a:rPr kumimoji="1" lang="en-US" altLang="zh-CN" sz="1600" dirty="0">
                <a:latin typeface="Times New Roman" panose="02020603050405020304" pitchFamily="18" charset="0"/>
                <a:ea typeface="標楷體" pitchFamily="65" charset="-120"/>
                <a:cs typeface="Times New Roman" panose="02020603050405020304" pitchFamily="18" charset="0"/>
              </a:rPr>
              <a:t>.</a:t>
            </a:r>
            <a:endParaRPr kumimoji="1" lang="zh-CN" altLang="en-US" sz="1600" dirty="0">
              <a:latin typeface="Times New Roman" panose="02020603050405020304" pitchFamily="18" charset="0"/>
              <a:ea typeface="標楷體" pitchFamily="65" charset="-120"/>
              <a:cs typeface="Times New Roman" panose="02020603050405020304" pitchFamily="18" charset="0"/>
            </a:endParaRPr>
          </a:p>
        </p:txBody>
      </p:sp>
      <p:pic>
        <p:nvPicPr>
          <p:cNvPr id="3" name="图片 2">
            <a:extLst>
              <a:ext uri="{FF2B5EF4-FFF2-40B4-BE49-F238E27FC236}">
                <a16:creationId xmlns:a16="http://schemas.microsoft.com/office/drawing/2014/main" id="{77F5D96D-2A8B-127D-583A-4DE92B5DE3C9}"/>
              </a:ext>
            </a:extLst>
          </p:cNvPr>
          <p:cNvPicPr>
            <a:picLocks noChangeAspect="1"/>
          </p:cNvPicPr>
          <p:nvPr/>
        </p:nvPicPr>
        <p:blipFill>
          <a:blip r:embed="rId3"/>
          <a:stretch>
            <a:fillRect/>
          </a:stretch>
        </p:blipFill>
        <p:spPr>
          <a:xfrm>
            <a:off x="6308727" y="2216055"/>
            <a:ext cx="5510453" cy="2752992"/>
          </a:xfrm>
          <a:prstGeom prst="rect">
            <a:avLst/>
          </a:prstGeom>
        </p:spPr>
      </p:pic>
    </p:spTree>
    <p:extLst>
      <p:ext uri="{BB962C8B-B14F-4D97-AF65-F5344CB8AC3E}">
        <p14:creationId xmlns:p14="http://schemas.microsoft.com/office/powerpoint/2010/main" val="257705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987C6-F331-61AD-C1BB-829F9E74B44D}"/>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CFB08735-472D-C490-ED66-392A73A85F31}"/>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Application-Specific</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OS</a:t>
            </a:r>
            <a:r>
              <a:rPr lang="en-US" altLang="zh-CN" dirty="0"/>
              <a:t> (3/3)</a:t>
            </a:r>
            <a:endParaRPr lang="zh-CN" altLang="en-US" dirty="0"/>
          </a:p>
        </p:txBody>
      </p:sp>
      <p:sp>
        <p:nvSpPr>
          <p:cNvPr id="4" name="灯片编号占位符 3">
            <a:extLst>
              <a:ext uri="{FF2B5EF4-FFF2-40B4-BE49-F238E27FC236}">
                <a16:creationId xmlns:a16="http://schemas.microsoft.com/office/drawing/2014/main" id="{BDB89275-147E-E3C6-20BA-5A8A721D858F}"/>
              </a:ext>
            </a:extLst>
          </p:cNvPr>
          <p:cNvSpPr>
            <a:spLocks noGrp="1"/>
          </p:cNvSpPr>
          <p:nvPr>
            <p:ph type="sldNum" sz="quarter" idx="10"/>
          </p:nvPr>
        </p:nvSpPr>
        <p:spPr/>
        <p:txBody>
          <a:bodyPr/>
          <a:lstStyle/>
          <a:p>
            <a:fld id="{D9B6BDF2-6896-4B98-8776-C18582F63BA5}" type="slidenum">
              <a:rPr lang="zh-TW" altLang="en-US" smtClean="0"/>
              <a:pPr/>
              <a:t>13</a:t>
            </a:fld>
            <a:endParaRPr lang="zh-TW" altLang="en-US"/>
          </a:p>
        </p:txBody>
      </p:sp>
      <p:sp>
        <p:nvSpPr>
          <p:cNvPr id="9" name="内容占位符 5">
            <a:extLst>
              <a:ext uri="{FF2B5EF4-FFF2-40B4-BE49-F238E27FC236}">
                <a16:creationId xmlns:a16="http://schemas.microsoft.com/office/drawing/2014/main" id="{DAF28C4D-7346-AD11-79AC-114E319B632C}"/>
              </a:ext>
            </a:extLst>
          </p:cNvPr>
          <p:cNvSpPr txBox="1">
            <a:spLocks/>
          </p:cNvSpPr>
          <p:nvPr/>
        </p:nvSpPr>
        <p:spPr bwMode="auto">
          <a:xfrm>
            <a:off x="624996" y="1125538"/>
            <a:ext cx="6080604" cy="23197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Results:</a:t>
            </a:r>
          </a:p>
          <a:p>
            <a:pPr lvl="1"/>
            <a:r>
              <a:rPr lang="en-US" altLang="zh-CN" sz="2000" kern="0" dirty="0">
                <a:latin typeface="Times New Roman" panose="02020603050405020304" pitchFamily="18" charset="0"/>
                <a:cs typeface="Times New Roman" panose="02020603050405020304" pitchFamily="18" charset="0"/>
              </a:rPr>
              <a:t>Conduct experiments on six popular server applications: Apache, Nginx, MySQL, PostgreSQL, Redis and Memcached.</a:t>
            </a:r>
          </a:p>
          <a:p>
            <a:pPr lvl="1"/>
            <a:r>
              <a:rPr lang="en-US" altLang="zh-CN" sz="2000" kern="0" dirty="0">
                <a:latin typeface="Times New Roman" panose="02020603050405020304" pitchFamily="18" charset="0"/>
                <a:cs typeface="Times New Roman" panose="02020603050405020304" pitchFamily="18" charset="0"/>
              </a:rPr>
              <a:t>Application performance improves by </a:t>
            </a:r>
            <a:r>
              <a:rPr lang="en-US" altLang="zh-CN" sz="2000" kern="0" dirty="0">
                <a:solidFill>
                  <a:srgbClr val="FF0000"/>
                </a:solidFill>
                <a:latin typeface="Times New Roman" panose="02020603050405020304" pitchFamily="18" charset="0"/>
                <a:cs typeface="Times New Roman" panose="02020603050405020304" pitchFamily="18" charset="0"/>
              </a:rPr>
              <a:t>8.8%</a:t>
            </a:r>
            <a:r>
              <a:rPr lang="en-US" altLang="zh-CN" sz="2000" kern="0" dirty="0">
                <a:latin typeface="Times New Roman" panose="02020603050405020304" pitchFamily="18" charset="0"/>
                <a:cs typeface="Times New Roman" panose="02020603050405020304" pitchFamily="18" charset="0"/>
              </a:rPr>
              <a:t> on average (up to 16%) </a:t>
            </a:r>
          </a:p>
          <a:p>
            <a:pPr marL="0" indent="0">
              <a:buNone/>
            </a:pPr>
            <a:endParaRPr lang="en-US" altLang="zh-CN" sz="2533" b="1" kern="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EBC889F6-010F-ECF9-0578-4911024E0F92}"/>
              </a:ext>
            </a:extLst>
          </p:cNvPr>
          <p:cNvSpPr txBox="1"/>
          <p:nvPr/>
        </p:nvSpPr>
        <p:spPr>
          <a:xfrm>
            <a:off x="6705601" y="3286210"/>
            <a:ext cx="4861404" cy="338554"/>
          </a:xfrm>
          <a:prstGeom prst="rect">
            <a:avLst/>
          </a:prstGeom>
          <a:noFill/>
        </p:spPr>
        <p:txBody>
          <a:bodyPr wrap="square" rtlCol="0" anchor="ctr" anchorCtr="1">
            <a:spAutoFit/>
          </a:bodyPr>
          <a:lstStyle/>
          <a:p>
            <a:r>
              <a:rPr kumimoji="1" lang="en-US" altLang="zh-CN" sz="1600" dirty="0">
                <a:latin typeface="Times New Roman" panose="02020603050405020304" pitchFamily="18" charset="0"/>
                <a:ea typeface="標楷體" pitchFamily="65" charset="-120"/>
                <a:cs typeface="Times New Roman" panose="02020603050405020304" pitchFamily="18" charset="0"/>
              </a:rPr>
              <a:t>Figure 7:Performance comparison: </a:t>
            </a:r>
            <a:r>
              <a:rPr kumimoji="1" lang="en-US" altLang="zh-CN" sz="1600" dirty="0" err="1">
                <a:latin typeface="Times New Roman" panose="02020603050405020304" pitchFamily="18" charset="0"/>
                <a:ea typeface="標楷體" pitchFamily="65" charset="-120"/>
                <a:cs typeface="Times New Roman" panose="02020603050405020304" pitchFamily="18" charset="0"/>
              </a:rPr>
              <a:t>Tarax</a:t>
            </a:r>
            <a:r>
              <a:rPr kumimoji="1" lang="en-US" altLang="zh-CN" sz="1600" dirty="0">
                <a:latin typeface="Times New Roman" panose="02020603050405020304" pitchFamily="18" charset="0"/>
                <a:ea typeface="標楷體" pitchFamily="65" charset="-120"/>
                <a:cs typeface="Times New Roman" panose="02020603050405020304" pitchFamily="18" charset="0"/>
              </a:rPr>
              <a:t> vs. kernel (-</a:t>
            </a:r>
            <a:r>
              <a:rPr kumimoji="1" lang="en-US" altLang="zh-CN" sz="1600" dirty="0" err="1">
                <a:latin typeface="Times New Roman" panose="02020603050405020304" pitchFamily="18" charset="0"/>
                <a:ea typeface="標楷體" pitchFamily="65" charset="-120"/>
                <a:cs typeface="Times New Roman" panose="02020603050405020304" pitchFamily="18" charset="0"/>
              </a:rPr>
              <a:t>Os</a:t>
            </a:r>
            <a:r>
              <a:rPr kumimoji="1" lang="en-US" altLang="zh-CN" sz="1600" dirty="0">
                <a:latin typeface="Times New Roman" panose="02020603050405020304" pitchFamily="18" charset="0"/>
                <a:ea typeface="標楷體" pitchFamily="65" charset="-120"/>
                <a:cs typeface="Times New Roman" panose="02020603050405020304" pitchFamily="18" charset="0"/>
              </a:rPr>
              <a:t>)</a:t>
            </a:r>
            <a:endParaRPr kumimoji="1" lang="zh-CN" altLang="en-US" sz="1600" dirty="0">
              <a:latin typeface="Times New Roman" panose="02020603050405020304" pitchFamily="18" charset="0"/>
              <a:ea typeface="標楷體" pitchFamily="65" charset="-120"/>
              <a:cs typeface="Times New Roman" panose="02020603050405020304" pitchFamily="18" charset="0"/>
            </a:endParaRPr>
          </a:p>
        </p:txBody>
      </p:sp>
      <p:sp>
        <p:nvSpPr>
          <p:cNvPr id="7" name="文本框 6">
            <a:extLst>
              <a:ext uri="{FF2B5EF4-FFF2-40B4-BE49-F238E27FC236}">
                <a16:creationId xmlns:a16="http://schemas.microsoft.com/office/drawing/2014/main" id="{CD13127B-064D-BED0-23E9-4A1CA44084C1}"/>
              </a:ext>
            </a:extLst>
          </p:cNvPr>
          <p:cNvSpPr txBox="1"/>
          <p:nvPr/>
        </p:nvSpPr>
        <p:spPr>
          <a:xfrm>
            <a:off x="1049867" y="5784566"/>
            <a:ext cx="7865189" cy="338554"/>
          </a:xfrm>
          <a:prstGeom prst="rect">
            <a:avLst/>
          </a:prstGeom>
          <a:noFill/>
        </p:spPr>
        <p:txBody>
          <a:bodyPr wrap="square" rtlCol="0" anchor="ctr" anchorCtr="1">
            <a:spAutoFit/>
          </a:bodyPr>
          <a:lstStyle/>
          <a:p>
            <a:r>
              <a:rPr kumimoji="1" lang="en-US" altLang="zh-CN" sz="1600" dirty="0">
                <a:latin typeface="Times New Roman" panose="02020603050405020304" pitchFamily="18" charset="0"/>
                <a:ea typeface="標楷體" pitchFamily="65" charset="-120"/>
                <a:cs typeface="Times New Roman" panose="02020603050405020304" pitchFamily="18" charset="0"/>
              </a:rPr>
              <a:t>Table 1: ﻿Application performance on the vanilla kernel and the kernels optimized by </a:t>
            </a:r>
            <a:r>
              <a:rPr kumimoji="1" lang="en-US" altLang="zh-CN" sz="1600" dirty="0" err="1">
                <a:latin typeface="Times New Roman" panose="02020603050405020304" pitchFamily="18" charset="0"/>
                <a:ea typeface="標楷體" pitchFamily="65" charset="-120"/>
                <a:cs typeface="Times New Roman" panose="02020603050405020304" pitchFamily="18" charset="0"/>
              </a:rPr>
              <a:t>Tarax</a:t>
            </a:r>
            <a:endParaRPr kumimoji="1" lang="zh-CN" altLang="en-US" sz="1600" dirty="0">
              <a:latin typeface="Times New Roman" panose="02020603050405020304" pitchFamily="18" charset="0"/>
              <a:ea typeface="標楷體" pitchFamily="65" charset="-120"/>
              <a:cs typeface="Times New Roman" panose="02020603050405020304" pitchFamily="18" charset="0"/>
            </a:endParaRPr>
          </a:p>
        </p:txBody>
      </p:sp>
      <p:pic>
        <p:nvPicPr>
          <p:cNvPr id="8" name="图片 7">
            <a:extLst>
              <a:ext uri="{FF2B5EF4-FFF2-40B4-BE49-F238E27FC236}">
                <a16:creationId xmlns:a16="http://schemas.microsoft.com/office/drawing/2014/main" id="{896088FB-3D18-5D87-4132-FFD1304C6BD8}"/>
              </a:ext>
            </a:extLst>
          </p:cNvPr>
          <p:cNvPicPr>
            <a:picLocks noChangeAspect="1"/>
          </p:cNvPicPr>
          <p:nvPr/>
        </p:nvPicPr>
        <p:blipFill>
          <a:blip r:embed="rId3"/>
          <a:stretch>
            <a:fillRect/>
          </a:stretch>
        </p:blipFill>
        <p:spPr>
          <a:xfrm>
            <a:off x="1263610" y="3601585"/>
            <a:ext cx="7327561" cy="2153749"/>
          </a:xfrm>
          <a:prstGeom prst="rect">
            <a:avLst/>
          </a:prstGeom>
        </p:spPr>
      </p:pic>
      <p:pic>
        <p:nvPicPr>
          <p:cNvPr id="10" name="图片 9">
            <a:extLst>
              <a:ext uri="{FF2B5EF4-FFF2-40B4-BE49-F238E27FC236}">
                <a16:creationId xmlns:a16="http://schemas.microsoft.com/office/drawing/2014/main" id="{6D656CE8-201A-DD5A-C93B-61A5EEFABAA8}"/>
              </a:ext>
            </a:extLst>
          </p:cNvPr>
          <p:cNvPicPr>
            <a:picLocks noChangeAspect="1"/>
          </p:cNvPicPr>
          <p:nvPr/>
        </p:nvPicPr>
        <p:blipFill>
          <a:blip r:embed="rId4"/>
          <a:stretch>
            <a:fillRect/>
          </a:stretch>
        </p:blipFill>
        <p:spPr>
          <a:xfrm>
            <a:off x="6730979" y="1266571"/>
            <a:ext cx="4638319" cy="2074961"/>
          </a:xfrm>
          <a:prstGeom prst="rect">
            <a:avLst/>
          </a:prstGeom>
        </p:spPr>
      </p:pic>
    </p:spTree>
    <p:extLst>
      <p:ext uri="{BB962C8B-B14F-4D97-AF65-F5344CB8AC3E}">
        <p14:creationId xmlns:p14="http://schemas.microsoft.com/office/powerpoint/2010/main" val="2828921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80543-16E0-0CDF-21B7-9F7E6A97689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F739A93-7515-7DC3-76D7-E1162A34A47A}"/>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078E2E26-D0AE-0E35-4EF1-92FF9A561799}"/>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 (3 min)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Background &amp; Motivation (5 min)</a:t>
            </a:r>
          </a:p>
          <a:p>
            <a:r>
              <a:rPr lang="en-US" altLang="zh-CN" sz="2933" dirty="0">
                <a:solidFill>
                  <a:srgbClr val="FF0000"/>
                </a:solidFill>
                <a:latin typeface="Times New Roman" panose="02020603050405020304" pitchFamily="18" charset="0"/>
                <a:cs typeface="Times New Roman" panose="02020603050405020304" pitchFamily="18" charset="0"/>
              </a:rPr>
              <a:t>Proposed Methods (15 min)</a:t>
            </a:r>
          </a:p>
          <a:p>
            <a:pPr lvl="1"/>
            <a:r>
              <a:rPr lang="en-US" altLang="zh-CN" sz="2400" dirty="0">
                <a:latin typeface="Times New Roman" panose="02020603050405020304" pitchFamily="18" charset="0"/>
                <a:cs typeface="Times New Roman" panose="02020603050405020304" pitchFamily="18" charset="0"/>
              </a:rPr>
              <a:t>﻿Application-Specific</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OS (3 min)</a:t>
            </a:r>
          </a:p>
          <a:p>
            <a:pPr lvl="1"/>
            <a:r>
              <a:rPr lang="en-US" altLang="zh-CN" sz="2400" dirty="0">
                <a:solidFill>
                  <a:srgbClr val="FF0000"/>
                </a:solidFill>
                <a:latin typeface="Times New Roman" panose="02020603050405020304" pitchFamily="18" charset="0"/>
                <a:cs typeface="Times New Roman" panose="02020603050405020304" pitchFamily="18" charset="0"/>
              </a:rPr>
              <a:t>﻿One</a:t>
            </a:r>
            <a:r>
              <a:rPr lang="zh-CN" altLang="en-US" sz="2400" dirty="0">
                <a:solidFill>
                  <a:srgbClr val="FF0000"/>
                </a:solidFill>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Profile</a:t>
            </a:r>
            <a:r>
              <a:rPr lang="zh-CN" altLang="en-US" sz="2400" dirty="0">
                <a:solidFill>
                  <a:srgbClr val="FF0000"/>
                </a:solidFill>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Fits</a:t>
            </a:r>
            <a:r>
              <a:rPr lang="zh-CN" altLang="en-US" sz="2400" dirty="0">
                <a:solidFill>
                  <a:srgbClr val="FF0000"/>
                </a:solidFill>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All (3 min)</a:t>
            </a:r>
          </a:p>
          <a:p>
            <a:pPr lvl="1"/>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PlugSched</a:t>
            </a:r>
            <a:r>
              <a:rPr lang="en-US" altLang="zh-CN" sz="2400" dirty="0">
                <a:latin typeface="Times New Roman" panose="02020603050405020304" pitchFamily="18" charset="0"/>
                <a:cs typeface="Times New Roman" panose="02020603050405020304" pitchFamily="18" charset="0"/>
              </a:rPr>
              <a:t> (4 min)</a:t>
            </a:r>
          </a:p>
          <a:p>
            <a:pPr lvl="1"/>
            <a:r>
              <a:rPr lang="en-US" altLang="zh-CN" sz="2400" dirty="0">
                <a:latin typeface="Times New Roman" panose="02020603050405020304" pitchFamily="18" charset="0"/>
                <a:cs typeface="Times New Roman" panose="02020603050405020304" pitchFamily="18" charset="0"/>
              </a:rPr>
              <a:t>My</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Method</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min)</a:t>
            </a:r>
          </a:p>
          <a:p>
            <a:r>
              <a:rPr lang="en-US" altLang="zh-CN" sz="2933" dirty="0">
                <a:latin typeface="Times New Roman" panose="02020603050405020304" pitchFamily="18" charset="0"/>
                <a:cs typeface="Times New Roman" panose="02020603050405020304" pitchFamily="18" charset="0"/>
              </a:rPr>
              <a:t>Conclusions (2 min)</a:t>
            </a:r>
          </a:p>
          <a:p>
            <a:r>
              <a:rPr lang="en-US" altLang="zh-CN" sz="2933" dirty="0">
                <a:latin typeface="Times New Roman" panose="02020603050405020304" pitchFamily="18" charset="0"/>
                <a:cs typeface="Times New Roman" panose="02020603050405020304" pitchFamily="18" charset="0"/>
              </a:rPr>
              <a:t>Q &amp; A (5 min)</a:t>
            </a:r>
          </a:p>
        </p:txBody>
      </p:sp>
      <p:sp>
        <p:nvSpPr>
          <p:cNvPr id="5" name="灯片编号占位符 1">
            <a:extLst>
              <a:ext uri="{FF2B5EF4-FFF2-40B4-BE49-F238E27FC236}">
                <a16:creationId xmlns:a16="http://schemas.microsoft.com/office/drawing/2014/main" id="{0F13C7CB-E8B5-A513-8320-0DD65F490D4C}"/>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14</a:t>
            </a:fld>
            <a:endParaRPr lang="zh-TW" altLang="en-US"/>
          </a:p>
        </p:txBody>
      </p:sp>
    </p:spTree>
    <p:extLst>
      <p:ext uri="{BB962C8B-B14F-4D97-AF65-F5344CB8AC3E}">
        <p14:creationId xmlns:p14="http://schemas.microsoft.com/office/powerpoint/2010/main" val="2153225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A170A-29DD-7C71-BDF0-9DAC25F95486}"/>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9E04C8E9-6229-876F-7E7E-10D9CC4455A4}"/>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One</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Profile</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Fits</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All</a:t>
            </a:r>
            <a:r>
              <a:rPr lang="en-US" altLang="zh-CN" dirty="0"/>
              <a:t> (1/3)</a:t>
            </a:r>
            <a:endParaRPr lang="zh-CN" altLang="en-US" dirty="0"/>
          </a:p>
        </p:txBody>
      </p:sp>
      <p:sp>
        <p:nvSpPr>
          <p:cNvPr id="4" name="灯片编号占位符 3">
            <a:extLst>
              <a:ext uri="{FF2B5EF4-FFF2-40B4-BE49-F238E27FC236}">
                <a16:creationId xmlns:a16="http://schemas.microsoft.com/office/drawing/2014/main" id="{BF971D86-6BC2-CBC2-6560-EE0FA0E672B9}"/>
              </a:ext>
            </a:extLst>
          </p:cNvPr>
          <p:cNvSpPr>
            <a:spLocks noGrp="1"/>
          </p:cNvSpPr>
          <p:nvPr>
            <p:ph type="sldNum" sz="quarter" idx="10"/>
          </p:nvPr>
        </p:nvSpPr>
        <p:spPr/>
        <p:txBody>
          <a:bodyPr/>
          <a:lstStyle/>
          <a:p>
            <a:fld id="{D9B6BDF2-6896-4B98-8776-C18582F63BA5}" type="slidenum">
              <a:rPr lang="zh-TW" altLang="en-US" smtClean="0"/>
              <a:pPr/>
              <a:t>15</a:t>
            </a:fld>
            <a:endParaRPr lang="zh-TW" altLang="en-US" dirty="0"/>
          </a:p>
        </p:txBody>
      </p:sp>
      <p:sp>
        <p:nvSpPr>
          <p:cNvPr id="9" name="内容占位符 5">
            <a:extLst>
              <a:ext uri="{FF2B5EF4-FFF2-40B4-BE49-F238E27FC236}">
                <a16:creationId xmlns:a16="http://schemas.microsoft.com/office/drawing/2014/main" id="{B9BB2E97-B0DF-4FDE-BE1B-4EB8E5EFDC05}"/>
              </a:ext>
            </a:extLst>
          </p:cNvPr>
          <p:cNvSpPr txBox="1">
            <a:spLocks/>
          </p:cNvSpPr>
          <p:nvPr/>
        </p:nvSpPr>
        <p:spPr bwMode="auto">
          <a:xfrm>
            <a:off x="624995" y="1125537"/>
            <a:ext cx="6108700" cy="47672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Observations:</a:t>
            </a:r>
          </a:p>
          <a:p>
            <a:pPr lvl="1"/>
            <a:r>
              <a:rPr lang="en" altLang="zh-CN" sz="2000" b="1" kern="0" dirty="0">
                <a:latin typeface="Times New Roman" panose="02020603050405020304" pitchFamily="18" charset="0"/>
                <a:cs typeface="Times New Roman" panose="02020603050405020304" pitchFamily="18" charset="0"/>
              </a:rPr>
              <a:t>Performance Bottleneck from Large Footprints: </a:t>
            </a:r>
            <a:r>
              <a:rPr lang="en" altLang="zh-CN" sz="2000" dirty="0"/>
              <a:t> </a:t>
            </a:r>
            <a:r>
              <a:rPr lang="en" altLang="zh-CN" sz="2000" kern="0" dirty="0">
                <a:latin typeface="Times New Roman" panose="02020603050405020304" pitchFamily="18" charset="0"/>
                <a:cs typeface="Times New Roman" panose="02020603050405020304" pitchFamily="18" charset="0"/>
              </a:rPr>
              <a:t>Instruction footprints, which far exceed the size of on-chip I-cache/I-TLB, leading to frequent misses.</a:t>
            </a:r>
            <a:endParaRPr lang="en-US" altLang="zh-CN" sz="2000" kern="0" dirty="0">
              <a:latin typeface="Times New Roman" panose="02020603050405020304" pitchFamily="18" charset="0"/>
              <a:cs typeface="Times New Roman" panose="02020603050405020304" pitchFamily="18" charset="0"/>
            </a:endParaRPr>
          </a:p>
          <a:p>
            <a:pPr lvl="1"/>
            <a:r>
              <a:rPr lang="en" altLang="zh-CN" sz="2000" b="1" kern="0" dirty="0">
                <a:latin typeface="Times New Roman" panose="02020603050405020304" pitchFamily="18" charset="0"/>
                <a:cs typeface="Times New Roman" panose="02020603050405020304" pitchFamily="18" charset="0"/>
              </a:rPr>
              <a:t>High</a:t>
            </a:r>
            <a:r>
              <a:rPr lang="zh-CN" altLang="en-US" sz="2000" b="1"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Misses</a:t>
            </a:r>
            <a:r>
              <a:rPr lang="zh-CN" altLang="en-US" sz="2000" b="1"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in</a:t>
            </a:r>
            <a:r>
              <a:rPr lang="zh-CN" altLang="en-US" sz="2000" b="1"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Kernel</a:t>
            </a:r>
            <a:r>
              <a:rPr lang="zh-CN" altLang="en-US" sz="2000" b="1"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Space</a:t>
            </a:r>
            <a:r>
              <a:rPr lang="en" altLang="zh-CN" sz="2000" b="1" kern="0" dirty="0">
                <a:latin typeface="Times New Roman" panose="02020603050405020304" pitchFamily="18" charset="0"/>
                <a:cs typeface="Times New Roman" panose="02020603050405020304" pitchFamily="18" charset="0"/>
              </a:rPr>
              <a:t>:</a:t>
            </a:r>
            <a:r>
              <a:rPr lang="en" altLang="zh-CN" sz="2000" dirty="0"/>
              <a:t> </a:t>
            </a:r>
            <a:r>
              <a:rPr lang="en" altLang="zh-CN" sz="2000" kern="0" dirty="0">
                <a:latin typeface="Times New Roman" panose="02020603050405020304" pitchFamily="18" charset="0"/>
                <a:cs typeface="Times New Roman" panose="02020603050405020304" pitchFamily="18" charset="0"/>
              </a:rPr>
              <a:t>8 typical data center applications spend </a:t>
            </a:r>
            <a:r>
              <a:rPr lang="en" altLang="zh-CN" sz="2000" kern="0" dirty="0">
                <a:solidFill>
                  <a:srgbClr val="FF0000"/>
                </a:solidFill>
                <a:latin typeface="Times New Roman" panose="02020603050405020304" pitchFamily="18" charset="0"/>
                <a:cs typeface="Times New Roman" panose="02020603050405020304" pitchFamily="18" charset="0"/>
              </a:rPr>
              <a:t>43-74%</a:t>
            </a:r>
            <a:r>
              <a:rPr lang="en" altLang="zh-CN" sz="2000" kern="0" dirty="0">
                <a:latin typeface="Times New Roman" panose="02020603050405020304" pitchFamily="18" charset="0"/>
                <a:cs typeface="Times New Roman" panose="02020603050405020304" pitchFamily="18" charset="0"/>
              </a:rPr>
              <a:t> of CPU cycles on </a:t>
            </a:r>
            <a:r>
              <a:rPr lang="en" altLang="zh-CN" sz="2000" kern="0" dirty="0">
                <a:solidFill>
                  <a:srgbClr val="FF0000"/>
                </a:solidFill>
                <a:latin typeface="Times New Roman" panose="02020603050405020304" pitchFamily="18" charset="0"/>
                <a:cs typeface="Times New Roman" panose="02020603050405020304" pitchFamily="18" charset="0"/>
              </a:rPr>
              <a:t>kernel instructions</a:t>
            </a:r>
            <a:r>
              <a:rPr lang="en" altLang="zh-CN" sz="2000" kern="0" dirty="0">
                <a:latin typeface="Times New Roman" panose="02020603050405020304" pitchFamily="18" charset="0"/>
                <a:cs typeface="Times New Roman" panose="02020603050405020304" pitchFamily="18" charset="0"/>
              </a:rPr>
              <a:t>; </a:t>
            </a:r>
            <a:r>
              <a:rPr lang="en" altLang="zh-CN" sz="2000" kern="0" dirty="0">
                <a:solidFill>
                  <a:srgbClr val="FF0000"/>
                </a:solidFill>
                <a:latin typeface="Times New Roman" panose="02020603050405020304" pitchFamily="18" charset="0"/>
                <a:cs typeface="Times New Roman" panose="02020603050405020304" pitchFamily="18" charset="0"/>
              </a:rPr>
              <a:t>61% </a:t>
            </a:r>
            <a:r>
              <a:rPr lang="en" altLang="zh-CN" sz="2000" kern="0" dirty="0">
                <a:latin typeface="Times New Roman" panose="02020603050405020304" pitchFamily="18" charset="0"/>
                <a:cs typeface="Times New Roman" panose="02020603050405020304" pitchFamily="18" charset="0"/>
              </a:rPr>
              <a:t>of I-cache misses and </a:t>
            </a:r>
            <a:r>
              <a:rPr lang="en" altLang="zh-CN" sz="2000" kern="0" dirty="0">
                <a:solidFill>
                  <a:srgbClr val="FF0000"/>
                </a:solidFill>
                <a:latin typeface="Times New Roman" panose="02020603050405020304" pitchFamily="18" charset="0"/>
                <a:cs typeface="Times New Roman" panose="02020603050405020304" pitchFamily="18" charset="0"/>
              </a:rPr>
              <a:t>46% </a:t>
            </a:r>
            <a:r>
              <a:rPr lang="en" altLang="zh-CN" sz="2000" kern="0" dirty="0">
                <a:latin typeface="Times New Roman" panose="02020603050405020304" pitchFamily="18" charset="0"/>
                <a:cs typeface="Times New Roman" panose="02020603050405020304" pitchFamily="18" charset="0"/>
              </a:rPr>
              <a:t>of I-TLB misses on average originate from the Linux kernel.</a:t>
            </a:r>
          </a:p>
          <a:p>
            <a:pPr lvl="1"/>
            <a:r>
              <a:rPr lang="en" altLang="zh-CN" sz="2000" b="1" kern="0" dirty="0">
                <a:latin typeface="Times New Roman" panose="02020603050405020304" pitchFamily="18" charset="0"/>
                <a:cs typeface="Times New Roman" panose="02020603050405020304" pitchFamily="18" charset="0"/>
              </a:rPr>
              <a:t>High Kernel Usage Similarity</a:t>
            </a:r>
            <a:endParaRPr lang="en-US" altLang="zh-CN" sz="2000" b="1" kern="0"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12571C81-2518-EF67-85D9-5C74DE98F799}"/>
              </a:ext>
            </a:extLst>
          </p:cNvPr>
          <p:cNvSpPr txBox="1"/>
          <p:nvPr/>
        </p:nvSpPr>
        <p:spPr>
          <a:xfrm>
            <a:off x="6760634" y="4690068"/>
            <a:ext cx="5192183" cy="1477328"/>
          </a:xfrm>
          <a:prstGeom prst="rect">
            <a:avLst/>
          </a:prstGeom>
          <a:noFill/>
        </p:spPr>
        <p:txBody>
          <a:bodyPr wrap="square">
            <a:spAutoFit/>
          </a:bodyPr>
          <a:lstStyle/>
          <a:p>
            <a:r>
              <a:rPr kumimoji="1" lang="en-US" altLang="zh-CN" sz="1800" dirty="0">
                <a:latin typeface="Times New Roman" panose="02020603050405020304" pitchFamily="18" charset="0"/>
                <a:ea typeface="標楷體" pitchFamily="65" charset="-120"/>
                <a:cs typeface="Times New Roman" panose="02020603050405020304" pitchFamily="18" charset="0"/>
              </a:rPr>
              <a:t>Figure 8: </a:t>
            </a:r>
            <a:r>
              <a:rPr kumimoji="1" lang="en-US" altLang="zh-CN" dirty="0">
                <a:latin typeface="Times New Roman" panose="02020603050405020304" pitchFamily="18" charset="0"/>
                <a:ea typeface="標楷體" pitchFamily="65" charset="-120"/>
                <a:cs typeface="Times New Roman" panose="02020603050405020304" pitchFamily="18" charset="0"/>
              </a:rPr>
              <a:t>﻿Confusion matrix using cosine similarities for different data center applications based on the Linux kernel’s function execution frequencies,</a:t>
            </a:r>
            <a:r>
              <a:rPr kumimoji="1" lang="zh-CN" altLang="en-US" dirty="0">
                <a:latin typeface="Times New Roman" panose="02020603050405020304" pitchFamily="18" charset="0"/>
                <a:ea typeface="標楷體" pitchFamily="65" charset="-120"/>
                <a:cs typeface="Times New Roman" panose="02020603050405020304" pitchFamily="18" charset="0"/>
              </a:rPr>
              <a:t> </a:t>
            </a:r>
            <a:r>
              <a:rPr kumimoji="1" lang="en-US" altLang="zh-CN" dirty="0">
                <a:latin typeface="Times New Roman" panose="02020603050405020304" pitchFamily="18" charset="0"/>
                <a:ea typeface="標楷體" pitchFamily="65" charset="-120"/>
                <a:cs typeface="Times New Roman" panose="02020603050405020304" pitchFamily="18" charset="0"/>
              </a:rPr>
              <a:t>all other applications exhibit close similarity in their kernel</a:t>
            </a:r>
            <a:r>
              <a:rPr kumimoji="1" lang="zh-CN" altLang="en-US" dirty="0">
                <a:latin typeface="Times New Roman" panose="02020603050405020304" pitchFamily="18" charset="0"/>
                <a:ea typeface="標楷體" pitchFamily="65" charset="-120"/>
                <a:cs typeface="Times New Roman" panose="02020603050405020304" pitchFamily="18" charset="0"/>
              </a:rPr>
              <a:t> </a:t>
            </a:r>
            <a:r>
              <a:rPr kumimoji="1" lang="en-US" altLang="zh-CN" dirty="0">
                <a:latin typeface="Times New Roman" panose="02020603050405020304" pitchFamily="18" charset="0"/>
                <a:ea typeface="標楷體" pitchFamily="65" charset="-120"/>
                <a:cs typeface="Times New Roman" panose="02020603050405020304" pitchFamily="18" charset="0"/>
              </a:rPr>
              <a:t>function usage.</a:t>
            </a:r>
            <a:endParaRPr kumimoji="1" lang="zh-CN" altLang="en-US" dirty="0">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3B50B7CE-7FD1-410B-14D8-D2ECED9F2323}"/>
              </a:ext>
            </a:extLst>
          </p:cNvPr>
          <p:cNvSpPr txBox="1"/>
          <p:nvPr/>
        </p:nvSpPr>
        <p:spPr>
          <a:xfrm>
            <a:off x="3365500" y="6232240"/>
            <a:ext cx="8394699" cy="584775"/>
          </a:xfrm>
          <a:prstGeom prst="rect">
            <a:avLst/>
          </a:prstGeom>
          <a:noFill/>
        </p:spPr>
        <p:txBody>
          <a:bodyPr wrap="square" rtlCol="0" anchor="ctr" anchorCtr="1">
            <a:spAutoFit/>
          </a:bodyPr>
          <a:lstStyle/>
          <a:p>
            <a:r>
              <a:rPr lang="en" altLang="zh-CN" sz="1600" dirty="0">
                <a:solidFill>
                  <a:schemeClr val="bg1"/>
                </a:solidFill>
                <a:latin typeface="Times New Roman" panose="02020603050405020304" pitchFamily="18" charset="0"/>
                <a:cs typeface="Times New Roman" panose="02020603050405020304" pitchFamily="18" charset="0"/>
              </a:rPr>
              <a:t>Ugur, Muhammed, et al. "One profile fits all: Profile-guided </a:t>
            </a:r>
            <a:r>
              <a:rPr lang="en" altLang="zh-CN" sz="1600" dirty="0" err="1">
                <a:solidFill>
                  <a:schemeClr val="bg1"/>
                </a:solidFill>
                <a:latin typeface="Times New Roman" panose="02020603050405020304" pitchFamily="18" charset="0"/>
                <a:cs typeface="Times New Roman" panose="02020603050405020304" pitchFamily="18" charset="0"/>
              </a:rPr>
              <a:t>linux</a:t>
            </a:r>
            <a:r>
              <a:rPr lang="en" altLang="zh-CN" sz="1600" dirty="0">
                <a:solidFill>
                  <a:schemeClr val="bg1"/>
                </a:solidFill>
                <a:latin typeface="Times New Roman" panose="02020603050405020304" pitchFamily="18" charset="0"/>
                <a:cs typeface="Times New Roman" panose="02020603050405020304" pitchFamily="18" charset="0"/>
              </a:rPr>
              <a:t> kernel optimizations for data center applications." </a:t>
            </a:r>
            <a:r>
              <a:rPr lang="en" altLang="zh-CN" sz="1600" i="1" dirty="0">
                <a:solidFill>
                  <a:schemeClr val="bg1"/>
                </a:solidFill>
                <a:latin typeface="Times New Roman" panose="02020603050405020304" pitchFamily="18" charset="0"/>
                <a:cs typeface="Times New Roman" panose="02020603050405020304" pitchFamily="18" charset="0"/>
              </a:rPr>
              <a:t>ACM SIGOPS Operating Systems Review</a:t>
            </a:r>
            <a:r>
              <a:rPr lang="en" altLang="zh-CN" sz="1600" dirty="0">
                <a:solidFill>
                  <a:schemeClr val="bg1"/>
                </a:solidFill>
                <a:latin typeface="Times New Roman" panose="02020603050405020304" pitchFamily="18" charset="0"/>
                <a:cs typeface="Times New Roman" panose="02020603050405020304" pitchFamily="18" charset="0"/>
              </a:rPr>
              <a:t> 56.1 (2022): 26-33.</a:t>
            </a:r>
            <a:endParaRPr kumimoji="1" lang="zh-CN" altLang="en-US" sz="1600" dirty="0">
              <a:solidFill>
                <a:schemeClr val="bg1"/>
              </a:solidFill>
              <a:latin typeface="Times New Roman" panose="02020603050405020304" pitchFamily="18" charset="0"/>
              <a:ea typeface="標楷體" pitchFamily="65" charset="-120"/>
              <a:cs typeface="Times New Roman" panose="02020603050405020304" pitchFamily="18" charset="0"/>
            </a:endParaRPr>
          </a:p>
        </p:txBody>
      </p:sp>
      <p:pic>
        <p:nvPicPr>
          <p:cNvPr id="19" name="图片 18">
            <a:extLst>
              <a:ext uri="{FF2B5EF4-FFF2-40B4-BE49-F238E27FC236}">
                <a16:creationId xmlns:a16="http://schemas.microsoft.com/office/drawing/2014/main" id="{3DCF7293-468D-2E46-2176-623103774F9F}"/>
              </a:ext>
            </a:extLst>
          </p:cNvPr>
          <p:cNvPicPr>
            <a:picLocks noChangeAspect="1"/>
          </p:cNvPicPr>
          <p:nvPr/>
        </p:nvPicPr>
        <p:blipFill>
          <a:blip r:embed="rId3"/>
          <a:stretch>
            <a:fillRect/>
          </a:stretch>
        </p:blipFill>
        <p:spPr>
          <a:xfrm>
            <a:off x="6845812" y="1373733"/>
            <a:ext cx="4524410" cy="3314853"/>
          </a:xfrm>
          <a:prstGeom prst="rect">
            <a:avLst/>
          </a:prstGeom>
        </p:spPr>
      </p:pic>
    </p:spTree>
    <p:extLst>
      <p:ext uri="{BB962C8B-B14F-4D97-AF65-F5344CB8AC3E}">
        <p14:creationId xmlns:p14="http://schemas.microsoft.com/office/powerpoint/2010/main" val="805471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A1D05-B540-EA0C-42A9-3CFFA1BB07B0}"/>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142EAD0D-8FB6-9182-3283-695FAA3D3C57}"/>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One</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Profile</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Fits</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All</a:t>
            </a:r>
            <a:r>
              <a:rPr lang="en-US" altLang="zh-CN" dirty="0"/>
              <a:t> (2/3)</a:t>
            </a:r>
            <a:endParaRPr lang="zh-CN" altLang="en-US" dirty="0"/>
          </a:p>
        </p:txBody>
      </p:sp>
      <p:sp>
        <p:nvSpPr>
          <p:cNvPr id="4" name="灯片编号占位符 3">
            <a:extLst>
              <a:ext uri="{FF2B5EF4-FFF2-40B4-BE49-F238E27FC236}">
                <a16:creationId xmlns:a16="http://schemas.microsoft.com/office/drawing/2014/main" id="{D6F10A3F-5768-DF28-E3A1-000BF8D1FD61}"/>
              </a:ext>
            </a:extLst>
          </p:cNvPr>
          <p:cNvSpPr>
            <a:spLocks noGrp="1"/>
          </p:cNvSpPr>
          <p:nvPr>
            <p:ph type="sldNum" sz="quarter" idx="10"/>
          </p:nvPr>
        </p:nvSpPr>
        <p:spPr/>
        <p:txBody>
          <a:bodyPr/>
          <a:lstStyle/>
          <a:p>
            <a:fld id="{D9B6BDF2-6896-4B98-8776-C18582F63BA5}" type="slidenum">
              <a:rPr lang="zh-TW" altLang="en-US" smtClean="0"/>
              <a:pPr/>
              <a:t>16</a:t>
            </a:fld>
            <a:endParaRPr lang="zh-TW" altLang="en-US" dirty="0"/>
          </a:p>
        </p:txBody>
      </p:sp>
      <p:sp>
        <p:nvSpPr>
          <p:cNvPr id="9" name="内容占位符 5">
            <a:extLst>
              <a:ext uri="{FF2B5EF4-FFF2-40B4-BE49-F238E27FC236}">
                <a16:creationId xmlns:a16="http://schemas.microsoft.com/office/drawing/2014/main" id="{76CE9C90-47BB-9A24-742A-A8CD5DE00F46}"/>
              </a:ext>
            </a:extLst>
          </p:cNvPr>
          <p:cNvSpPr txBox="1">
            <a:spLocks/>
          </p:cNvSpPr>
          <p:nvPr/>
        </p:nvSpPr>
        <p:spPr bwMode="auto">
          <a:xfrm>
            <a:off x="624995" y="1125537"/>
            <a:ext cx="6108700" cy="47672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Observations:</a:t>
            </a:r>
          </a:p>
          <a:p>
            <a:pPr lvl="1"/>
            <a:r>
              <a:rPr lang="en" altLang="zh-CN" sz="2000" b="1" kern="0" dirty="0">
                <a:latin typeface="Times New Roman" panose="02020603050405020304" pitchFamily="18" charset="0"/>
                <a:cs typeface="Times New Roman" panose="02020603050405020304" pitchFamily="18" charset="0"/>
              </a:rPr>
              <a:t>Performance Bottleneck from Large Footprints: </a:t>
            </a:r>
            <a:r>
              <a:rPr lang="en" altLang="zh-CN" sz="2000" dirty="0"/>
              <a:t> </a:t>
            </a:r>
            <a:r>
              <a:rPr lang="en" altLang="zh-CN" sz="2000" kern="0" dirty="0">
                <a:latin typeface="Times New Roman" panose="02020603050405020304" pitchFamily="18" charset="0"/>
                <a:cs typeface="Times New Roman" panose="02020603050405020304" pitchFamily="18" charset="0"/>
              </a:rPr>
              <a:t>instruction footprints, which far exceed the size of on-chip I-cache/I-TLB, leading to frequent misses.</a:t>
            </a:r>
            <a:endParaRPr lang="en-US" altLang="zh-CN" sz="2000" kern="0" dirty="0">
              <a:latin typeface="Times New Roman" panose="02020603050405020304" pitchFamily="18" charset="0"/>
              <a:cs typeface="Times New Roman" panose="02020603050405020304" pitchFamily="18" charset="0"/>
            </a:endParaRPr>
          </a:p>
          <a:p>
            <a:pPr lvl="1"/>
            <a:r>
              <a:rPr lang="en" altLang="zh-CN" sz="2000" b="1" kern="0" dirty="0">
                <a:latin typeface="Times New Roman" panose="02020603050405020304" pitchFamily="18" charset="0"/>
                <a:cs typeface="Times New Roman" panose="02020603050405020304" pitchFamily="18" charset="0"/>
              </a:rPr>
              <a:t>High</a:t>
            </a:r>
            <a:r>
              <a:rPr lang="zh-CN" altLang="en-US" sz="2000" b="1"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Misses</a:t>
            </a:r>
            <a:r>
              <a:rPr lang="zh-CN" altLang="en-US" sz="2000" b="1"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in</a:t>
            </a:r>
            <a:r>
              <a:rPr lang="zh-CN" altLang="en-US" sz="2000" b="1"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Kernel</a:t>
            </a:r>
            <a:r>
              <a:rPr lang="zh-CN" altLang="en-US" sz="2000" b="1"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Space</a:t>
            </a:r>
            <a:r>
              <a:rPr lang="en" altLang="zh-CN" sz="2000" b="1" kern="0" dirty="0">
                <a:latin typeface="Times New Roman" panose="02020603050405020304" pitchFamily="18" charset="0"/>
                <a:cs typeface="Times New Roman" panose="02020603050405020304" pitchFamily="18" charset="0"/>
              </a:rPr>
              <a:t>:</a:t>
            </a:r>
            <a:r>
              <a:rPr lang="en" altLang="zh-CN" sz="2000" dirty="0"/>
              <a:t> </a:t>
            </a:r>
            <a:r>
              <a:rPr lang="en" altLang="zh-CN" sz="2000" kern="0" dirty="0">
                <a:latin typeface="Times New Roman" panose="02020603050405020304" pitchFamily="18" charset="0"/>
                <a:cs typeface="Times New Roman" panose="02020603050405020304" pitchFamily="18" charset="0"/>
              </a:rPr>
              <a:t>8 typical data center applications spend </a:t>
            </a:r>
            <a:r>
              <a:rPr lang="en" altLang="zh-CN" sz="2000" kern="0" dirty="0">
                <a:solidFill>
                  <a:srgbClr val="FF0000"/>
                </a:solidFill>
                <a:latin typeface="Times New Roman" panose="02020603050405020304" pitchFamily="18" charset="0"/>
                <a:cs typeface="Times New Roman" panose="02020603050405020304" pitchFamily="18" charset="0"/>
              </a:rPr>
              <a:t>43-74% </a:t>
            </a:r>
            <a:r>
              <a:rPr lang="en" altLang="zh-CN" sz="2000" kern="0" dirty="0">
                <a:latin typeface="Times New Roman" panose="02020603050405020304" pitchFamily="18" charset="0"/>
                <a:cs typeface="Times New Roman" panose="02020603050405020304" pitchFamily="18" charset="0"/>
              </a:rPr>
              <a:t>of CPU cycles on </a:t>
            </a:r>
            <a:r>
              <a:rPr lang="en" altLang="zh-CN" sz="2000" kern="0" dirty="0">
                <a:solidFill>
                  <a:srgbClr val="FF0000"/>
                </a:solidFill>
                <a:latin typeface="Times New Roman" panose="02020603050405020304" pitchFamily="18" charset="0"/>
                <a:cs typeface="Times New Roman" panose="02020603050405020304" pitchFamily="18" charset="0"/>
              </a:rPr>
              <a:t>kernel instructions</a:t>
            </a:r>
            <a:r>
              <a:rPr lang="en" altLang="zh-CN" sz="2000" kern="0" dirty="0">
                <a:latin typeface="Times New Roman" panose="02020603050405020304" pitchFamily="18" charset="0"/>
                <a:cs typeface="Times New Roman" panose="02020603050405020304" pitchFamily="18" charset="0"/>
              </a:rPr>
              <a:t>; </a:t>
            </a:r>
            <a:r>
              <a:rPr lang="en" altLang="zh-CN" sz="2000" kern="0" dirty="0">
                <a:solidFill>
                  <a:srgbClr val="FF0000"/>
                </a:solidFill>
                <a:latin typeface="Times New Roman" panose="02020603050405020304" pitchFamily="18" charset="0"/>
                <a:cs typeface="Times New Roman" panose="02020603050405020304" pitchFamily="18" charset="0"/>
              </a:rPr>
              <a:t>61%</a:t>
            </a:r>
            <a:r>
              <a:rPr lang="en" altLang="zh-CN" sz="2000" kern="0" dirty="0">
                <a:latin typeface="Times New Roman" panose="02020603050405020304" pitchFamily="18" charset="0"/>
                <a:cs typeface="Times New Roman" panose="02020603050405020304" pitchFamily="18" charset="0"/>
              </a:rPr>
              <a:t> of I-cache misses and </a:t>
            </a:r>
            <a:r>
              <a:rPr lang="en" altLang="zh-CN" sz="2000" kern="0" dirty="0">
                <a:solidFill>
                  <a:srgbClr val="FF0000"/>
                </a:solidFill>
                <a:latin typeface="Times New Roman" panose="02020603050405020304" pitchFamily="18" charset="0"/>
                <a:cs typeface="Times New Roman" panose="02020603050405020304" pitchFamily="18" charset="0"/>
              </a:rPr>
              <a:t>46%</a:t>
            </a:r>
            <a:r>
              <a:rPr lang="en" altLang="zh-CN" sz="2000" kern="0" dirty="0">
                <a:latin typeface="Times New Roman" panose="02020603050405020304" pitchFamily="18" charset="0"/>
                <a:cs typeface="Times New Roman" panose="02020603050405020304" pitchFamily="18" charset="0"/>
              </a:rPr>
              <a:t> of I-TLB misses on average originate from the Linux kernel.</a:t>
            </a:r>
          </a:p>
          <a:p>
            <a:pPr lvl="1"/>
            <a:r>
              <a:rPr lang="en" altLang="zh-CN" sz="2000" b="1" kern="0" dirty="0">
                <a:latin typeface="Times New Roman" panose="02020603050405020304" pitchFamily="18" charset="0"/>
                <a:cs typeface="Times New Roman" panose="02020603050405020304" pitchFamily="18" charset="0"/>
              </a:rPr>
              <a:t>High Kernel Usage Similarity</a:t>
            </a:r>
            <a:endParaRPr lang="en-US" altLang="zh-CN" sz="2000" b="1" kern="0"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BA5920D3-87EE-A24B-8F0B-A410558B7DD3}"/>
              </a:ext>
            </a:extLst>
          </p:cNvPr>
          <p:cNvSpPr txBox="1"/>
          <p:nvPr/>
        </p:nvSpPr>
        <p:spPr>
          <a:xfrm>
            <a:off x="6898217" y="4706536"/>
            <a:ext cx="4806370" cy="923330"/>
          </a:xfrm>
          <a:prstGeom prst="rect">
            <a:avLst/>
          </a:prstGeom>
          <a:noFill/>
        </p:spPr>
        <p:txBody>
          <a:bodyPr wrap="square">
            <a:spAutoFit/>
          </a:bodyPr>
          <a:lstStyle/>
          <a:p>
            <a:r>
              <a:rPr kumimoji="1" lang="en-US" altLang="zh-CN" sz="1800" dirty="0">
                <a:latin typeface="Times New Roman" panose="02020603050405020304" pitchFamily="18" charset="0"/>
                <a:ea typeface="標楷體" pitchFamily="65" charset="-120"/>
                <a:cs typeface="Times New Roman" panose="02020603050405020304" pitchFamily="18" charset="0"/>
              </a:rPr>
              <a:t>Figure 9: </a:t>
            </a:r>
            <a:r>
              <a:rPr kumimoji="1" lang="en-US" altLang="zh-CN" dirty="0">
                <a:latin typeface="Times New Roman" panose="02020603050405020304" pitchFamily="18" charset="0"/>
                <a:ea typeface="標楷體" pitchFamily="65" charset="-120"/>
                <a:cs typeface="Times New Roman" panose="02020603050405020304" pitchFamily="18" charset="0"/>
              </a:rPr>
              <a:t>﻿﻿Confusion matrix using cosine similarities in</a:t>
            </a:r>
            <a:r>
              <a:rPr kumimoji="1" lang="zh-CN" altLang="en-US" dirty="0">
                <a:latin typeface="Times New Roman" panose="02020603050405020304" pitchFamily="18" charset="0"/>
                <a:ea typeface="標楷體" pitchFamily="65" charset="-120"/>
                <a:cs typeface="Times New Roman" panose="02020603050405020304" pitchFamily="18" charset="0"/>
              </a:rPr>
              <a:t> </a:t>
            </a:r>
            <a:r>
              <a:rPr kumimoji="1" lang="en-US" altLang="zh-CN" dirty="0">
                <a:latin typeface="Times New Roman" panose="02020603050405020304" pitchFamily="18" charset="0"/>
                <a:ea typeface="標楷體" pitchFamily="65" charset="-120"/>
                <a:cs typeface="Times New Roman" panose="02020603050405020304" pitchFamily="18" charset="0"/>
              </a:rPr>
              <a:t> branch instructions for different data center applications.</a:t>
            </a:r>
            <a:endParaRPr kumimoji="1" lang="zh-CN" altLang="en-US"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EBA4DFAC-5AB7-E2F1-2CBE-0EF004E676C1}"/>
              </a:ext>
            </a:extLst>
          </p:cNvPr>
          <p:cNvPicPr>
            <a:picLocks noChangeAspect="1"/>
          </p:cNvPicPr>
          <p:nvPr/>
        </p:nvPicPr>
        <p:blipFill>
          <a:blip r:embed="rId3"/>
          <a:stretch>
            <a:fillRect/>
          </a:stretch>
        </p:blipFill>
        <p:spPr>
          <a:xfrm>
            <a:off x="6733696" y="1349534"/>
            <a:ext cx="4614832" cy="3364982"/>
          </a:xfrm>
          <a:prstGeom prst="rect">
            <a:avLst/>
          </a:prstGeom>
        </p:spPr>
      </p:pic>
    </p:spTree>
    <p:extLst>
      <p:ext uri="{BB962C8B-B14F-4D97-AF65-F5344CB8AC3E}">
        <p14:creationId xmlns:p14="http://schemas.microsoft.com/office/powerpoint/2010/main" val="141992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53CB1-5B7C-A5C2-38F4-DAAF562EF42A}"/>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C3875F14-07AB-6F29-F1F6-712FD358435E}"/>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One</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Profile</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Fits</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All</a:t>
            </a:r>
            <a:r>
              <a:rPr lang="en-US" altLang="zh-CN" dirty="0"/>
              <a:t> (3/3)</a:t>
            </a:r>
            <a:endParaRPr lang="zh-CN" altLang="en-US" dirty="0"/>
          </a:p>
        </p:txBody>
      </p:sp>
      <p:sp>
        <p:nvSpPr>
          <p:cNvPr id="4" name="灯片编号占位符 3">
            <a:extLst>
              <a:ext uri="{FF2B5EF4-FFF2-40B4-BE49-F238E27FC236}">
                <a16:creationId xmlns:a16="http://schemas.microsoft.com/office/drawing/2014/main" id="{BCA9F160-9CF9-A65F-E820-AC7EECB82F0D}"/>
              </a:ext>
            </a:extLst>
          </p:cNvPr>
          <p:cNvSpPr>
            <a:spLocks noGrp="1"/>
          </p:cNvSpPr>
          <p:nvPr>
            <p:ph type="sldNum" sz="quarter" idx="10"/>
          </p:nvPr>
        </p:nvSpPr>
        <p:spPr/>
        <p:txBody>
          <a:bodyPr/>
          <a:lstStyle/>
          <a:p>
            <a:fld id="{D9B6BDF2-6896-4B98-8776-C18582F63BA5}" type="slidenum">
              <a:rPr lang="zh-TW" altLang="en-US" smtClean="0"/>
              <a:pPr/>
              <a:t>17</a:t>
            </a:fld>
            <a:endParaRPr lang="zh-TW" altLang="en-US" dirty="0"/>
          </a:p>
        </p:txBody>
      </p:sp>
      <p:sp>
        <p:nvSpPr>
          <p:cNvPr id="9" name="内容占位符 5">
            <a:extLst>
              <a:ext uri="{FF2B5EF4-FFF2-40B4-BE49-F238E27FC236}">
                <a16:creationId xmlns:a16="http://schemas.microsoft.com/office/drawing/2014/main" id="{FDEBF861-9270-7487-D798-A63C78A35B76}"/>
              </a:ext>
            </a:extLst>
          </p:cNvPr>
          <p:cNvSpPr txBox="1">
            <a:spLocks/>
          </p:cNvSpPr>
          <p:nvPr/>
        </p:nvSpPr>
        <p:spPr bwMode="auto">
          <a:xfrm>
            <a:off x="624995" y="1125536"/>
            <a:ext cx="5877405" cy="49323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Motivations:</a:t>
            </a:r>
          </a:p>
          <a:p>
            <a:pPr lvl="1"/>
            <a:r>
              <a:rPr lang="en" altLang="zh-CN" sz="2000" b="1" kern="0" dirty="0">
                <a:latin typeface="Times New Roman" panose="02020603050405020304" pitchFamily="18" charset="0"/>
                <a:cs typeface="Times New Roman" panose="02020603050405020304" pitchFamily="18" charset="0"/>
              </a:rPr>
              <a:t>Limitations of Prior PGO Kernel</a:t>
            </a:r>
            <a:r>
              <a:rPr lang="en-US" altLang="zh-CN" sz="2000" kern="0" dirty="0">
                <a:latin typeface="Times New Roman" panose="02020603050405020304" pitchFamily="18" charset="0"/>
                <a:cs typeface="Times New Roman" panose="02020603050405020304" pitchFamily="18" charset="0"/>
              </a:rPr>
              <a:t>: </a:t>
            </a:r>
            <a:r>
              <a:rPr lang="en" altLang="zh-CN" sz="2000" kern="0" dirty="0">
                <a:latin typeface="Times New Roman" panose="02020603050405020304" pitchFamily="18" charset="0"/>
                <a:cs typeface="Times New Roman" panose="02020603050405020304" pitchFamily="18" charset="0"/>
              </a:rPr>
              <a:t>only focuses on application-specific customization</a:t>
            </a:r>
            <a:r>
              <a:rPr lang="zh-CN" altLang="en-US" sz="2000" kern="0" dirty="0">
                <a:latin typeface="Times New Roman" panose="02020603050405020304" pitchFamily="18" charset="0"/>
                <a:cs typeface="Times New Roman" panose="02020603050405020304" pitchFamily="18" charset="0"/>
              </a:rPr>
              <a:t> </a:t>
            </a:r>
            <a:r>
              <a:rPr lang="en-US" altLang="zh-CN" sz="2000" kern="0" dirty="0">
                <a:latin typeface="Times New Roman" panose="02020603050405020304" pitchFamily="18" charset="0"/>
                <a:cs typeface="Times New Roman" panose="02020603050405020304" pitchFamily="18" charset="0"/>
              </a:rPr>
              <a:t>and ignore generalization.</a:t>
            </a:r>
          </a:p>
          <a:p>
            <a:pPr lvl="1"/>
            <a:r>
              <a:rPr lang="en" altLang="zh-CN" sz="2000" b="1" kern="0" dirty="0">
                <a:latin typeface="Times New Roman" panose="02020603050405020304" pitchFamily="18" charset="0"/>
                <a:cs typeface="Times New Roman" panose="02020603050405020304" pitchFamily="18" charset="0"/>
              </a:rPr>
              <a:t>Feasibility of Universal Profile</a:t>
            </a:r>
            <a:r>
              <a:rPr lang="en-US" altLang="zh-CN" sz="2000" b="1" kern="0" dirty="0">
                <a:latin typeface="Times New Roman" panose="02020603050405020304" pitchFamily="18" charset="0"/>
                <a:cs typeface="Times New Roman" panose="02020603050405020304" pitchFamily="18" charset="0"/>
              </a:rPr>
              <a:t>: </a:t>
            </a:r>
            <a:r>
              <a:rPr lang="en" altLang="zh-CN" sz="2000" kern="0" dirty="0">
                <a:latin typeface="Times New Roman" panose="02020603050405020304" pitchFamily="18" charset="0"/>
                <a:cs typeface="Times New Roman" panose="02020603050405020304" pitchFamily="18" charset="0"/>
              </a:rPr>
              <a:t>High similarity in kernel usage across applications enables a universal kernel profile.</a:t>
            </a:r>
            <a:endParaRPr lang="en-US" altLang="zh-CN" sz="2000" kern="0" dirty="0">
              <a:latin typeface="Times New Roman" panose="02020603050405020304" pitchFamily="18" charset="0"/>
              <a:cs typeface="Times New Roman" panose="02020603050405020304" pitchFamily="18" charset="0"/>
            </a:endParaRPr>
          </a:p>
          <a:p>
            <a:r>
              <a:rPr lang="en-US" altLang="zh-CN" sz="2400" kern="0" dirty="0">
                <a:latin typeface="Times New Roman" panose="02020603050405020304" pitchFamily="18" charset="0"/>
                <a:cs typeface="Times New Roman" panose="02020603050405020304" pitchFamily="18" charset="0"/>
              </a:rPr>
              <a:t>Method:</a:t>
            </a:r>
          </a:p>
          <a:p>
            <a:pPr lvl="1"/>
            <a:r>
              <a:rPr lang="en" altLang="zh-CN" sz="2000" b="1" kern="0" dirty="0">
                <a:latin typeface="Times New Roman" panose="02020603050405020304" pitchFamily="18" charset="0"/>
                <a:cs typeface="Times New Roman" panose="02020603050405020304" pitchFamily="18" charset="0"/>
              </a:rPr>
              <a:t>Merge of Profiles: </a:t>
            </a:r>
            <a:r>
              <a:rPr lang="en" altLang="zh-CN" sz="2000" kern="0" dirty="0">
                <a:latin typeface="Times New Roman" panose="02020603050405020304" pitchFamily="18" charset="0"/>
                <a:cs typeface="Times New Roman" panose="02020603050405020304" pitchFamily="18" charset="0"/>
              </a:rPr>
              <a:t>Merge kernel execution profiles of all 8 applications with equal weights</a:t>
            </a:r>
            <a:r>
              <a:rPr lang="en-US" altLang="zh-CN" sz="2000" kern="0" dirty="0">
                <a:latin typeface="Times New Roman" panose="02020603050405020304" pitchFamily="18" charset="0"/>
                <a:cs typeface="Times New Roman" panose="02020603050405020304" pitchFamily="18" charset="0"/>
              </a:rPr>
              <a:t>.</a:t>
            </a:r>
          </a:p>
          <a:p>
            <a:r>
              <a:rPr lang="en-US" altLang="zh-CN" sz="2400" kern="0" dirty="0">
                <a:latin typeface="Times New Roman" panose="02020603050405020304" pitchFamily="18" charset="0"/>
                <a:cs typeface="Times New Roman" panose="02020603050405020304" pitchFamily="18" charset="0"/>
              </a:rPr>
              <a:t>Results:</a:t>
            </a:r>
          </a:p>
          <a:p>
            <a:pPr lvl="1"/>
            <a:r>
              <a:rPr lang="en" altLang="zh-CN" sz="2000" kern="0" dirty="0">
                <a:latin typeface="Times New Roman" panose="02020603050405020304" pitchFamily="18" charset="0"/>
                <a:cs typeface="Times New Roman" panose="02020603050405020304" pitchFamily="18" charset="0"/>
              </a:rPr>
              <a:t>Achieve an average end-to-end speedup of </a:t>
            </a:r>
            <a:r>
              <a:rPr lang="en" altLang="zh-CN" sz="2000" kern="0" dirty="0">
                <a:solidFill>
                  <a:srgbClr val="FF0000"/>
                </a:solidFill>
                <a:latin typeface="Times New Roman" panose="02020603050405020304" pitchFamily="18" charset="0"/>
                <a:cs typeface="Times New Roman" panose="02020603050405020304" pitchFamily="18" charset="0"/>
              </a:rPr>
              <a:t>8.02%</a:t>
            </a:r>
            <a:endParaRPr lang="en-US" altLang="zh-CN" sz="2000" kern="0" dirty="0">
              <a:solidFill>
                <a:srgbClr val="FF0000"/>
              </a:solidFill>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D40AEBD6-63B1-70D3-2493-8709FDC112F0}"/>
              </a:ext>
            </a:extLst>
          </p:cNvPr>
          <p:cNvSpPr txBox="1"/>
          <p:nvPr/>
        </p:nvSpPr>
        <p:spPr>
          <a:xfrm>
            <a:off x="6694539" y="5126608"/>
            <a:ext cx="4697361" cy="646331"/>
          </a:xfrm>
          <a:prstGeom prst="rect">
            <a:avLst/>
          </a:prstGeom>
          <a:noFill/>
        </p:spPr>
        <p:txBody>
          <a:bodyPr wrap="square">
            <a:spAutoFit/>
          </a:bodyPr>
          <a:lstStyle/>
          <a:p>
            <a:r>
              <a:rPr kumimoji="1" lang="en-US" altLang="zh-CN" sz="1800" dirty="0">
                <a:latin typeface="Times New Roman" panose="02020603050405020304" pitchFamily="18" charset="0"/>
                <a:ea typeface="標楷體" pitchFamily="65" charset="-120"/>
                <a:cs typeface="Times New Roman" panose="02020603050405020304" pitchFamily="18" charset="0"/>
              </a:rPr>
              <a:t>Figure 10: </a:t>
            </a:r>
            <a:r>
              <a:rPr kumimoji="1" lang="en-US" altLang="zh-CN" dirty="0">
                <a:latin typeface="Times New Roman" panose="02020603050405020304" pitchFamily="18" charset="0"/>
                <a:ea typeface="標楷體" pitchFamily="65" charset="-120"/>
                <a:cs typeface="Times New Roman" panose="02020603050405020304" pitchFamily="18" charset="0"/>
              </a:rPr>
              <a:t>﻿﻿Comparison results between different kernels.</a:t>
            </a:r>
            <a:endParaRPr kumimoji="1" lang="zh-CN" altLang="en-US" dirty="0">
              <a:latin typeface="Times New Roman" panose="02020603050405020304" pitchFamily="18" charset="0"/>
              <a:cs typeface="Times New Roman" panose="02020603050405020304" pitchFamily="18" charset="0"/>
            </a:endParaRPr>
          </a:p>
        </p:txBody>
      </p:sp>
      <p:pic>
        <p:nvPicPr>
          <p:cNvPr id="8" name="图片 7">
            <a:extLst>
              <a:ext uri="{FF2B5EF4-FFF2-40B4-BE49-F238E27FC236}">
                <a16:creationId xmlns:a16="http://schemas.microsoft.com/office/drawing/2014/main" id="{D5A0FE88-F0A9-E105-831A-6EEEA43E0335}"/>
              </a:ext>
            </a:extLst>
          </p:cNvPr>
          <p:cNvPicPr>
            <a:picLocks noChangeAspect="1"/>
          </p:cNvPicPr>
          <p:nvPr/>
        </p:nvPicPr>
        <p:blipFill>
          <a:blip r:embed="rId3"/>
          <a:stretch>
            <a:fillRect/>
          </a:stretch>
        </p:blipFill>
        <p:spPr>
          <a:xfrm>
            <a:off x="6502400" y="1542090"/>
            <a:ext cx="4911256" cy="3584518"/>
          </a:xfrm>
          <a:prstGeom prst="rect">
            <a:avLst/>
          </a:prstGeom>
        </p:spPr>
      </p:pic>
    </p:spTree>
    <p:extLst>
      <p:ext uri="{BB962C8B-B14F-4D97-AF65-F5344CB8AC3E}">
        <p14:creationId xmlns:p14="http://schemas.microsoft.com/office/powerpoint/2010/main" val="1305777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70EBC-D430-4A14-1F96-4E63BF888CB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E78EFAB-6567-229D-C4A2-3E6DABF0D2C4}"/>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BF67B1C0-7299-2DEC-9151-F1B88D07B0E9}"/>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 (3 min)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Background &amp; Motivation (5 min)</a:t>
            </a:r>
          </a:p>
          <a:p>
            <a:r>
              <a:rPr lang="en-US" altLang="zh-CN" sz="2933" dirty="0">
                <a:solidFill>
                  <a:srgbClr val="FF0000"/>
                </a:solidFill>
                <a:latin typeface="Times New Roman" panose="02020603050405020304" pitchFamily="18" charset="0"/>
                <a:cs typeface="Times New Roman" panose="02020603050405020304" pitchFamily="18" charset="0"/>
              </a:rPr>
              <a:t>Proposed Methods (15 min)</a:t>
            </a:r>
          </a:p>
          <a:p>
            <a:pPr lvl="1"/>
            <a:r>
              <a:rPr lang="en-US" altLang="zh-CN" sz="2400" dirty="0">
                <a:latin typeface="Times New Roman" panose="02020603050405020304" pitchFamily="18" charset="0"/>
                <a:cs typeface="Times New Roman" panose="02020603050405020304" pitchFamily="18" charset="0"/>
              </a:rPr>
              <a:t>﻿Application-Specific</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OS (3 min)</a:t>
            </a:r>
          </a:p>
          <a:p>
            <a:pPr lvl="1"/>
            <a:r>
              <a:rPr lang="en-US" altLang="zh-CN" sz="2400" dirty="0">
                <a:latin typeface="Times New Roman" panose="02020603050405020304" pitchFamily="18" charset="0"/>
                <a:cs typeface="Times New Roman" panose="02020603050405020304" pitchFamily="18" charset="0"/>
              </a:rPr>
              <a:t>﻿One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Profile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Fits</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All (3 min)</a:t>
            </a:r>
          </a:p>
          <a:p>
            <a:pPr lvl="1"/>
            <a:r>
              <a:rPr lang="en-US" altLang="zh-CN" sz="2400" dirty="0">
                <a:latin typeface="Times New Roman" panose="02020603050405020304" pitchFamily="18" charset="0"/>
                <a:cs typeface="Times New Roman" panose="02020603050405020304" pitchFamily="18" charset="0"/>
              </a:rPr>
              <a:t>﻿</a:t>
            </a:r>
            <a:r>
              <a:rPr lang="en-US" altLang="zh-CN" sz="2400" dirty="0" err="1">
                <a:solidFill>
                  <a:srgbClr val="FF0000"/>
                </a:solidFill>
                <a:latin typeface="Times New Roman" panose="02020603050405020304" pitchFamily="18" charset="0"/>
                <a:cs typeface="Times New Roman" panose="02020603050405020304" pitchFamily="18" charset="0"/>
              </a:rPr>
              <a:t>PlugSched</a:t>
            </a:r>
            <a:r>
              <a:rPr lang="en-US" altLang="zh-CN" sz="2400" dirty="0">
                <a:solidFill>
                  <a:srgbClr val="FF0000"/>
                </a:solidFill>
                <a:latin typeface="Times New Roman" panose="02020603050405020304" pitchFamily="18" charset="0"/>
                <a:cs typeface="Times New Roman" panose="02020603050405020304" pitchFamily="18" charset="0"/>
              </a:rPr>
              <a:t> (4 min)</a:t>
            </a:r>
          </a:p>
          <a:p>
            <a:pPr lvl="1"/>
            <a:r>
              <a:rPr lang="en-US" altLang="zh-CN" sz="2400" dirty="0">
                <a:latin typeface="Times New Roman" panose="02020603050405020304" pitchFamily="18" charset="0"/>
                <a:cs typeface="Times New Roman" panose="02020603050405020304" pitchFamily="18" charset="0"/>
              </a:rPr>
              <a:t>My</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Method</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min)</a:t>
            </a:r>
          </a:p>
          <a:p>
            <a:r>
              <a:rPr lang="en-US" altLang="zh-CN" sz="2933" dirty="0">
                <a:latin typeface="Times New Roman" panose="02020603050405020304" pitchFamily="18" charset="0"/>
                <a:cs typeface="Times New Roman" panose="02020603050405020304" pitchFamily="18" charset="0"/>
              </a:rPr>
              <a:t>Conclusions (2 min)</a:t>
            </a:r>
          </a:p>
          <a:p>
            <a:r>
              <a:rPr lang="en-US" altLang="zh-CN" sz="2933" dirty="0">
                <a:latin typeface="Times New Roman" panose="02020603050405020304" pitchFamily="18" charset="0"/>
                <a:cs typeface="Times New Roman" panose="02020603050405020304" pitchFamily="18" charset="0"/>
              </a:rPr>
              <a:t>Q &amp; A (5 min)</a:t>
            </a:r>
          </a:p>
        </p:txBody>
      </p:sp>
      <p:sp>
        <p:nvSpPr>
          <p:cNvPr id="5" name="灯片编号占位符 1">
            <a:extLst>
              <a:ext uri="{FF2B5EF4-FFF2-40B4-BE49-F238E27FC236}">
                <a16:creationId xmlns:a16="http://schemas.microsoft.com/office/drawing/2014/main" id="{C27F6264-1515-5B2A-722F-CF55CC2E47D0}"/>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18</a:t>
            </a:fld>
            <a:endParaRPr lang="zh-TW" altLang="en-US"/>
          </a:p>
        </p:txBody>
      </p:sp>
    </p:spTree>
    <p:extLst>
      <p:ext uri="{BB962C8B-B14F-4D97-AF65-F5344CB8AC3E}">
        <p14:creationId xmlns:p14="http://schemas.microsoft.com/office/powerpoint/2010/main" val="3435358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E5867-4431-FD12-3F7F-E2726BA57AC0}"/>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74855008-4290-2329-6291-C7279C78C3E4}"/>
              </a:ext>
            </a:extLst>
          </p:cNvPr>
          <p:cNvSpPr>
            <a:spLocks noGrp="1"/>
          </p:cNvSpPr>
          <p:nvPr>
            <p:ph type="title"/>
          </p:nvPr>
        </p:nvSpPr>
        <p:spPr/>
        <p:txBody>
          <a:bodyPr/>
          <a:lstStyle/>
          <a:p>
            <a:r>
              <a:rPr lang="en-US" altLang="zh-CN" dirty="0" err="1">
                <a:latin typeface="Times New Roman" panose="02020603050405020304" pitchFamily="18" charset="0"/>
                <a:cs typeface="Times New Roman" panose="02020603050405020304" pitchFamily="18" charset="0"/>
              </a:rPr>
              <a:t>PlugSched</a:t>
            </a:r>
            <a:r>
              <a:rPr lang="en-US" altLang="zh-CN" dirty="0"/>
              <a:t> (1/4)</a:t>
            </a:r>
            <a:endParaRPr lang="zh-CN" altLang="en-US" dirty="0"/>
          </a:p>
        </p:txBody>
      </p:sp>
      <p:sp>
        <p:nvSpPr>
          <p:cNvPr id="4" name="灯片编号占位符 3">
            <a:extLst>
              <a:ext uri="{FF2B5EF4-FFF2-40B4-BE49-F238E27FC236}">
                <a16:creationId xmlns:a16="http://schemas.microsoft.com/office/drawing/2014/main" id="{DB5CE4FB-D8F5-412B-DA5E-61234B03B886}"/>
              </a:ext>
            </a:extLst>
          </p:cNvPr>
          <p:cNvSpPr>
            <a:spLocks noGrp="1"/>
          </p:cNvSpPr>
          <p:nvPr>
            <p:ph type="sldNum" sz="quarter" idx="10"/>
          </p:nvPr>
        </p:nvSpPr>
        <p:spPr/>
        <p:txBody>
          <a:bodyPr/>
          <a:lstStyle/>
          <a:p>
            <a:fld id="{D9B6BDF2-6896-4B98-8776-C18582F63BA5}" type="slidenum">
              <a:rPr lang="zh-TW" altLang="en-US" smtClean="0"/>
              <a:pPr/>
              <a:t>19</a:t>
            </a:fld>
            <a:endParaRPr lang="zh-TW" altLang="en-US" dirty="0"/>
          </a:p>
        </p:txBody>
      </p:sp>
      <p:sp>
        <p:nvSpPr>
          <p:cNvPr id="9" name="内容占位符 5">
            <a:extLst>
              <a:ext uri="{FF2B5EF4-FFF2-40B4-BE49-F238E27FC236}">
                <a16:creationId xmlns:a16="http://schemas.microsoft.com/office/drawing/2014/main" id="{DC93069F-2650-40BF-6223-8EF560EBA843}"/>
              </a:ext>
            </a:extLst>
          </p:cNvPr>
          <p:cNvSpPr txBox="1">
            <a:spLocks/>
          </p:cNvSpPr>
          <p:nvPr/>
        </p:nvSpPr>
        <p:spPr bwMode="auto">
          <a:xfrm>
            <a:off x="624996" y="1125538"/>
            <a:ext cx="6575904" cy="46148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Topic:</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Live</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Update</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of Linux Modules</a:t>
            </a:r>
          </a:p>
          <a:p>
            <a:r>
              <a:rPr lang="en-US" altLang="zh-CN" sz="2400" kern="0" dirty="0">
                <a:latin typeface="Times New Roman" panose="02020603050405020304" pitchFamily="18" charset="0"/>
                <a:cs typeface="Times New Roman" panose="02020603050405020304" pitchFamily="18" charset="0"/>
              </a:rPr>
              <a:t>Observations:</a:t>
            </a:r>
          </a:p>
          <a:p>
            <a:pPr lvl="1"/>
            <a:r>
              <a:rPr lang="en-US" altLang="zh-CN" sz="2000" b="1" kern="0" dirty="0">
                <a:latin typeface="Times New Roman" panose="02020603050405020304" pitchFamily="18" charset="0"/>
                <a:cs typeface="Times New Roman" panose="02020603050405020304" pitchFamily="18" charset="0"/>
              </a:rPr>
              <a:t>Limitations of Existing Live Update Techniques:</a:t>
            </a:r>
            <a:r>
              <a:rPr lang="en" altLang="zh-CN" sz="2000" dirty="0"/>
              <a:t> </a:t>
            </a:r>
            <a:r>
              <a:rPr lang="en" altLang="zh-CN" sz="2000" kern="0" dirty="0">
                <a:solidFill>
                  <a:srgbClr val="FF0000"/>
                </a:solidFill>
                <a:latin typeface="Times New Roman" panose="02020603050405020304" pitchFamily="18" charset="0"/>
                <a:cs typeface="Times New Roman" panose="02020603050405020304" pitchFamily="18" charset="0"/>
              </a:rPr>
              <a:t>Handle small code changes </a:t>
            </a:r>
            <a:r>
              <a:rPr lang="en" altLang="zh-CN" sz="2000" kern="0" dirty="0">
                <a:latin typeface="Times New Roman" panose="02020603050405020304" pitchFamily="18" charset="0"/>
                <a:cs typeface="Times New Roman" panose="02020603050405020304" pitchFamily="18" charset="0"/>
              </a:rPr>
              <a:t>and </a:t>
            </a:r>
            <a:r>
              <a:rPr lang="en" altLang="zh-CN" sz="2000" kern="0" dirty="0">
                <a:solidFill>
                  <a:srgbClr val="FF0000"/>
                </a:solidFill>
                <a:latin typeface="Times New Roman" panose="02020603050405020304" pitchFamily="18" charset="0"/>
                <a:cs typeface="Times New Roman" panose="02020603050405020304" pitchFamily="18" charset="0"/>
              </a:rPr>
              <a:t>lack data state migration support</a:t>
            </a:r>
            <a:r>
              <a:rPr lang="en" altLang="zh-CN" sz="2000" kern="0" dirty="0">
                <a:latin typeface="Times New Roman" panose="02020603050405020304" pitchFamily="18" charset="0"/>
                <a:cs typeface="Times New Roman" panose="02020603050405020304" pitchFamily="18" charset="0"/>
              </a:rPr>
              <a:t> (</a:t>
            </a:r>
            <a:r>
              <a:rPr lang="en" altLang="zh-CN" sz="2000" kern="0" dirty="0" err="1">
                <a:latin typeface="Times New Roman" panose="02020603050405020304" pitchFamily="18" charset="0"/>
                <a:cs typeface="Times New Roman" panose="02020603050405020304" pitchFamily="18" charset="0"/>
              </a:rPr>
              <a:t>Kpatch</a:t>
            </a:r>
            <a:r>
              <a:rPr lang="en" altLang="zh-CN" sz="2000" kern="0" dirty="0">
                <a:latin typeface="Times New Roman" panose="02020603050405020304" pitchFamily="18" charset="0"/>
                <a:cs typeface="Times New Roman" panose="02020603050405020304" pitchFamily="18" charset="0"/>
              </a:rPr>
              <a:t>, </a:t>
            </a:r>
            <a:r>
              <a:rPr lang="en" altLang="zh-CN" sz="2000" kern="0" dirty="0" err="1">
                <a:latin typeface="Times New Roman" panose="02020603050405020304" pitchFamily="18" charset="0"/>
                <a:cs typeface="Times New Roman" panose="02020603050405020304" pitchFamily="18" charset="0"/>
              </a:rPr>
              <a:t>Ksplice</a:t>
            </a:r>
            <a:r>
              <a:rPr lang="en" altLang="zh-CN" sz="2000" kern="0" dirty="0">
                <a:latin typeface="Times New Roman" panose="02020603050405020304" pitchFamily="18" charset="0"/>
                <a:cs typeface="Times New Roman" panose="02020603050405020304" pitchFamily="18" charset="0"/>
              </a:rPr>
              <a:t>); component-level solutions (</a:t>
            </a:r>
            <a:r>
              <a:rPr lang="en" altLang="zh-CN" sz="2000" kern="0" dirty="0" err="1">
                <a:latin typeface="Times New Roman" panose="02020603050405020304" pitchFamily="18" charset="0"/>
                <a:cs typeface="Times New Roman" panose="02020603050405020304" pitchFamily="18" charset="0"/>
              </a:rPr>
              <a:t>ghOSt</a:t>
            </a:r>
            <a:r>
              <a:rPr lang="en" altLang="zh-CN" sz="2000" kern="0" dirty="0">
                <a:latin typeface="Times New Roman" panose="02020603050405020304" pitchFamily="18" charset="0"/>
                <a:cs typeface="Times New Roman" panose="02020603050405020304" pitchFamily="18" charset="0"/>
              </a:rPr>
              <a:t>) introduce </a:t>
            </a:r>
            <a:r>
              <a:rPr lang="en" altLang="zh-CN" sz="2000" kern="0" dirty="0">
                <a:solidFill>
                  <a:srgbClr val="FF0000"/>
                </a:solidFill>
                <a:latin typeface="Times New Roman" panose="02020603050405020304" pitchFamily="18" charset="0"/>
                <a:cs typeface="Times New Roman" panose="02020603050405020304" pitchFamily="18" charset="0"/>
              </a:rPr>
              <a:t>extra context switch overhead</a:t>
            </a:r>
            <a:r>
              <a:rPr lang="en" altLang="zh-CN" sz="2000" kern="0" dirty="0">
                <a:latin typeface="Times New Roman" panose="02020603050405020304" pitchFamily="18" charset="0"/>
                <a:cs typeface="Times New Roman" panose="02020603050405020304" pitchFamily="18" charset="0"/>
              </a:rPr>
              <a:t>.</a:t>
            </a:r>
            <a:endParaRPr lang="en-US" altLang="zh-CN" sz="2000" kern="0" dirty="0">
              <a:latin typeface="Times New Roman" panose="02020603050405020304" pitchFamily="18" charset="0"/>
              <a:cs typeface="Times New Roman" panose="02020603050405020304" pitchFamily="18" charset="0"/>
            </a:endParaRPr>
          </a:p>
          <a:p>
            <a:pPr lvl="1"/>
            <a:r>
              <a:rPr lang="en" altLang="zh-CN" sz="2000" b="1" kern="0" dirty="0">
                <a:latin typeface="Times New Roman" panose="02020603050405020304" pitchFamily="18" charset="0"/>
                <a:cs typeface="Times New Roman" panose="02020603050405020304" pitchFamily="18" charset="0"/>
              </a:rPr>
              <a:t>Tight Kernel-Scheduler Coupling</a:t>
            </a:r>
            <a:r>
              <a:rPr lang="en-US" altLang="zh-CN" sz="2000" b="1" kern="0" dirty="0">
                <a:latin typeface="Times New Roman" panose="02020603050405020304" pitchFamily="18" charset="0"/>
                <a:cs typeface="Times New Roman" panose="02020603050405020304" pitchFamily="18" charset="0"/>
              </a:rPr>
              <a:t>: </a:t>
            </a:r>
            <a:r>
              <a:rPr lang="en" altLang="zh-CN" sz="2000" kern="0" dirty="0">
                <a:latin typeface="Times New Roman" panose="02020603050405020304" pitchFamily="18" charset="0"/>
                <a:cs typeface="Times New Roman" panose="02020603050405020304" pitchFamily="18" charset="0"/>
              </a:rPr>
              <a:t>The Linux scheduler has complex dependencies with other kernel subsystems (memory, time, </a:t>
            </a:r>
            <a:r>
              <a:rPr lang="en" altLang="zh-CN" sz="2000" kern="0" dirty="0" err="1">
                <a:latin typeface="Times New Roman" panose="02020603050405020304" pitchFamily="18" charset="0"/>
                <a:cs typeface="Times New Roman" panose="02020603050405020304" pitchFamily="18" charset="0"/>
              </a:rPr>
              <a:t>cgroup</a:t>
            </a:r>
            <a:r>
              <a:rPr lang="en" altLang="zh-CN" sz="2000" kern="0" dirty="0">
                <a:latin typeface="Times New Roman" panose="02020603050405020304" pitchFamily="18" charset="0"/>
                <a:cs typeface="Times New Roman" panose="02020603050405020304" pitchFamily="18" charset="0"/>
              </a:rPr>
              <a:t>) via hot paths.</a:t>
            </a:r>
          </a:p>
          <a:p>
            <a:r>
              <a:rPr lang="en-US" altLang="zh-CN" sz="2400" kern="0" dirty="0">
                <a:latin typeface="Times New Roman" panose="02020603050405020304" pitchFamily="18" charset="0"/>
                <a:cs typeface="Times New Roman" panose="02020603050405020304" pitchFamily="18" charset="0"/>
              </a:rPr>
              <a:t>Motivations:</a:t>
            </a:r>
          </a:p>
          <a:p>
            <a:pPr lvl="1"/>
            <a:r>
              <a:rPr lang="en" altLang="zh-CN" sz="2000" b="1" kern="0" dirty="0">
                <a:latin typeface="Times New Roman" panose="02020603050405020304" pitchFamily="18" charset="0"/>
                <a:cs typeface="Times New Roman" panose="02020603050405020304" pitchFamily="18" charset="0"/>
              </a:rPr>
              <a:t>Lack of Live Update Method for Linux Subsystem</a:t>
            </a:r>
            <a:endParaRPr lang="en-US" altLang="zh-CN" sz="2000" b="1" kern="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EEE87DA9-18F7-5820-1AC1-EAAD115FB314}"/>
              </a:ext>
            </a:extLst>
          </p:cNvPr>
          <p:cNvSpPr txBox="1"/>
          <p:nvPr/>
        </p:nvSpPr>
        <p:spPr>
          <a:xfrm>
            <a:off x="7641747" y="4785587"/>
            <a:ext cx="4118452" cy="646331"/>
          </a:xfrm>
          <a:prstGeom prst="rect">
            <a:avLst/>
          </a:prstGeom>
          <a:noFill/>
        </p:spPr>
        <p:txBody>
          <a:bodyPr wrap="square">
            <a:spAutoFit/>
          </a:bodyPr>
          <a:lstStyle/>
          <a:p>
            <a:r>
              <a:rPr kumimoji="1" lang="en-US" altLang="zh-CN" sz="1800" dirty="0">
                <a:latin typeface="Times New Roman" panose="02020603050405020304" pitchFamily="18" charset="0"/>
                <a:ea typeface="標楷體" pitchFamily="65" charset="-120"/>
                <a:cs typeface="Times New Roman" panose="02020603050405020304" pitchFamily="18" charset="0"/>
              </a:rPr>
              <a:t>Figure 11: </a:t>
            </a:r>
            <a:r>
              <a:rPr kumimoji="1" lang="en-US" altLang="zh-CN" dirty="0">
                <a:latin typeface="Times New Roman" panose="02020603050405020304" pitchFamily="18" charset="0"/>
                <a:ea typeface="標楷體" pitchFamily="65" charset="-120"/>
                <a:cs typeface="Times New Roman" panose="02020603050405020304" pitchFamily="18" charset="0"/>
              </a:rPr>
              <a:t>﻿﻿﻿Comparisons between potential solutions.</a:t>
            </a:r>
            <a:endParaRPr kumimoji="1" lang="zh-CN" altLang="en-US"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14E9F91F-4211-9D3F-09DE-C0FA6483636C}"/>
              </a:ext>
            </a:extLst>
          </p:cNvPr>
          <p:cNvSpPr txBox="1"/>
          <p:nvPr/>
        </p:nvSpPr>
        <p:spPr>
          <a:xfrm>
            <a:off x="3365500" y="6109129"/>
            <a:ext cx="8394699" cy="830997"/>
          </a:xfrm>
          <a:prstGeom prst="rect">
            <a:avLst/>
          </a:prstGeom>
          <a:noFill/>
        </p:spPr>
        <p:txBody>
          <a:bodyPr wrap="square" rtlCol="0" anchor="ctr" anchorCtr="1">
            <a:spAutoFit/>
          </a:bodyPr>
          <a:lstStyle/>
          <a:p>
            <a:r>
              <a:rPr lang="en" altLang="zh-CN" sz="1600" dirty="0">
                <a:solidFill>
                  <a:schemeClr val="bg1"/>
                </a:solidFill>
                <a:latin typeface="Times New Roman" panose="02020603050405020304" pitchFamily="18" charset="0"/>
                <a:cs typeface="Times New Roman" panose="02020603050405020304" pitchFamily="18" charset="0"/>
              </a:rPr>
              <a:t>Ma, Teng, et al. "Efficient scheduler live update for </a:t>
            </a:r>
            <a:r>
              <a:rPr lang="en" altLang="zh-CN" sz="1600" dirty="0" err="1">
                <a:solidFill>
                  <a:schemeClr val="bg1"/>
                </a:solidFill>
                <a:latin typeface="Times New Roman" panose="02020603050405020304" pitchFamily="18" charset="0"/>
                <a:cs typeface="Times New Roman" panose="02020603050405020304" pitchFamily="18" charset="0"/>
              </a:rPr>
              <a:t>linux</a:t>
            </a:r>
            <a:r>
              <a:rPr lang="en" altLang="zh-CN" sz="1600" dirty="0">
                <a:solidFill>
                  <a:schemeClr val="bg1"/>
                </a:solidFill>
                <a:latin typeface="Times New Roman" panose="02020603050405020304" pitchFamily="18" charset="0"/>
                <a:cs typeface="Times New Roman" panose="02020603050405020304" pitchFamily="18" charset="0"/>
              </a:rPr>
              <a:t> kernel with modularization." </a:t>
            </a:r>
            <a:r>
              <a:rPr lang="en" altLang="zh-CN" sz="1600" i="1" dirty="0">
                <a:solidFill>
                  <a:schemeClr val="bg1"/>
                </a:solidFill>
                <a:latin typeface="Times New Roman" panose="02020603050405020304" pitchFamily="18" charset="0"/>
                <a:cs typeface="Times New Roman" panose="02020603050405020304" pitchFamily="18" charset="0"/>
              </a:rPr>
              <a:t>Proceedings of the 28th ACM International Conference on Architectural Support for Programming Languages and Operating Systems, Volume 3</a:t>
            </a:r>
            <a:r>
              <a:rPr lang="en" altLang="zh-CN" sz="1600" dirty="0">
                <a:solidFill>
                  <a:schemeClr val="bg1"/>
                </a:solidFill>
                <a:latin typeface="Times New Roman" panose="02020603050405020304" pitchFamily="18" charset="0"/>
                <a:cs typeface="Times New Roman" panose="02020603050405020304" pitchFamily="18" charset="0"/>
              </a:rPr>
              <a:t>. 2023.</a:t>
            </a:r>
            <a:endParaRPr kumimoji="1" lang="zh-CN" altLang="en-US" sz="1600" dirty="0">
              <a:solidFill>
                <a:schemeClr val="bg1"/>
              </a:solidFill>
              <a:latin typeface="Times New Roman" panose="02020603050405020304" pitchFamily="18" charset="0"/>
              <a:ea typeface="標楷體" pitchFamily="65" charset="-120"/>
              <a:cs typeface="Times New Roman" panose="02020603050405020304" pitchFamily="18" charset="0"/>
            </a:endParaRPr>
          </a:p>
        </p:txBody>
      </p:sp>
      <p:pic>
        <p:nvPicPr>
          <p:cNvPr id="7" name="图片 6">
            <a:extLst>
              <a:ext uri="{FF2B5EF4-FFF2-40B4-BE49-F238E27FC236}">
                <a16:creationId xmlns:a16="http://schemas.microsoft.com/office/drawing/2014/main" id="{D32B01C5-D124-2D3F-D2B4-D4DDE579EC5E}"/>
              </a:ext>
            </a:extLst>
          </p:cNvPr>
          <p:cNvPicPr>
            <a:picLocks noChangeAspect="1"/>
          </p:cNvPicPr>
          <p:nvPr/>
        </p:nvPicPr>
        <p:blipFill>
          <a:blip r:embed="rId3"/>
          <a:stretch>
            <a:fillRect/>
          </a:stretch>
        </p:blipFill>
        <p:spPr>
          <a:xfrm>
            <a:off x="7308683" y="2133166"/>
            <a:ext cx="4451516" cy="2591668"/>
          </a:xfrm>
          <a:prstGeom prst="rect">
            <a:avLst/>
          </a:prstGeom>
        </p:spPr>
      </p:pic>
    </p:spTree>
    <p:extLst>
      <p:ext uri="{BB962C8B-B14F-4D97-AF65-F5344CB8AC3E}">
        <p14:creationId xmlns:p14="http://schemas.microsoft.com/office/powerpoint/2010/main" val="40263144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4BD61-FA56-00FC-0911-B5627210D931}"/>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A7C46F78-8BEA-1E9A-8ECE-1C3EB7EB78C8}"/>
              </a:ext>
            </a:extLst>
          </p:cNvPr>
          <p:cNvSpPr>
            <a:spLocks noGrp="1"/>
          </p:cNvSpPr>
          <p:nvPr>
            <p:ph type="title"/>
          </p:nvPr>
        </p:nvSpPr>
        <p:spPr/>
        <p:txBody>
          <a:bodyPr/>
          <a:lstStyle/>
          <a:p>
            <a:r>
              <a:rPr lang="en-US" altLang="zh-CN" dirty="0" err="1">
                <a:latin typeface="Times New Roman" panose="02020603050405020304" pitchFamily="18" charset="0"/>
                <a:cs typeface="Times New Roman" panose="02020603050405020304" pitchFamily="18" charset="0"/>
              </a:rPr>
              <a:t>PlugSched</a:t>
            </a:r>
            <a:r>
              <a:rPr lang="en-US" altLang="zh-CN" dirty="0"/>
              <a:t> (2/4)</a:t>
            </a:r>
            <a:endParaRPr lang="zh-CN" altLang="en-US" dirty="0"/>
          </a:p>
        </p:txBody>
      </p:sp>
      <p:sp>
        <p:nvSpPr>
          <p:cNvPr id="4" name="灯片编号占位符 3">
            <a:extLst>
              <a:ext uri="{FF2B5EF4-FFF2-40B4-BE49-F238E27FC236}">
                <a16:creationId xmlns:a16="http://schemas.microsoft.com/office/drawing/2014/main" id="{06935E00-EB1A-37D0-06C8-451993914387}"/>
              </a:ext>
            </a:extLst>
          </p:cNvPr>
          <p:cNvSpPr>
            <a:spLocks noGrp="1"/>
          </p:cNvSpPr>
          <p:nvPr>
            <p:ph type="sldNum" sz="quarter" idx="10"/>
          </p:nvPr>
        </p:nvSpPr>
        <p:spPr/>
        <p:txBody>
          <a:bodyPr/>
          <a:lstStyle/>
          <a:p>
            <a:fld id="{D9B6BDF2-6896-4B98-8776-C18582F63BA5}" type="slidenum">
              <a:rPr lang="zh-TW" altLang="en-US" smtClean="0"/>
              <a:pPr/>
              <a:t>20</a:t>
            </a:fld>
            <a:endParaRPr lang="zh-TW" altLang="en-US" dirty="0"/>
          </a:p>
        </p:txBody>
      </p:sp>
      <p:sp>
        <p:nvSpPr>
          <p:cNvPr id="9" name="内容占位符 5">
            <a:extLst>
              <a:ext uri="{FF2B5EF4-FFF2-40B4-BE49-F238E27FC236}">
                <a16:creationId xmlns:a16="http://schemas.microsoft.com/office/drawing/2014/main" id="{20DD3D53-314D-8711-AAD3-21024131A7DC}"/>
              </a:ext>
            </a:extLst>
          </p:cNvPr>
          <p:cNvSpPr txBox="1">
            <a:spLocks/>
          </p:cNvSpPr>
          <p:nvPr/>
        </p:nvSpPr>
        <p:spPr bwMode="auto">
          <a:xfrm>
            <a:off x="624996" y="1125538"/>
            <a:ext cx="5737704" cy="46148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Method:</a:t>
            </a:r>
          </a:p>
          <a:p>
            <a:pPr lvl="1"/>
            <a:r>
              <a:rPr lang="en" altLang="zh-CN" sz="2000" b="1" dirty="0">
                <a:latin typeface="Times New Roman" panose="02020603050405020304" pitchFamily="18" charset="0"/>
                <a:cs typeface="Times New Roman" panose="02020603050405020304" pitchFamily="18" charset="0"/>
              </a:rPr>
              <a:t>System Design</a:t>
            </a:r>
            <a:r>
              <a:rPr lang="en-US" altLang="zh-CN" sz="2000" b="1" kern="0" dirty="0">
                <a:latin typeface="Times New Roman" panose="02020603050405020304" pitchFamily="18" charset="0"/>
                <a:cs typeface="Times New Roman" panose="02020603050405020304" pitchFamily="18" charset="0"/>
              </a:rPr>
              <a:t>:</a:t>
            </a:r>
            <a:r>
              <a:rPr lang="en" altLang="zh-CN" sz="2000" b="1" dirty="0">
                <a:latin typeface="Times New Roman" panose="02020603050405020304" pitchFamily="18" charset="0"/>
                <a:cs typeface="Times New Roman" panose="02020603050405020304" pitchFamily="18" charset="0"/>
              </a:rPr>
              <a:t> </a:t>
            </a:r>
            <a:r>
              <a:rPr lang="en" altLang="zh-CN" sz="2000" dirty="0">
                <a:solidFill>
                  <a:srgbClr val="FF0000"/>
                </a:solidFill>
                <a:latin typeface="Times New Roman" panose="02020603050405020304" pitchFamily="18" charset="0"/>
                <a:cs typeface="Times New Roman" panose="02020603050405020304" pitchFamily="18" charset="0"/>
              </a:rPr>
              <a:t>Scheduler modularization </a:t>
            </a:r>
            <a:r>
              <a:rPr lang="en" altLang="zh-CN" sz="2000" dirty="0">
                <a:latin typeface="Times New Roman" panose="02020603050405020304" pitchFamily="18" charset="0"/>
                <a:cs typeface="Times New Roman" panose="02020603050405020304" pitchFamily="18" charset="0"/>
              </a:rPr>
              <a:t>(decouple scheduler from kernel as an independent module) and </a:t>
            </a:r>
            <a:r>
              <a:rPr lang="en" altLang="zh-CN" sz="2000" dirty="0">
                <a:solidFill>
                  <a:srgbClr val="FF0000"/>
                </a:solidFill>
                <a:latin typeface="Times New Roman" panose="02020603050405020304" pitchFamily="18" charset="0"/>
                <a:cs typeface="Times New Roman" panose="02020603050405020304" pitchFamily="18" charset="0"/>
              </a:rPr>
              <a:t>data rebuild </a:t>
            </a:r>
            <a:r>
              <a:rPr lang="en" altLang="zh-CN" sz="2000" dirty="0">
                <a:latin typeface="Times New Roman" panose="02020603050405020304" pitchFamily="18" charset="0"/>
                <a:cs typeface="Times New Roman" panose="02020603050405020304" pitchFamily="18" charset="0"/>
              </a:rPr>
              <a:t>(migrate state from old to new scheduler).</a:t>
            </a:r>
          </a:p>
          <a:p>
            <a:pPr lvl="1"/>
            <a:r>
              <a:rPr lang="en" altLang="zh-CN" sz="2000" b="1" kern="0" dirty="0">
                <a:latin typeface="Times New Roman" panose="02020603050405020304" pitchFamily="18" charset="0"/>
                <a:cs typeface="Times New Roman" panose="02020603050405020304" pitchFamily="18" charset="0"/>
              </a:rPr>
              <a:t>Scheduler Modularization: </a:t>
            </a:r>
            <a:r>
              <a:rPr lang="en" altLang="zh-CN" sz="2000" kern="0" dirty="0">
                <a:latin typeface="Times New Roman" panose="02020603050405020304" pitchFamily="18" charset="0"/>
                <a:cs typeface="Times New Roman" panose="02020603050405020304" pitchFamily="18" charset="0"/>
              </a:rPr>
              <a:t>Extract </a:t>
            </a:r>
            <a:r>
              <a:rPr lang="en" altLang="zh-CN" sz="2000" dirty="0">
                <a:latin typeface="Times New Roman" panose="02020603050405020304" pitchFamily="18" charset="0"/>
                <a:cs typeface="Times New Roman" panose="02020603050405020304" pitchFamily="18" charset="0"/>
              </a:rPr>
              <a:t>scheduler code into an independent module directory.</a:t>
            </a:r>
          </a:p>
          <a:p>
            <a:pPr lvl="1"/>
            <a:r>
              <a:rPr lang="en" altLang="zh-CN" sz="2000" b="1" kern="0" dirty="0">
                <a:latin typeface="Times New Roman" panose="02020603050405020304" pitchFamily="18" charset="0"/>
                <a:cs typeface="Times New Roman" panose="02020603050405020304" pitchFamily="18" charset="0"/>
              </a:rPr>
              <a:t>Optimized Stack Inspection: </a:t>
            </a:r>
            <a:r>
              <a:rPr lang="en" altLang="zh-CN" sz="2000" kern="0" dirty="0">
                <a:latin typeface="Times New Roman" panose="02020603050405020304" pitchFamily="18" charset="0"/>
                <a:cs typeface="Times New Roman" panose="02020603050405020304" pitchFamily="18" charset="0"/>
              </a:rPr>
              <a:t>Optimize stack inspection with multi-core parallelism and binary search.</a:t>
            </a:r>
          </a:p>
          <a:p>
            <a:pPr lvl="1"/>
            <a:r>
              <a:rPr lang="en" altLang="zh-CN" sz="2000" b="1" kern="0" dirty="0">
                <a:latin typeface="Times New Roman" panose="02020603050405020304" pitchFamily="18" charset="0"/>
                <a:cs typeface="Times New Roman" panose="02020603050405020304" pitchFamily="18" charset="0"/>
              </a:rPr>
              <a:t>Function Redirection: </a:t>
            </a:r>
            <a:r>
              <a:rPr lang="en" altLang="zh-CN" sz="2000" kern="0" dirty="0">
                <a:latin typeface="Times New Roman" panose="02020603050405020304" pitchFamily="18" charset="0"/>
                <a:cs typeface="Times New Roman" panose="02020603050405020304" pitchFamily="18" charset="0"/>
              </a:rPr>
              <a:t>Replace original function prologues with JMP instructions for redirection.</a:t>
            </a:r>
          </a:p>
          <a:p>
            <a:pPr lvl="1"/>
            <a:endParaRPr lang="en" altLang="zh-CN" sz="2000" kern="0"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4D5A5764-BD0D-94F2-AD09-8E675EFC1049}"/>
              </a:ext>
            </a:extLst>
          </p:cNvPr>
          <p:cNvSpPr txBox="1"/>
          <p:nvPr/>
        </p:nvSpPr>
        <p:spPr>
          <a:xfrm>
            <a:off x="7048790" y="4760187"/>
            <a:ext cx="4118452" cy="369332"/>
          </a:xfrm>
          <a:prstGeom prst="rect">
            <a:avLst/>
          </a:prstGeom>
          <a:noFill/>
        </p:spPr>
        <p:txBody>
          <a:bodyPr wrap="square">
            <a:spAutoFit/>
          </a:bodyPr>
          <a:lstStyle/>
          <a:p>
            <a:r>
              <a:rPr kumimoji="1" lang="en-US" altLang="zh-CN" sz="1800" dirty="0">
                <a:latin typeface="Times New Roman" panose="02020603050405020304" pitchFamily="18" charset="0"/>
                <a:ea typeface="標楷體" pitchFamily="65" charset="-120"/>
                <a:cs typeface="Times New Roman" panose="02020603050405020304" pitchFamily="18" charset="0"/>
              </a:rPr>
              <a:t>Figure 12: </a:t>
            </a:r>
            <a:r>
              <a:rPr kumimoji="1" lang="en-US" altLang="zh-CN" dirty="0">
                <a:latin typeface="Times New Roman" panose="02020603050405020304" pitchFamily="18" charset="0"/>
                <a:ea typeface="標楷體" pitchFamily="65" charset="-120"/>
                <a:cs typeface="Times New Roman" panose="02020603050405020304" pitchFamily="18" charset="0"/>
              </a:rPr>
              <a:t>﻿The work flow of </a:t>
            </a:r>
            <a:r>
              <a:rPr kumimoji="1" lang="en-US" altLang="zh-CN" dirty="0" err="1">
                <a:latin typeface="Times New Roman" panose="02020603050405020304" pitchFamily="18" charset="0"/>
                <a:ea typeface="標楷體" pitchFamily="65" charset="-120"/>
                <a:cs typeface="Times New Roman" panose="02020603050405020304" pitchFamily="18" charset="0"/>
              </a:rPr>
              <a:t>PlugSched</a:t>
            </a:r>
            <a:r>
              <a:rPr kumimoji="1" lang="en-US" altLang="zh-CN" dirty="0">
                <a:latin typeface="Times New Roman" panose="02020603050405020304" pitchFamily="18" charset="0"/>
                <a:ea typeface="標楷體" pitchFamily="65" charset="-120"/>
                <a:cs typeface="Times New Roman" panose="02020603050405020304" pitchFamily="18" charset="0"/>
              </a:rPr>
              <a:t>.</a:t>
            </a:r>
            <a:endParaRPr kumimoji="1" lang="zh-CN" altLang="en-US" dirty="0">
              <a:latin typeface="Times New Roman" panose="02020603050405020304" pitchFamily="18" charset="0"/>
              <a:cs typeface="Times New Roman" panose="02020603050405020304" pitchFamily="18" charset="0"/>
            </a:endParaRPr>
          </a:p>
        </p:txBody>
      </p:sp>
      <p:pic>
        <p:nvPicPr>
          <p:cNvPr id="8" name="图片 7">
            <a:extLst>
              <a:ext uri="{FF2B5EF4-FFF2-40B4-BE49-F238E27FC236}">
                <a16:creationId xmlns:a16="http://schemas.microsoft.com/office/drawing/2014/main" id="{587A1902-4FC4-F2F9-A997-ABAEF73A831A}"/>
              </a:ext>
            </a:extLst>
          </p:cNvPr>
          <p:cNvPicPr>
            <a:picLocks noChangeAspect="1"/>
          </p:cNvPicPr>
          <p:nvPr/>
        </p:nvPicPr>
        <p:blipFill>
          <a:blip r:embed="rId3"/>
          <a:stretch>
            <a:fillRect/>
          </a:stretch>
        </p:blipFill>
        <p:spPr>
          <a:xfrm>
            <a:off x="6445828" y="2423546"/>
            <a:ext cx="4973782" cy="2336641"/>
          </a:xfrm>
          <a:prstGeom prst="rect">
            <a:avLst/>
          </a:prstGeom>
        </p:spPr>
      </p:pic>
    </p:spTree>
    <p:extLst>
      <p:ext uri="{BB962C8B-B14F-4D97-AF65-F5344CB8AC3E}">
        <p14:creationId xmlns:p14="http://schemas.microsoft.com/office/powerpoint/2010/main" val="22825776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69752-502F-6764-959C-B2092FBECD5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210D0BE9-3872-D80F-9235-87B599A3F9CF}"/>
              </a:ext>
            </a:extLst>
          </p:cNvPr>
          <p:cNvSpPr>
            <a:spLocks noGrp="1"/>
          </p:cNvSpPr>
          <p:nvPr>
            <p:ph type="title"/>
          </p:nvPr>
        </p:nvSpPr>
        <p:spPr/>
        <p:txBody>
          <a:bodyPr/>
          <a:lstStyle/>
          <a:p>
            <a:r>
              <a:rPr lang="en-US" altLang="zh-CN" dirty="0" err="1">
                <a:latin typeface="Times New Roman" panose="02020603050405020304" pitchFamily="18" charset="0"/>
                <a:cs typeface="Times New Roman" panose="02020603050405020304" pitchFamily="18" charset="0"/>
              </a:rPr>
              <a:t>PlugSched</a:t>
            </a:r>
            <a:r>
              <a:rPr lang="en-US" altLang="zh-CN" dirty="0"/>
              <a:t> (3/4)</a:t>
            </a:r>
            <a:endParaRPr lang="zh-CN" altLang="en-US" dirty="0"/>
          </a:p>
        </p:txBody>
      </p:sp>
      <p:sp>
        <p:nvSpPr>
          <p:cNvPr id="4" name="灯片编号占位符 3">
            <a:extLst>
              <a:ext uri="{FF2B5EF4-FFF2-40B4-BE49-F238E27FC236}">
                <a16:creationId xmlns:a16="http://schemas.microsoft.com/office/drawing/2014/main" id="{6221F466-0391-CD20-B0C7-B3E97A5B1168}"/>
              </a:ext>
            </a:extLst>
          </p:cNvPr>
          <p:cNvSpPr>
            <a:spLocks noGrp="1"/>
          </p:cNvSpPr>
          <p:nvPr>
            <p:ph type="sldNum" sz="quarter" idx="10"/>
          </p:nvPr>
        </p:nvSpPr>
        <p:spPr/>
        <p:txBody>
          <a:bodyPr/>
          <a:lstStyle/>
          <a:p>
            <a:fld id="{D9B6BDF2-6896-4B98-8776-C18582F63BA5}" type="slidenum">
              <a:rPr lang="zh-TW" altLang="en-US" smtClean="0"/>
              <a:pPr/>
              <a:t>21</a:t>
            </a:fld>
            <a:endParaRPr lang="zh-TW" altLang="en-US" dirty="0"/>
          </a:p>
        </p:txBody>
      </p:sp>
      <p:sp>
        <p:nvSpPr>
          <p:cNvPr id="9" name="内容占位符 5">
            <a:extLst>
              <a:ext uri="{FF2B5EF4-FFF2-40B4-BE49-F238E27FC236}">
                <a16:creationId xmlns:a16="http://schemas.microsoft.com/office/drawing/2014/main" id="{E8B70E67-B66A-B38B-4907-13EBF112C4B0}"/>
              </a:ext>
            </a:extLst>
          </p:cNvPr>
          <p:cNvSpPr txBox="1">
            <a:spLocks/>
          </p:cNvSpPr>
          <p:nvPr/>
        </p:nvSpPr>
        <p:spPr bwMode="auto">
          <a:xfrm>
            <a:off x="624996" y="1125538"/>
            <a:ext cx="6194904" cy="46148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Scheduler Modularization:</a:t>
            </a:r>
          </a:p>
          <a:p>
            <a:pPr lvl="1"/>
            <a:r>
              <a:rPr lang="en" altLang="zh-CN" sz="2000" kern="0" dirty="0">
                <a:latin typeface="Times New Roman" panose="02020603050405020304" pitchFamily="18" charset="0"/>
                <a:cs typeface="Times New Roman" panose="02020603050405020304" pitchFamily="18" charset="0"/>
              </a:rPr>
              <a:t>Adopt function boundary analysis to divide scheduler functions into</a:t>
            </a:r>
            <a:r>
              <a:rPr lang="zh-CN" altLang="en-US" sz="2000" kern="0" dirty="0">
                <a:latin typeface="Times New Roman" panose="02020603050405020304" pitchFamily="18" charset="0"/>
                <a:cs typeface="Times New Roman" panose="02020603050405020304" pitchFamily="18" charset="0"/>
              </a:rPr>
              <a:t> </a:t>
            </a:r>
            <a:r>
              <a:rPr lang="en" altLang="zh-CN" sz="2000" kern="0" dirty="0">
                <a:latin typeface="Times New Roman" panose="02020603050405020304" pitchFamily="18" charset="0"/>
                <a:cs typeface="Times New Roman" panose="02020603050405020304" pitchFamily="18" charset="0"/>
              </a:rPr>
              <a:t>interface</a:t>
            </a:r>
            <a:r>
              <a:rPr lang="zh-CN" altLang="en-US" sz="2000" kern="0" dirty="0">
                <a:latin typeface="Times New Roman" panose="02020603050405020304" pitchFamily="18" charset="0"/>
                <a:cs typeface="Times New Roman" panose="02020603050405020304" pitchFamily="18" charset="0"/>
              </a:rPr>
              <a:t> </a:t>
            </a:r>
            <a:r>
              <a:rPr lang="en" altLang="zh-CN" sz="2000" kern="0" dirty="0">
                <a:latin typeface="Times New Roman" panose="02020603050405020304" pitchFamily="18" charset="0"/>
                <a:cs typeface="Times New Roman" panose="02020603050405020304" pitchFamily="18" charset="0"/>
              </a:rPr>
              <a:t>/</a:t>
            </a:r>
            <a:r>
              <a:rPr lang="zh-CN" altLang="en-US" sz="2000" kern="0" dirty="0">
                <a:latin typeface="Times New Roman" panose="02020603050405020304" pitchFamily="18" charset="0"/>
                <a:cs typeface="Times New Roman" panose="02020603050405020304" pitchFamily="18" charset="0"/>
              </a:rPr>
              <a:t> </a:t>
            </a:r>
            <a:r>
              <a:rPr lang="en" altLang="zh-CN" sz="2000" kern="0" dirty="0">
                <a:latin typeface="Times New Roman" panose="02020603050405020304" pitchFamily="18" charset="0"/>
                <a:cs typeface="Times New Roman" panose="02020603050405020304" pitchFamily="18" charset="0"/>
              </a:rPr>
              <a:t>internal</a:t>
            </a:r>
            <a:r>
              <a:rPr lang="zh-CN" altLang="en-US" sz="2000" kern="0" dirty="0">
                <a:latin typeface="Times New Roman" panose="02020603050405020304" pitchFamily="18" charset="0"/>
                <a:cs typeface="Times New Roman" panose="02020603050405020304" pitchFamily="18" charset="0"/>
              </a:rPr>
              <a:t> </a:t>
            </a:r>
            <a:r>
              <a:rPr lang="en" altLang="zh-CN" sz="2000" kern="0" dirty="0">
                <a:latin typeface="Times New Roman" panose="02020603050405020304" pitchFamily="18" charset="0"/>
                <a:cs typeface="Times New Roman" panose="02020603050405020304" pitchFamily="18" charset="0"/>
              </a:rPr>
              <a:t>/</a:t>
            </a:r>
            <a:r>
              <a:rPr lang="zh-CN" altLang="en-US" sz="2000" kern="0" dirty="0">
                <a:latin typeface="Times New Roman" panose="02020603050405020304" pitchFamily="18" charset="0"/>
                <a:cs typeface="Times New Roman" panose="02020603050405020304" pitchFamily="18" charset="0"/>
              </a:rPr>
              <a:t> </a:t>
            </a:r>
            <a:r>
              <a:rPr lang="en" altLang="zh-CN" sz="2000" kern="0" dirty="0">
                <a:latin typeface="Times New Roman" panose="02020603050405020304" pitchFamily="18" charset="0"/>
                <a:cs typeface="Times New Roman" panose="02020603050405020304" pitchFamily="18" charset="0"/>
              </a:rPr>
              <a:t>external types and data into internal</a:t>
            </a:r>
            <a:r>
              <a:rPr lang="zh-CN" altLang="en-US" sz="2000" kern="0" dirty="0">
                <a:latin typeface="Times New Roman" panose="02020603050405020304" pitchFamily="18" charset="0"/>
                <a:cs typeface="Times New Roman" panose="02020603050405020304" pitchFamily="18" charset="0"/>
              </a:rPr>
              <a:t> </a:t>
            </a:r>
            <a:r>
              <a:rPr lang="en" altLang="zh-CN" sz="2000" kern="0" dirty="0">
                <a:latin typeface="Times New Roman" panose="02020603050405020304" pitchFamily="18" charset="0"/>
                <a:cs typeface="Times New Roman" panose="02020603050405020304" pitchFamily="18" charset="0"/>
              </a:rPr>
              <a:t>/</a:t>
            </a:r>
            <a:r>
              <a:rPr lang="zh-CN" altLang="en-US" sz="2000" kern="0" dirty="0">
                <a:latin typeface="Times New Roman" panose="02020603050405020304" pitchFamily="18" charset="0"/>
                <a:cs typeface="Times New Roman" panose="02020603050405020304" pitchFamily="18" charset="0"/>
              </a:rPr>
              <a:t> </a:t>
            </a:r>
            <a:r>
              <a:rPr lang="en" altLang="zh-CN" sz="2000" kern="0" dirty="0">
                <a:latin typeface="Times New Roman" panose="02020603050405020304" pitchFamily="18" charset="0"/>
                <a:cs typeface="Times New Roman" panose="02020603050405020304" pitchFamily="18" charset="0"/>
              </a:rPr>
              <a:t>external types</a:t>
            </a:r>
            <a:r>
              <a:rPr lang="en-US" altLang="zh-CN" sz="2000" kern="0" dirty="0">
                <a:latin typeface="Times New Roman" panose="02020603050405020304" pitchFamily="18" charset="0"/>
                <a:cs typeface="Times New Roman" panose="02020603050405020304" pitchFamily="18" charset="0"/>
              </a:rPr>
              <a:t>.</a:t>
            </a:r>
            <a:endParaRPr lang="en" altLang="zh-CN" sz="2000" kern="0" dirty="0">
              <a:latin typeface="Times New Roman" panose="02020603050405020304" pitchFamily="18" charset="0"/>
              <a:cs typeface="Times New Roman" panose="02020603050405020304" pitchFamily="18" charset="0"/>
            </a:endParaRPr>
          </a:p>
          <a:p>
            <a:pPr lvl="1"/>
            <a:r>
              <a:rPr lang="en" altLang="zh-CN" sz="2000" kern="0" dirty="0">
                <a:latin typeface="Times New Roman" panose="02020603050405020304" pitchFamily="18" charset="0"/>
                <a:cs typeface="Times New Roman" panose="02020603050405020304" pitchFamily="18" charset="0"/>
              </a:rPr>
              <a:t>Complete modularization via three steps</a:t>
            </a:r>
            <a:r>
              <a:rPr lang="en-US" altLang="zh-CN" sz="2000" kern="0" dirty="0">
                <a:latin typeface="Times New Roman" panose="02020603050405020304" pitchFamily="18" charset="0"/>
                <a:cs typeface="Times New Roman" panose="02020603050405020304" pitchFamily="18" charset="0"/>
              </a:rPr>
              <a:t>:</a:t>
            </a:r>
          </a:p>
          <a:p>
            <a:pPr lvl="2"/>
            <a:r>
              <a:rPr lang="en" altLang="zh-CN" sz="2000" kern="0" dirty="0">
                <a:latin typeface="Times New Roman" panose="02020603050405020304" pitchFamily="18" charset="0"/>
                <a:cs typeface="Times New Roman" panose="02020603050405020304" pitchFamily="18" charset="0"/>
              </a:rPr>
              <a:t>Information gathering (GCC Plugin collects kernel call graph/function properties)</a:t>
            </a:r>
          </a:p>
          <a:p>
            <a:pPr lvl="2"/>
            <a:r>
              <a:rPr lang="en" altLang="zh-CN" sz="2000" kern="0" dirty="0">
                <a:latin typeface="Times New Roman" panose="02020603050405020304" pitchFamily="18" charset="0"/>
                <a:cs typeface="Times New Roman" panose="02020603050405020304" pitchFamily="18" charset="0"/>
              </a:rPr>
              <a:t>Boundary analysis (Algorithm 1 classifies functions via call graph traversal)</a:t>
            </a:r>
          </a:p>
          <a:p>
            <a:pPr lvl="2"/>
            <a:r>
              <a:rPr lang="en" altLang="zh-CN" sz="2000" kern="0" dirty="0">
                <a:latin typeface="Times New Roman" panose="02020603050405020304" pitchFamily="18" charset="0"/>
                <a:cs typeface="Times New Roman" panose="02020603050405020304" pitchFamily="18" charset="0"/>
              </a:rPr>
              <a:t>Code extraction (GCC Plugin reorganizes scheduler code into an independent module directory.</a:t>
            </a:r>
          </a:p>
          <a:p>
            <a:pPr lvl="1"/>
            <a:endParaRPr lang="en" altLang="zh-CN" sz="2000" kern="0"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76FA8C88-5B9F-86F9-CB98-7FA696FF0438}"/>
              </a:ext>
            </a:extLst>
          </p:cNvPr>
          <p:cNvPicPr>
            <a:picLocks noChangeAspect="1"/>
          </p:cNvPicPr>
          <p:nvPr/>
        </p:nvPicPr>
        <p:blipFill>
          <a:blip r:embed="rId3"/>
          <a:stretch>
            <a:fillRect/>
          </a:stretch>
        </p:blipFill>
        <p:spPr>
          <a:xfrm>
            <a:off x="7073900" y="1296496"/>
            <a:ext cx="4330121" cy="4265007"/>
          </a:xfrm>
          <a:prstGeom prst="rect">
            <a:avLst/>
          </a:prstGeom>
        </p:spPr>
      </p:pic>
    </p:spTree>
    <p:extLst>
      <p:ext uri="{BB962C8B-B14F-4D97-AF65-F5344CB8AC3E}">
        <p14:creationId xmlns:p14="http://schemas.microsoft.com/office/powerpoint/2010/main" val="6290837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5209E-E482-1AD7-21F8-A1D715130F49}"/>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27D16FBC-5441-E7A3-A1D7-46D792EAA0E4}"/>
              </a:ext>
            </a:extLst>
          </p:cNvPr>
          <p:cNvSpPr>
            <a:spLocks noGrp="1"/>
          </p:cNvSpPr>
          <p:nvPr>
            <p:ph type="title"/>
          </p:nvPr>
        </p:nvSpPr>
        <p:spPr/>
        <p:txBody>
          <a:bodyPr/>
          <a:lstStyle/>
          <a:p>
            <a:r>
              <a:rPr lang="en-US" altLang="zh-CN" dirty="0" err="1">
                <a:latin typeface="Times New Roman" panose="02020603050405020304" pitchFamily="18" charset="0"/>
                <a:cs typeface="Times New Roman" panose="02020603050405020304" pitchFamily="18" charset="0"/>
              </a:rPr>
              <a:t>PlugSched</a:t>
            </a:r>
            <a:r>
              <a:rPr lang="en-US" altLang="zh-CN" dirty="0"/>
              <a:t> (4/4)</a:t>
            </a:r>
            <a:endParaRPr lang="zh-CN" altLang="en-US" dirty="0"/>
          </a:p>
        </p:txBody>
      </p:sp>
      <p:sp>
        <p:nvSpPr>
          <p:cNvPr id="4" name="灯片编号占位符 3">
            <a:extLst>
              <a:ext uri="{FF2B5EF4-FFF2-40B4-BE49-F238E27FC236}">
                <a16:creationId xmlns:a16="http://schemas.microsoft.com/office/drawing/2014/main" id="{849DF376-EB87-D554-332D-A3E91264214D}"/>
              </a:ext>
            </a:extLst>
          </p:cNvPr>
          <p:cNvSpPr>
            <a:spLocks noGrp="1"/>
          </p:cNvSpPr>
          <p:nvPr>
            <p:ph type="sldNum" sz="quarter" idx="10"/>
          </p:nvPr>
        </p:nvSpPr>
        <p:spPr/>
        <p:txBody>
          <a:bodyPr/>
          <a:lstStyle/>
          <a:p>
            <a:fld id="{D9B6BDF2-6896-4B98-8776-C18582F63BA5}" type="slidenum">
              <a:rPr lang="zh-TW" altLang="en-US" smtClean="0"/>
              <a:pPr/>
              <a:t>22</a:t>
            </a:fld>
            <a:endParaRPr lang="zh-TW" altLang="en-US" dirty="0"/>
          </a:p>
        </p:txBody>
      </p:sp>
      <p:sp>
        <p:nvSpPr>
          <p:cNvPr id="9" name="内容占位符 5">
            <a:extLst>
              <a:ext uri="{FF2B5EF4-FFF2-40B4-BE49-F238E27FC236}">
                <a16:creationId xmlns:a16="http://schemas.microsoft.com/office/drawing/2014/main" id="{CE4FF00D-74E0-22C8-D6DA-7D6ACAFF0DD5}"/>
              </a:ext>
            </a:extLst>
          </p:cNvPr>
          <p:cNvSpPr txBox="1">
            <a:spLocks/>
          </p:cNvSpPr>
          <p:nvPr/>
        </p:nvSpPr>
        <p:spPr bwMode="auto">
          <a:xfrm>
            <a:off x="624996" y="1125538"/>
            <a:ext cx="6017104" cy="21383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Results:</a:t>
            </a:r>
          </a:p>
          <a:p>
            <a:pPr lvl="1"/>
            <a:r>
              <a:rPr lang="en-US" altLang="zh-CN" sz="2000" kern="0" dirty="0">
                <a:latin typeface="Times New Roman" panose="02020603050405020304" pitchFamily="18" charset="0"/>
                <a:cs typeface="Times New Roman" panose="02020603050405020304" pitchFamily="18" charset="0"/>
              </a:rPr>
              <a:t>Low</a:t>
            </a:r>
            <a:r>
              <a:rPr lang="zh-CN" altLang="en-US" sz="2000" kern="0" dirty="0">
                <a:latin typeface="Times New Roman" panose="02020603050405020304" pitchFamily="18" charset="0"/>
                <a:cs typeface="Times New Roman" panose="02020603050405020304" pitchFamily="18" charset="0"/>
              </a:rPr>
              <a:t> </a:t>
            </a:r>
            <a:r>
              <a:rPr lang="en-US" altLang="zh-CN" sz="2000" kern="0" dirty="0">
                <a:latin typeface="Times New Roman" panose="02020603050405020304" pitchFamily="18" charset="0"/>
                <a:cs typeface="Times New Roman" panose="02020603050405020304" pitchFamily="18" charset="0"/>
              </a:rPr>
              <a:t>Downtime:</a:t>
            </a:r>
            <a:r>
              <a:rPr lang="zh-CN" altLang="en-US" sz="2000" kern="0" dirty="0">
                <a:latin typeface="Times New Roman" panose="02020603050405020304" pitchFamily="18" charset="0"/>
                <a:cs typeface="Times New Roman" panose="02020603050405020304" pitchFamily="18" charset="0"/>
              </a:rPr>
              <a:t> </a:t>
            </a:r>
            <a:r>
              <a:rPr lang="en" altLang="zh-CN" sz="2000" kern="0" dirty="0" err="1">
                <a:latin typeface="Times New Roman" panose="02020603050405020304" pitchFamily="18" charset="0"/>
                <a:cs typeface="Times New Roman" panose="02020603050405020304" pitchFamily="18" charset="0"/>
              </a:rPr>
              <a:t>Plugsched</a:t>
            </a:r>
            <a:r>
              <a:rPr lang="en" altLang="zh-CN" sz="2000" kern="0" dirty="0">
                <a:latin typeface="Times New Roman" panose="02020603050405020304" pitchFamily="18" charset="0"/>
                <a:cs typeface="Times New Roman" panose="02020603050405020304" pitchFamily="18" charset="0"/>
              </a:rPr>
              <a:t> achieves </a:t>
            </a:r>
            <a:r>
              <a:rPr lang="en" altLang="zh-CN" sz="2000" kern="0" dirty="0">
                <a:solidFill>
                  <a:srgbClr val="FF0000"/>
                </a:solidFill>
                <a:latin typeface="Times New Roman" panose="02020603050405020304" pitchFamily="18" charset="0"/>
                <a:cs typeface="Times New Roman" panose="02020603050405020304" pitchFamily="18" charset="0"/>
              </a:rPr>
              <a:t>2.1~2.6ms</a:t>
            </a:r>
            <a:r>
              <a:rPr lang="en" altLang="zh-CN" sz="2000" kern="0" dirty="0">
                <a:latin typeface="Times New Roman" panose="02020603050405020304" pitchFamily="18" charset="0"/>
                <a:cs typeface="Times New Roman" panose="02020603050405020304" pitchFamily="18" charset="0"/>
              </a:rPr>
              <a:t> upgrade downtime and </a:t>
            </a:r>
            <a:r>
              <a:rPr lang="en" altLang="zh-CN" sz="2000" kern="0" dirty="0">
                <a:solidFill>
                  <a:srgbClr val="FF0000"/>
                </a:solidFill>
                <a:latin typeface="Times New Roman" panose="02020603050405020304" pitchFamily="18" charset="0"/>
                <a:cs typeface="Times New Roman" panose="02020603050405020304" pitchFamily="18" charset="0"/>
              </a:rPr>
              <a:t>1.8~2.5ms</a:t>
            </a:r>
            <a:r>
              <a:rPr lang="en" altLang="zh-CN" sz="2000" kern="0" dirty="0">
                <a:latin typeface="Times New Roman" panose="02020603050405020304" pitchFamily="18" charset="0"/>
                <a:cs typeface="Times New Roman" panose="02020603050405020304" pitchFamily="18" charset="0"/>
              </a:rPr>
              <a:t> rollback downtime in experiments</a:t>
            </a:r>
          </a:p>
          <a:p>
            <a:pPr lvl="1"/>
            <a:r>
              <a:rPr lang="en" altLang="zh-CN" sz="2000" kern="0" dirty="0">
                <a:latin typeface="Times New Roman" panose="02020603050405020304" pitchFamily="18" charset="0"/>
                <a:cs typeface="Times New Roman" panose="02020603050405020304" pitchFamily="18" charset="0"/>
              </a:rPr>
              <a:t>Negligible Impact on Latency-Sensitive Workloads</a:t>
            </a:r>
            <a:r>
              <a:rPr lang="en-US" altLang="zh-CN" sz="2000" kern="0" dirty="0">
                <a:latin typeface="Times New Roman" panose="02020603050405020304" pitchFamily="18" charset="0"/>
                <a:cs typeface="Times New Roman" panose="02020603050405020304" pitchFamily="18" charset="0"/>
              </a:rPr>
              <a:t>.</a:t>
            </a:r>
          </a:p>
        </p:txBody>
      </p:sp>
      <p:sp>
        <p:nvSpPr>
          <p:cNvPr id="7" name="文本框 6">
            <a:extLst>
              <a:ext uri="{FF2B5EF4-FFF2-40B4-BE49-F238E27FC236}">
                <a16:creationId xmlns:a16="http://schemas.microsoft.com/office/drawing/2014/main" id="{5246FBE0-E3DA-1DFD-37A0-7345CECB046F}"/>
              </a:ext>
            </a:extLst>
          </p:cNvPr>
          <p:cNvSpPr txBox="1"/>
          <p:nvPr/>
        </p:nvSpPr>
        <p:spPr>
          <a:xfrm>
            <a:off x="1564217" y="5520338"/>
            <a:ext cx="4550254" cy="369332"/>
          </a:xfrm>
          <a:prstGeom prst="rect">
            <a:avLst/>
          </a:prstGeom>
          <a:noFill/>
        </p:spPr>
        <p:txBody>
          <a:bodyPr wrap="square">
            <a:spAutoFit/>
          </a:bodyPr>
          <a:lstStyle/>
          <a:p>
            <a:r>
              <a:rPr kumimoji="1" lang="en-US" altLang="zh-CN" sz="1800" dirty="0">
                <a:latin typeface="Times New Roman" panose="02020603050405020304" pitchFamily="18" charset="0"/>
                <a:ea typeface="標楷體" pitchFamily="65" charset="-120"/>
                <a:cs typeface="Times New Roman" panose="02020603050405020304" pitchFamily="18" charset="0"/>
              </a:rPr>
              <a:t>Table 2: </a:t>
            </a:r>
            <a:r>
              <a:rPr kumimoji="1" lang="en-US" altLang="zh-CN" dirty="0">
                <a:latin typeface="Times New Roman" panose="02020603050405020304" pitchFamily="18" charset="0"/>
                <a:ea typeface="標楷體" pitchFamily="65" charset="-120"/>
                <a:cs typeface="Times New Roman" panose="02020603050405020304" pitchFamily="18" charset="0"/>
              </a:rPr>
              <a:t>﻿﻿﻿﻿Breakdown of total time in </a:t>
            </a:r>
            <a:r>
              <a:rPr kumimoji="1" lang="en-US" altLang="zh-CN" dirty="0" err="1">
                <a:latin typeface="Times New Roman" panose="02020603050405020304" pitchFamily="18" charset="0"/>
                <a:ea typeface="標楷體" pitchFamily="65" charset="-120"/>
                <a:cs typeface="Times New Roman" panose="02020603050405020304" pitchFamily="18" charset="0"/>
              </a:rPr>
              <a:t>PlugSched</a:t>
            </a:r>
            <a:r>
              <a:rPr kumimoji="1" lang="en-US" altLang="zh-CN" dirty="0">
                <a:latin typeface="Times New Roman" panose="02020603050405020304" pitchFamily="18" charset="0"/>
                <a:ea typeface="標楷體" pitchFamily="65" charset="-120"/>
                <a:cs typeface="Times New Roman" panose="02020603050405020304" pitchFamily="18" charset="0"/>
              </a:rPr>
              <a:t>.</a:t>
            </a:r>
            <a:endParaRPr kumimoji="1" lang="zh-CN" altLang="en-US"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378BDE19-FD19-6790-C529-9C544B1D2F3D}"/>
              </a:ext>
            </a:extLst>
          </p:cNvPr>
          <p:cNvSpPr txBox="1"/>
          <p:nvPr/>
        </p:nvSpPr>
        <p:spPr>
          <a:xfrm>
            <a:off x="6953555" y="4338442"/>
            <a:ext cx="4792083" cy="646331"/>
          </a:xfrm>
          <a:prstGeom prst="rect">
            <a:avLst/>
          </a:prstGeom>
          <a:noFill/>
        </p:spPr>
        <p:txBody>
          <a:bodyPr wrap="square">
            <a:spAutoFit/>
          </a:bodyPr>
          <a:lstStyle/>
          <a:p>
            <a:r>
              <a:rPr kumimoji="1" lang="en-US" altLang="zh-CN" sz="1800" dirty="0">
                <a:latin typeface="Times New Roman" panose="02020603050405020304" pitchFamily="18" charset="0"/>
                <a:ea typeface="標楷體" pitchFamily="65" charset="-120"/>
                <a:cs typeface="Times New Roman" panose="02020603050405020304" pitchFamily="18" charset="0"/>
              </a:rPr>
              <a:t>Figure 13: </a:t>
            </a:r>
            <a:r>
              <a:rPr kumimoji="1" lang="en-US" altLang="zh-CN" dirty="0">
                <a:latin typeface="Times New Roman" panose="02020603050405020304" pitchFamily="18" charset="0"/>
                <a:ea typeface="標楷體" pitchFamily="65" charset="-120"/>
                <a:cs typeface="Times New Roman" panose="02020603050405020304" pitchFamily="18" charset="0"/>
              </a:rPr>
              <a:t>﻿﻿﻿﻿The processing throughout of Nginx when we use</a:t>
            </a:r>
            <a:r>
              <a:rPr kumimoji="1" lang="zh-CN" altLang="en-US" dirty="0">
                <a:latin typeface="Times New Roman" panose="02020603050405020304" pitchFamily="18" charset="0"/>
                <a:ea typeface="標楷體" pitchFamily="65" charset="-120"/>
                <a:cs typeface="Times New Roman" panose="02020603050405020304" pitchFamily="18" charset="0"/>
              </a:rPr>
              <a:t> </a:t>
            </a:r>
            <a:r>
              <a:rPr kumimoji="1" lang="en-US" altLang="zh-CN" dirty="0" err="1">
                <a:latin typeface="Times New Roman" panose="02020603050405020304" pitchFamily="18" charset="0"/>
                <a:ea typeface="標楷體" pitchFamily="65" charset="-120"/>
                <a:cs typeface="Times New Roman" panose="02020603050405020304" pitchFamily="18" charset="0"/>
              </a:rPr>
              <a:t>PlugSched</a:t>
            </a:r>
            <a:r>
              <a:rPr kumimoji="1" lang="en-US" altLang="zh-CN" dirty="0">
                <a:latin typeface="Times New Roman" panose="02020603050405020304" pitchFamily="18" charset="0"/>
                <a:ea typeface="標楷體" pitchFamily="65" charset="-120"/>
                <a:cs typeface="Times New Roman" panose="02020603050405020304" pitchFamily="18" charset="0"/>
              </a:rPr>
              <a:t> to update the scheduler</a:t>
            </a:r>
            <a:endParaRPr kumimoji="1" lang="zh-CN" altLang="en-US" dirty="0">
              <a:latin typeface="Times New Roman" panose="02020603050405020304" pitchFamily="18" charset="0"/>
              <a:cs typeface="Times New Roman" panose="02020603050405020304" pitchFamily="18" charset="0"/>
            </a:endParaRPr>
          </a:p>
        </p:txBody>
      </p:sp>
      <p:pic>
        <p:nvPicPr>
          <p:cNvPr id="11" name="图片 10">
            <a:extLst>
              <a:ext uri="{FF2B5EF4-FFF2-40B4-BE49-F238E27FC236}">
                <a16:creationId xmlns:a16="http://schemas.microsoft.com/office/drawing/2014/main" id="{C2090ADA-CB79-730C-73CB-6F46A0FFB347}"/>
              </a:ext>
            </a:extLst>
          </p:cNvPr>
          <p:cNvPicPr>
            <a:picLocks noChangeAspect="1"/>
          </p:cNvPicPr>
          <p:nvPr/>
        </p:nvPicPr>
        <p:blipFill>
          <a:blip r:embed="rId3"/>
          <a:stretch>
            <a:fillRect/>
          </a:stretch>
        </p:blipFill>
        <p:spPr>
          <a:xfrm>
            <a:off x="1516644" y="3245455"/>
            <a:ext cx="4792083" cy="2223697"/>
          </a:xfrm>
          <a:prstGeom prst="rect">
            <a:avLst/>
          </a:prstGeom>
        </p:spPr>
      </p:pic>
      <p:pic>
        <p:nvPicPr>
          <p:cNvPr id="12" name="图片 11">
            <a:extLst>
              <a:ext uri="{FF2B5EF4-FFF2-40B4-BE49-F238E27FC236}">
                <a16:creationId xmlns:a16="http://schemas.microsoft.com/office/drawing/2014/main" id="{16FC40B8-5528-81B7-DD4D-9E485DCF8CE4}"/>
              </a:ext>
            </a:extLst>
          </p:cNvPr>
          <p:cNvPicPr>
            <a:picLocks noChangeAspect="1"/>
          </p:cNvPicPr>
          <p:nvPr/>
        </p:nvPicPr>
        <p:blipFill>
          <a:blip r:embed="rId4"/>
          <a:stretch>
            <a:fillRect/>
          </a:stretch>
        </p:blipFill>
        <p:spPr>
          <a:xfrm>
            <a:off x="6756534" y="1881483"/>
            <a:ext cx="4989104" cy="2475820"/>
          </a:xfrm>
          <a:prstGeom prst="rect">
            <a:avLst/>
          </a:prstGeom>
        </p:spPr>
      </p:pic>
    </p:spTree>
    <p:extLst>
      <p:ext uri="{BB962C8B-B14F-4D97-AF65-F5344CB8AC3E}">
        <p14:creationId xmlns:p14="http://schemas.microsoft.com/office/powerpoint/2010/main" val="5439491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7DFBA-30C0-4AB8-1A91-47C4A0AAC21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19809CD-E51E-A1E9-328A-0ABC240DBE85}"/>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5E939000-19AA-757D-E55C-626DBAE9E1F9}"/>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 (3 min)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Background &amp; Motivation (5 min)</a:t>
            </a:r>
          </a:p>
          <a:p>
            <a:r>
              <a:rPr lang="en-US" altLang="zh-CN" sz="2933" dirty="0">
                <a:solidFill>
                  <a:srgbClr val="FF0000"/>
                </a:solidFill>
                <a:latin typeface="Times New Roman" panose="02020603050405020304" pitchFamily="18" charset="0"/>
                <a:cs typeface="Times New Roman" panose="02020603050405020304" pitchFamily="18" charset="0"/>
              </a:rPr>
              <a:t>Proposed Methods (15 min)</a:t>
            </a:r>
          </a:p>
          <a:p>
            <a:pPr lvl="1"/>
            <a:r>
              <a:rPr lang="en-US" altLang="zh-CN" sz="2400" dirty="0">
                <a:latin typeface="Times New Roman" panose="02020603050405020304" pitchFamily="18" charset="0"/>
                <a:cs typeface="Times New Roman" panose="02020603050405020304" pitchFamily="18" charset="0"/>
              </a:rPr>
              <a:t>﻿Application-Specific</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OS (3 min)</a:t>
            </a:r>
          </a:p>
          <a:p>
            <a:pPr lvl="1"/>
            <a:r>
              <a:rPr lang="en-US" altLang="zh-CN" sz="2400" dirty="0">
                <a:latin typeface="Times New Roman" panose="02020603050405020304" pitchFamily="18" charset="0"/>
                <a:cs typeface="Times New Roman" panose="02020603050405020304" pitchFamily="18" charset="0"/>
              </a:rPr>
              <a:t>﻿One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Profile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Fits</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All (3 min)</a:t>
            </a:r>
          </a:p>
          <a:p>
            <a:pPr lvl="1"/>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PlugSched</a:t>
            </a:r>
            <a:r>
              <a:rPr lang="en-US" altLang="zh-CN" sz="2400" dirty="0">
                <a:latin typeface="Times New Roman" panose="02020603050405020304" pitchFamily="18" charset="0"/>
                <a:cs typeface="Times New Roman" panose="02020603050405020304" pitchFamily="18" charset="0"/>
              </a:rPr>
              <a:t> (4 min)</a:t>
            </a:r>
          </a:p>
          <a:p>
            <a:pPr lvl="1"/>
            <a:r>
              <a:rPr lang="en-US" altLang="zh-CN" sz="2400" dirty="0">
                <a:solidFill>
                  <a:srgbClr val="FF0000"/>
                </a:solidFill>
                <a:latin typeface="Times New Roman" panose="02020603050405020304" pitchFamily="18" charset="0"/>
                <a:cs typeface="Times New Roman" panose="02020603050405020304" pitchFamily="18" charset="0"/>
              </a:rPr>
              <a:t>My</a:t>
            </a:r>
            <a:r>
              <a:rPr lang="zh-CN" altLang="en-US" sz="2400" dirty="0">
                <a:solidFill>
                  <a:srgbClr val="FF0000"/>
                </a:solidFill>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Method</a:t>
            </a:r>
            <a:r>
              <a:rPr lang="zh-CN" altLang="en-US" sz="2400" dirty="0">
                <a:solidFill>
                  <a:srgbClr val="FF0000"/>
                </a:solidFill>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(5</a:t>
            </a:r>
            <a:r>
              <a:rPr lang="zh-CN" altLang="en-US" sz="2400" dirty="0">
                <a:solidFill>
                  <a:srgbClr val="FF0000"/>
                </a:solidFill>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min)</a:t>
            </a:r>
          </a:p>
          <a:p>
            <a:r>
              <a:rPr lang="en-US" altLang="zh-CN" sz="2933" dirty="0">
                <a:latin typeface="Times New Roman" panose="02020603050405020304" pitchFamily="18" charset="0"/>
                <a:cs typeface="Times New Roman" panose="02020603050405020304" pitchFamily="18" charset="0"/>
              </a:rPr>
              <a:t>Conclusions (2 min)</a:t>
            </a:r>
          </a:p>
          <a:p>
            <a:r>
              <a:rPr lang="en-US" altLang="zh-CN" sz="2933" dirty="0">
                <a:latin typeface="Times New Roman" panose="02020603050405020304" pitchFamily="18" charset="0"/>
                <a:cs typeface="Times New Roman" panose="02020603050405020304" pitchFamily="18" charset="0"/>
              </a:rPr>
              <a:t>Q &amp; A (5 min)</a:t>
            </a:r>
          </a:p>
        </p:txBody>
      </p:sp>
      <p:sp>
        <p:nvSpPr>
          <p:cNvPr id="5" name="灯片编号占位符 1">
            <a:extLst>
              <a:ext uri="{FF2B5EF4-FFF2-40B4-BE49-F238E27FC236}">
                <a16:creationId xmlns:a16="http://schemas.microsoft.com/office/drawing/2014/main" id="{00DF26E5-ED9C-0469-EA2D-F9AC0534BB0B}"/>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23</a:t>
            </a:fld>
            <a:endParaRPr lang="zh-TW" altLang="en-US"/>
          </a:p>
        </p:txBody>
      </p:sp>
    </p:spTree>
    <p:extLst>
      <p:ext uri="{BB962C8B-B14F-4D97-AF65-F5344CB8AC3E}">
        <p14:creationId xmlns:p14="http://schemas.microsoft.com/office/powerpoint/2010/main" val="2014656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F4BC3-4764-604D-5FF0-09BE654AB4DF}"/>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483581C9-6D4E-835C-1648-715664F89334}"/>
              </a:ext>
            </a:extLst>
          </p:cNvPr>
          <p:cNvSpPr>
            <a:spLocks noGrp="1"/>
          </p:cNvSpPr>
          <p:nvPr>
            <p:ph type="title"/>
          </p:nvPr>
        </p:nvSpPr>
        <p:spPr/>
        <p:txBody>
          <a:bodyPr/>
          <a:lstStyle/>
          <a:p>
            <a:r>
              <a:rPr lang="en-US" altLang="zh-CN" dirty="0"/>
              <a:t>My</a:t>
            </a:r>
            <a:r>
              <a:rPr lang="zh-CN" altLang="en-US" dirty="0"/>
              <a:t> </a:t>
            </a:r>
            <a:r>
              <a:rPr lang="en-US" altLang="zh-CN" dirty="0"/>
              <a:t>Method (1/3)</a:t>
            </a:r>
            <a:endParaRPr lang="zh-CN" altLang="en-US" dirty="0"/>
          </a:p>
        </p:txBody>
      </p:sp>
      <p:sp>
        <p:nvSpPr>
          <p:cNvPr id="4" name="灯片编号占位符 3">
            <a:extLst>
              <a:ext uri="{FF2B5EF4-FFF2-40B4-BE49-F238E27FC236}">
                <a16:creationId xmlns:a16="http://schemas.microsoft.com/office/drawing/2014/main" id="{D26DF822-C59B-D024-3279-7783BB20AE19}"/>
              </a:ext>
            </a:extLst>
          </p:cNvPr>
          <p:cNvSpPr>
            <a:spLocks noGrp="1"/>
          </p:cNvSpPr>
          <p:nvPr>
            <p:ph type="sldNum" sz="quarter" idx="10"/>
          </p:nvPr>
        </p:nvSpPr>
        <p:spPr/>
        <p:txBody>
          <a:bodyPr/>
          <a:lstStyle/>
          <a:p>
            <a:fld id="{D9B6BDF2-6896-4B98-8776-C18582F63BA5}" type="slidenum">
              <a:rPr lang="zh-TW" altLang="en-US" smtClean="0"/>
              <a:pPr/>
              <a:t>24</a:t>
            </a:fld>
            <a:endParaRPr lang="zh-TW" altLang="en-US" dirty="0"/>
          </a:p>
        </p:txBody>
      </p:sp>
      <p:sp>
        <p:nvSpPr>
          <p:cNvPr id="3" name="内容占位符 5">
            <a:extLst>
              <a:ext uri="{FF2B5EF4-FFF2-40B4-BE49-F238E27FC236}">
                <a16:creationId xmlns:a16="http://schemas.microsoft.com/office/drawing/2014/main" id="{05A4ED3F-AEC9-188B-4770-69C21F907566}"/>
              </a:ext>
            </a:extLst>
          </p:cNvPr>
          <p:cNvSpPr txBox="1">
            <a:spLocks/>
          </p:cNvSpPr>
          <p:nvPr/>
        </p:nvSpPr>
        <p:spPr bwMode="auto">
          <a:xfrm>
            <a:off x="624995" y="1126359"/>
            <a:ext cx="5305905" cy="457594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Motivations:</a:t>
            </a:r>
          </a:p>
          <a:p>
            <a:pPr lvl="1"/>
            <a:r>
              <a:rPr lang="en-US" altLang="zh-CN" sz="2000" b="1" kern="0" dirty="0">
                <a:latin typeface="Times New Roman" panose="02020603050405020304" pitchFamily="18" charset="0"/>
                <a:cs typeface="Times New Roman" panose="02020603050405020304" pitchFamily="18" charset="0"/>
              </a:rPr>
              <a:t>Kernel</a:t>
            </a:r>
            <a:r>
              <a:rPr lang="zh-CN" altLang="en-US" sz="2000" b="1"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PGO</a:t>
            </a:r>
            <a:r>
              <a:rPr lang="zh-CN" altLang="en-US" sz="2000" b="1"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Deployment</a:t>
            </a:r>
            <a:r>
              <a:rPr lang="zh-CN" altLang="en-US" sz="2000" b="1"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Limitation:</a:t>
            </a:r>
            <a:r>
              <a:rPr lang="zh-CN" altLang="en-US" sz="2000" b="1" kern="0" dirty="0">
                <a:latin typeface="Times New Roman" panose="02020603050405020304" pitchFamily="18" charset="0"/>
                <a:cs typeface="Times New Roman" panose="02020603050405020304" pitchFamily="18" charset="0"/>
              </a:rPr>
              <a:t> </a:t>
            </a:r>
            <a:r>
              <a:rPr lang="en" altLang="zh-CN" sz="2000" dirty="0">
                <a:latin typeface="Times New Roman" panose="02020603050405020304" pitchFamily="18" charset="0"/>
                <a:cs typeface="Times New Roman" panose="02020603050405020304" pitchFamily="18" charset="0"/>
              </a:rPr>
              <a:t>Current PGO kernel adopt the whole-kernel update mode</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en" altLang="zh-CN" sz="2000" dirty="0">
                <a:latin typeface="Times New Roman" panose="02020603050405020304" pitchFamily="18" charset="0"/>
                <a:cs typeface="Times New Roman" panose="02020603050405020304" pitchFamily="18" charset="0"/>
              </a:rPr>
              <a:t>relying on system shutdown/reboot for deployment without supporting hot dynamic updates</a:t>
            </a:r>
            <a:r>
              <a:rPr lang="en-US" altLang="zh-CN" sz="2000" dirty="0">
                <a:latin typeface="Times New Roman" panose="02020603050405020304" pitchFamily="18" charset="0"/>
                <a:cs typeface="Times New Roman" panose="02020603050405020304" pitchFamily="18" charset="0"/>
              </a:rPr>
              <a:t>.</a:t>
            </a:r>
            <a:endParaRPr lang="en-US" altLang="zh-CN" sz="2000" kern="0" dirty="0">
              <a:latin typeface="Times New Roman" panose="02020603050405020304" pitchFamily="18" charset="0"/>
              <a:cs typeface="Times New Roman" panose="02020603050405020304" pitchFamily="18" charset="0"/>
            </a:endParaRPr>
          </a:p>
          <a:p>
            <a:r>
              <a:rPr lang="en-US" altLang="zh-CN" sz="2400" kern="0" dirty="0">
                <a:latin typeface="Times New Roman" panose="02020603050405020304" pitchFamily="18" charset="0"/>
                <a:cs typeface="Times New Roman" panose="02020603050405020304" pitchFamily="18" charset="0"/>
              </a:rPr>
              <a:t>Method:</a:t>
            </a:r>
          </a:p>
          <a:p>
            <a:pPr lvl="1"/>
            <a:r>
              <a:rPr lang="en" altLang="zh-CN" sz="2000" dirty="0">
                <a:latin typeface="Times New Roman" panose="02020603050405020304" pitchFamily="18" charset="0"/>
                <a:cs typeface="Times New Roman" panose="02020603050405020304" pitchFamily="18" charset="0"/>
              </a:rPr>
              <a:t>Combine </a:t>
            </a:r>
            <a:r>
              <a:rPr lang="en" altLang="zh-CN" sz="2000" dirty="0" err="1">
                <a:latin typeface="Times New Roman" panose="02020603050405020304" pitchFamily="18" charset="0"/>
                <a:cs typeface="Times New Roman" panose="02020603050405020304" pitchFamily="18" charset="0"/>
              </a:rPr>
              <a:t>Plugsched</a:t>
            </a:r>
            <a:r>
              <a:rPr lang="en" altLang="zh-CN" sz="2000" dirty="0">
                <a:latin typeface="Times New Roman" panose="02020603050405020304" pitchFamily="18" charset="0"/>
                <a:cs typeface="Times New Roman" panose="02020603050405020304" pitchFamily="18" charset="0"/>
              </a:rPr>
              <a:t> with PGO to implement a </a:t>
            </a:r>
            <a:r>
              <a:rPr lang="en" altLang="zh-CN" sz="2000" dirty="0">
                <a:solidFill>
                  <a:srgbClr val="FF0000"/>
                </a:solidFill>
                <a:latin typeface="Times New Roman" panose="02020603050405020304" pitchFamily="18" charset="0"/>
                <a:cs typeface="Times New Roman" panose="02020603050405020304" pitchFamily="18" charset="0"/>
              </a:rPr>
              <a:t>hot-upgradable</a:t>
            </a:r>
            <a:r>
              <a:rPr lang="en" altLang="zh-CN" sz="2000" dirty="0">
                <a:latin typeface="Times New Roman" panose="02020603050405020304" pitchFamily="18" charset="0"/>
                <a:cs typeface="Times New Roman" panose="02020603050405020304" pitchFamily="18" charset="0"/>
              </a:rPr>
              <a:t> module acceleration solution for Linux kernel.</a:t>
            </a:r>
            <a:endParaRPr lang="en-US" altLang="zh-CN" sz="2000" dirty="0">
              <a:latin typeface="Times New Roman" panose="02020603050405020304" pitchFamily="18" charset="0"/>
              <a:cs typeface="Times New Roman" panose="02020603050405020304" pitchFamily="18" charset="0"/>
            </a:endParaRPr>
          </a:p>
        </p:txBody>
      </p:sp>
      <p:pic>
        <p:nvPicPr>
          <p:cNvPr id="37" name="图片 36">
            <a:extLst>
              <a:ext uri="{FF2B5EF4-FFF2-40B4-BE49-F238E27FC236}">
                <a16:creationId xmlns:a16="http://schemas.microsoft.com/office/drawing/2014/main" id="{354D4E31-1F3B-A89D-18B6-2C91873624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97628" y="1294856"/>
            <a:ext cx="4704722" cy="3315244"/>
          </a:xfrm>
          <a:prstGeom prst="rect">
            <a:avLst/>
          </a:prstGeom>
        </p:spPr>
      </p:pic>
      <p:sp>
        <p:nvSpPr>
          <p:cNvPr id="38" name="文本框 37">
            <a:extLst>
              <a:ext uri="{FF2B5EF4-FFF2-40B4-BE49-F238E27FC236}">
                <a16:creationId xmlns:a16="http://schemas.microsoft.com/office/drawing/2014/main" id="{2AAC0697-1450-4B4C-CD6B-2EB2B7A6809D}"/>
              </a:ext>
            </a:extLst>
          </p:cNvPr>
          <p:cNvSpPr txBox="1"/>
          <p:nvPr/>
        </p:nvSpPr>
        <p:spPr>
          <a:xfrm>
            <a:off x="6572555" y="4745173"/>
            <a:ext cx="4792083" cy="369332"/>
          </a:xfrm>
          <a:prstGeom prst="rect">
            <a:avLst/>
          </a:prstGeom>
          <a:noFill/>
        </p:spPr>
        <p:txBody>
          <a:bodyPr wrap="square">
            <a:spAutoFit/>
          </a:bodyPr>
          <a:lstStyle/>
          <a:p>
            <a:r>
              <a:rPr kumimoji="1" lang="en-US" altLang="zh-CN" sz="1800" dirty="0">
                <a:latin typeface="Times New Roman" panose="02020603050405020304" pitchFamily="18" charset="0"/>
                <a:ea typeface="標楷體" pitchFamily="65" charset="-120"/>
                <a:cs typeface="Times New Roman" panose="02020603050405020304" pitchFamily="18" charset="0"/>
              </a:rPr>
              <a:t>Figure 14: </a:t>
            </a:r>
            <a:r>
              <a:rPr kumimoji="1" lang="en-US" altLang="zh-CN" dirty="0">
                <a:latin typeface="Times New Roman" panose="02020603050405020304" pitchFamily="18" charset="0"/>
                <a:ea typeface="標楷體" pitchFamily="65" charset="-120"/>
                <a:cs typeface="Times New Roman" panose="02020603050405020304" pitchFamily="18" charset="0"/>
              </a:rPr>
              <a:t>﻿﻿﻿﻿ The work flow of </a:t>
            </a:r>
            <a:r>
              <a:rPr kumimoji="1" lang="en-US" altLang="zh-CN" dirty="0" err="1">
                <a:latin typeface="Times New Roman" panose="02020603050405020304" pitchFamily="18" charset="0"/>
                <a:ea typeface="標楷體" pitchFamily="65" charset="-120"/>
                <a:cs typeface="Times New Roman" panose="02020603050405020304" pitchFamily="18" charset="0"/>
              </a:rPr>
              <a:t>PlugPGO</a:t>
            </a:r>
            <a:endParaRPr kumimoji="1"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69098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BDC0C-27D4-3921-29B3-FE9C7D5B66E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5C04A3E2-3E3E-0E19-C58D-FA2E7AD9895D}"/>
              </a:ext>
            </a:extLst>
          </p:cNvPr>
          <p:cNvSpPr>
            <a:spLocks noGrp="1"/>
          </p:cNvSpPr>
          <p:nvPr>
            <p:ph type="title"/>
          </p:nvPr>
        </p:nvSpPr>
        <p:spPr/>
        <p:txBody>
          <a:bodyPr/>
          <a:lstStyle/>
          <a:p>
            <a:r>
              <a:rPr lang="en-US" altLang="zh-CN" dirty="0"/>
              <a:t>My</a:t>
            </a:r>
            <a:r>
              <a:rPr lang="zh-CN" altLang="en-US" dirty="0"/>
              <a:t> </a:t>
            </a:r>
            <a:r>
              <a:rPr lang="en-US" altLang="zh-CN" dirty="0"/>
              <a:t>Method (2/3)</a:t>
            </a:r>
            <a:endParaRPr lang="zh-CN" altLang="en-US" dirty="0"/>
          </a:p>
        </p:txBody>
      </p:sp>
      <p:sp>
        <p:nvSpPr>
          <p:cNvPr id="4" name="灯片编号占位符 3">
            <a:extLst>
              <a:ext uri="{FF2B5EF4-FFF2-40B4-BE49-F238E27FC236}">
                <a16:creationId xmlns:a16="http://schemas.microsoft.com/office/drawing/2014/main" id="{751DEF2F-1699-AB44-96A3-94011D0F7ACB}"/>
              </a:ext>
            </a:extLst>
          </p:cNvPr>
          <p:cNvSpPr>
            <a:spLocks noGrp="1"/>
          </p:cNvSpPr>
          <p:nvPr>
            <p:ph type="sldNum" sz="quarter" idx="10"/>
          </p:nvPr>
        </p:nvSpPr>
        <p:spPr/>
        <p:txBody>
          <a:bodyPr/>
          <a:lstStyle/>
          <a:p>
            <a:fld id="{D9B6BDF2-6896-4B98-8776-C18582F63BA5}" type="slidenum">
              <a:rPr lang="zh-TW" altLang="en-US" smtClean="0"/>
              <a:pPr/>
              <a:t>25</a:t>
            </a:fld>
            <a:endParaRPr lang="zh-TW" altLang="en-US" dirty="0"/>
          </a:p>
        </p:txBody>
      </p:sp>
      <p:sp>
        <p:nvSpPr>
          <p:cNvPr id="3" name="内容占位符 5">
            <a:extLst>
              <a:ext uri="{FF2B5EF4-FFF2-40B4-BE49-F238E27FC236}">
                <a16:creationId xmlns:a16="http://schemas.microsoft.com/office/drawing/2014/main" id="{8AE9DA82-97FF-3AD6-94FF-47CB6CA8D70C}"/>
              </a:ext>
            </a:extLst>
          </p:cNvPr>
          <p:cNvSpPr txBox="1">
            <a:spLocks/>
          </p:cNvSpPr>
          <p:nvPr/>
        </p:nvSpPr>
        <p:spPr bwMode="auto">
          <a:xfrm>
            <a:off x="624995" y="1126359"/>
            <a:ext cx="5305905" cy="457594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Modifications:</a:t>
            </a:r>
          </a:p>
          <a:p>
            <a:pPr lvl="1"/>
            <a:r>
              <a:rPr lang="en-US" altLang="zh-CN" sz="2000" b="1" kern="0" dirty="0">
                <a:latin typeface="Times New Roman" panose="02020603050405020304" pitchFamily="18" charset="0"/>
                <a:cs typeface="Times New Roman" panose="02020603050405020304" pitchFamily="18" charset="0"/>
              </a:rPr>
              <a:t>Remove Data Restoration</a:t>
            </a:r>
            <a:r>
              <a:rPr lang="zh-CN" altLang="en-US" sz="2000" b="1"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&amp;</a:t>
            </a:r>
            <a:r>
              <a:rPr lang="zh-CN" altLang="en-US" sz="2000" b="1"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Stack</a:t>
            </a:r>
            <a:r>
              <a:rPr lang="zh-CN" altLang="en-US" sz="2000" b="1" kern="0" dirty="0">
                <a:latin typeface="Times New Roman" panose="02020603050405020304" pitchFamily="18" charset="0"/>
                <a:cs typeface="Times New Roman" panose="02020603050405020304" pitchFamily="18" charset="0"/>
              </a:rPr>
              <a:t> </a:t>
            </a:r>
            <a:r>
              <a:rPr lang="en-US" altLang="zh-CN" sz="2000" b="1" kern="0" dirty="0">
                <a:latin typeface="Times New Roman" panose="02020603050405020304" pitchFamily="18" charset="0"/>
                <a:cs typeface="Times New Roman" panose="02020603050405020304" pitchFamily="18" charset="0"/>
              </a:rPr>
              <a:t>Check: </a:t>
            </a:r>
            <a:r>
              <a:rPr lang="en" altLang="zh-CN" sz="2000" kern="0" dirty="0">
                <a:latin typeface="Times New Roman" panose="02020603050405020304" pitchFamily="18" charset="0"/>
                <a:cs typeface="Times New Roman" panose="02020603050405020304" pitchFamily="18" charset="0"/>
              </a:rPr>
              <a:t>Since all our data utilizes the system’s current data without creating new variables, data Restoration</a:t>
            </a:r>
            <a:r>
              <a:rPr lang="zh-CN" altLang="en-US" sz="2000" kern="0" dirty="0">
                <a:latin typeface="Times New Roman" panose="02020603050405020304" pitchFamily="18" charset="0"/>
                <a:cs typeface="Times New Roman" panose="02020603050405020304" pitchFamily="18" charset="0"/>
              </a:rPr>
              <a:t> </a:t>
            </a:r>
            <a:r>
              <a:rPr lang="en-US" altLang="zh-CN" sz="2000" kern="0" dirty="0">
                <a:latin typeface="Times New Roman" panose="02020603050405020304" pitchFamily="18" charset="0"/>
                <a:cs typeface="Times New Roman" panose="02020603050405020304" pitchFamily="18" charset="0"/>
              </a:rPr>
              <a:t>and stack check</a:t>
            </a:r>
            <a:r>
              <a:rPr lang="en" altLang="zh-CN" sz="2000" kern="0" dirty="0">
                <a:latin typeface="Times New Roman" panose="02020603050405020304" pitchFamily="18" charset="0"/>
                <a:cs typeface="Times New Roman" panose="02020603050405020304" pitchFamily="18" charset="0"/>
              </a:rPr>
              <a:t> is not required</a:t>
            </a:r>
            <a:r>
              <a:rPr lang="en-US" altLang="zh-CN" sz="2000" kern="0" dirty="0">
                <a:latin typeface="Times New Roman" panose="02020603050405020304" pitchFamily="18" charset="0"/>
                <a:cs typeface="Times New Roman" panose="02020603050405020304" pitchFamily="18" charset="0"/>
              </a:rPr>
              <a:t>.</a:t>
            </a:r>
          </a:p>
          <a:p>
            <a:pPr lvl="1"/>
            <a:r>
              <a:rPr lang="en" altLang="zh-CN" sz="2000" b="1" dirty="0">
                <a:latin typeface="Times New Roman" panose="02020603050405020304" pitchFamily="18" charset="0"/>
                <a:cs typeface="Times New Roman" panose="02020603050405020304" pitchFamily="18" charset="0"/>
              </a:rPr>
              <a:t>Delayed Memory Release for Previous</a:t>
            </a:r>
            <a:r>
              <a:rPr lang="zh-CN" altLang="en-US" sz="2000" b="1" dirty="0">
                <a:latin typeface="Times New Roman" panose="02020603050405020304" pitchFamily="18" charset="0"/>
                <a:cs typeface="Times New Roman" panose="02020603050405020304" pitchFamily="18" charset="0"/>
              </a:rPr>
              <a:t> </a:t>
            </a:r>
            <a:r>
              <a:rPr lang="en" altLang="zh-CN" sz="2000" b="1" dirty="0">
                <a:latin typeface="Times New Roman" panose="02020603050405020304" pitchFamily="18" charset="0"/>
                <a:cs typeface="Times New Roman" panose="02020603050405020304" pitchFamily="18" charset="0"/>
              </a:rPr>
              <a:t>Modules</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 </a:t>
            </a:r>
            <a:r>
              <a:rPr lang="en" altLang="zh-CN" sz="2000" dirty="0">
                <a:latin typeface="Times New Roman" panose="02020603050405020304" pitchFamily="18" charset="0"/>
                <a:cs typeface="Times New Roman" panose="02020603050405020304" pitchFamily="18" charset="0"/>
              </a:rPr>
              <a:t>To ensure that no program runs in the abandoned code</a:t>
            </a:r>
            <a:r>
              <a:rPr lang="en-US" altLang="zh-CN" sz="2000" dirty="0">
                <a:latin typeface="Times New Roman" panose="02020603050405020304" pitchFamily="18" charset="0"/>
                <a:cs typeface="Times New Roman" panose="02020603050405020304" pitchFamily="18" charset="0"/>
              </a:rPr>
              <a:t>.</a:t>
            </a:r>
            <a:endParaRPr lang="en" altLang="zh-CN" sz="2000" dirty="0">
              <a:latin typeface="Times New Roman" panose="02020603050405020304" pitchFamily="18" charset="0"/>
              <a:cs typeface="Times New Roman" panose="02020603050405020304" pitchFamily="18" charset="0"/>
            </a:endParaRPr>
          </a:p>
          <a:p>
            <a:pPr lvl="1"/>
            <a:endParaRPr lang="en-US" altLang="zh-CN" sz="2000" b="1" dirty="0">
              <a:latin typeface="Times New Roman" panose="02020603050405020304" pitchFamily="18" charset="0"/>
              <a:cs typeface="Times New Roman" panose="02020603050405020304" pitchFamily="18" charset="0"/>
            </a:endParaRPr>
          </a:p>
        </p:txBody>
      </p:sp>
      <p:pic>
        <p:nvPicPr>
          <p:cNvPr id="37" name="图片 36">
            <a:extLst>
              <a:ext uri="{FF2B5EF4-FFF2-40B4-BE49-F238E27FC236}">
                <a16:creationId xmlns:a16="http://schemas.microsoft.com/office/drawing/2014/main" id="{8226B13C-2AB5-9FC1-A84F-B08177E061B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97628" y="1294856"/>
            <a:ext cx="4704722" cy="3315244"/>
          </a:xfrm>
          <a:prstGeom prst="rect">
            <a:avLst/>
          </a:prstGeom>
        </p:spPr>
      </p:pic>
      <p:sp>
        <p:nvSpPr>
          <p:cNvPr id="2" name="文本框 1">
            <a:extLst>
              <a:ext uri="{FF2B5EF4-FFF2-40B4-BE49-F238E27FC236}">
                <a16:creationId xmlns:a16="http://schemas.microsoft.com/office/drawing/2014/main" id="{AB981A01-B46B-F541-FAA9-23A8A159DBA6}"/>
              </a:ext>
            </a:extLst>
          </p:cNvPr>
          <p:cNvSpPr txBox="1"/>
          <p:nvPr/>
        </p:nvSpPr>
        <p:spPr>
          <a:xfrm>
            <a:off x="6572555" y="4745173"/>
            <a:ext cx="4792083" cy="369332"/>
          </a:xfrm>
          <a:prstGeom prst="rect">
            <a:avLst/>
          </a:prstGeom>
          <a:noFill/>
        </p:spPr>
        <p:txBody>
          <a:bodyPr wrap="square">
            <a:spAutoFit/>
          </a:bodyPr>
          <a:lstStyle/>
          <a:p>
            <a:r>
              <a:rPr kumimoji="1" lang="en-US" altLang="zh-CN" sz="1800" dirty="0">
                <a:latin typeface="Times New Roman" panose="02020603050405020304" pitchFamily="18" charset="0"/>
                <a:ea typeface="標楷體" pitchFamily="65" charset="-120"/>
                <a:cs typeface="Times New Roman" panose="02020603050405020304" pitchFamily="18" charset="0"/>
              </a:rPr>
              <a:t>Figure 14: </a:t>
            </a:r>
            <a:r>
              <a:rPr kumimoji="1" lang="en-US" altLang="zh-CN" dirty="0">
                <a:latin typeface="Times New Roman" panose="02020603050405020304" pitchFamily="18" charset="0"/>
                <a:ea typeface="標楷體" pitchFamily="65" charset="-120"/>
                <a:cs typeface="Times New Roman" panose="02020603050405020304" pitchFamily="18" charset="0"/>
              </a:rPr>
              <a:t>﻿﻿﻿﻿ The work flow of </a:t>
            </a:r>
            <a:r>
              <a:rPr kumimoji="1" lang="en-US" altLang="zh-CN" dirty="0" err="1">
                <a:latin typeface="Times New Roman" panose="02020603050405020304" pitchFamily="18" charset="0"/>
                <a:ea typeface="標楷體" pitchFamily="65" charset="-120"/>
                <a:cs typeface="Times New Roman" panose="02020603050405020304" pitchFamily="18" charset="0"/>
              </a:rPr>
              <a:t>PlugPGO</a:t>
            </a:r>
            <a:endParaRPr kumimoji="1"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38259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D88B4-F3F3-F6F3-D7F9-029CC225D986}"/>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FAEE3643-8477-52D0-DD3A-F413A3C15386}"/>
              </a:ext>
            </a:extLst>
          </p:cNvPr>
          <p:cNvSpPr>
            <a:spLocks noGrp="1"/>
          </p:cNvSpPr>
          <p:nvPr>
            <p:ph type="title"/>
          </p:nvPr>
        </p:nvSpPr>
        <p:spPr/>
        <p:txBody>
          <a:bodyPr/>
          <a:lstStyle/>
          <a:p>
            <a:r>
              <a:rPr lang="en-US" altLang="zh-CN" dirty="0"/>
              <a:t>My</a:t>
            </a:r>
            <a:r>
              <a:rPr lang="zh-CN" altLang="en-US" dirty="0"/>
              <a:t> </a:t>
            </a:r>
            <a:r>
              <a:rPr lang="en-US" altLang="zh-CN" dirty="0"/>
              <a:t>Method (3/3)</a:t>
            </a:r>
            <a:endParaRPr lang="zh-CN" altLang="en-US" dirty="0"/>
          </a:p>
        </p:txBody>
      </p:sp>
      <p:sp>
        <p:nvSpPr>
          <p:cNvPr id="4" name="灯片编号占位符 3">
            <a:extLst>
              <a:ext uri="{FF2B5EF4-FFF2-40B4-BE49-F238E27FC236}">
                <a16:creationId xmlns:a16="http://schemas.microsoft.com/office/drawing/2014/main" id="{780039DA-4A04-44DD-19EB-2EB66A6F7033}"/>
              </a:ext>
            </a:extLst>
          </p:cNvPr>
          <p:cNvSpPr>
            <a:spLocks noGrp="1"/>
          </p:cNvSpPr>
          <p:nvPr>
            <p:ph type="sldNum" sz="quarter" idx="10"/>
          </p:nvPr>
        </p:nvSpPr>
        <p:spPr/>
        <p:txBody>
          <a:bodyPr/>
          <a:lstStyle/>
          <a:p>
            <a:fld id="{D9B6BDF2-6896-4B98-8776-C18582F63BA5}" type="slidenum">
              <a:rPr lang="zh-TW" altLang="en-US" smtClean="0"/>
              <a:pPr/>
              <a:t>26</a:t>
            </a:fld>
            <a:endParaRPr lang="zh-TW" altLang="en-US" dirty="0"/>
          </a:p>
        </p:txBody>
      </p:sp>
      <p:sp>
        <p:nvSpPr>
          <p:cNvPr id="3" name="内容占位符 5">
            <a:extLst>
              <a:ext uri="{FF2B5EF4-FFF2-40B4-BE49-F238E27FC236}">
                <a16:creationId xmlns:a16="http://schemas.microsoft.com/office/drawing/2014/main" id="{E0B1E12F-CCC0-2FA6-F608-7B87EF975E06}"/>
              </a:ext>
            </a:extLst>
          </p:cNvPr>
          <p:cNvSpPr txBox="1">
            <a:spLocks/>
          </p:cNvSpPr>
          <p:nvPr/>
        </p:nvSpPr>
        <p:spPr bwMode="auto">
          <a:xfrm>
            <a:off x="624995" y="1126359"/>
            <a:ext cx="5471005" cy="457594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Experiments:</a:t>
            </a:r>
          </a:p>
          <a:p>
            <a:pPr lvl="1"/>
            <a:r>
              <a:rPr lang="en-US" altLang="zh-CN" sz="2000" b="1" kern="0" dirty="0">
                <a:latin typeface="Times New Roman" panose="02020603050405020304" pitchFamily="18" charset="0"/>
                <a:cs typeface="Times New Roman" panose="02020603050405020304" pitchFamily="18" charset="0"/>
              </a:rPr>
              <a:t>Benchmark:</a:t>
            </a:r>
            <a:r>
              <a:rPr lang="zh-CN" altLang="en-US" sz="2000" b="1" kern="0" dirty="0">
                <a:latin typeface="Times New Roman" panose="02020603050405020304" pitchFamily="18" charset="0"/>
                <a:cs typeface="Times New Roman" panose="02020603050405020304" pitchFamily="18" charset="0"/>
              </a:rPr>
              <a:t> </a:t>
            </a:r>
            <a:r>
              <a:rPr lang="en" altLang="zh-CN" sz="2000" kern="0" dirty="0">
                <a:latin typeface="Times New Roman" panose="02020603050405020304" pitchFamily="18" charset="0"/>
                <a:cs typeface="Times New Roman" panose="02020603050405020304" pitchFamily="18" charset="0"/>
              </a:rPr>
              <a:t>A</a:t>
            </a:r>
            <a:r>
              <a:rPr lang="en" altLang="zh-CN" sz="2000" dirty="0">
                <a:latin typeface="Times New Roman" panose="02020603050405020304" pitchFamily="18" charset="0"/>
                <a:cs typeface="Times New Roman" panose="02020603050405020304" pitchFamily="18" charset="0"/>
              </a:rPr>
              <a:t>dopt the simplest</a:t>
            </a:r>
            <a:r>
              <a:rPr lang="zh-CN" altLang="en-US" sz="2000" dirty="0">
                <a:latin typeface="Times New Roman" panose="02020603050405020304" pitchFamily="18" charset="0"/>
                <a:cs typeface="Times New Roman" panose="02020603050405020304" pitchFamily="18" charset="0"/>
              </a:rPr>
              <a:t> </a:t>
            </a:r>
            <a:r>
              <a:rPr lang="en" altLang="zh-CN" sz="2000" dirty="0" err="1">
                <a:latin typeface="Times New Roman" panose="02020603050405020304" pitchFamily="18" charset="0"/>
                <a:cs typeface="Times New Roman" panose="02020603050405020304" pitchFamily="18" charset="0"/>
              </a:rPr>
              <a:t>UnixBench</a:t>
            </a:r>
            <a:r>
              <a:rPr lang="en" altLang="zh-CN" sz="2000" dirty="0">
                <a:latin typeface="Times New Roman" panose="02020603050405020304" pitchFamily="18" charset="0"/>
                <a:cs typeface="Times New Roman" panose="02020603050405020304" pitchFamily="18" charset="0"/>
              </a:rPr>
              <a:t> as the benchmark for evaluation</a:t>
            </a:r>
            <a:r>
              <a:rPr lang="en-US" altLang="zh-CN" sz="2000" dirty="0">
                <a:latin typeface="Times New Roman" panose="02020603050405020304" pitchFamily="18" charset="0"/>
                <a:cs typeface="Times New Roman" panose="02020603050405020304" pitchFamily="18" charset="0"/>
              </a:rPr>
              <a:t>.</a:t>
            </a:r>
          </a:p>
          <a:p>
            <a:pPr lvl="1"/>
            <a:r>
              <a:rPr lang="en-US" altLang="zh-CN" sz="2000" b="1" dirty="0">
                <a:latin typeface="Times New Roman" panose="02020603050405020304" pitchFamily="18" charset="0"/>
                <a:cs typeface="Times New Roman" panose="02020603050405020304" pitchFamily="18" charset="0"/>
              </a:rPr>
              <a:t>Results:</a:t>
            </a:r>
            <a:r>
              <a:rPr lang="en-US" altLang="zh-CN" sz="2000" dirty="0">
                <a:latin typeface="Times New Roman" panose="02020603050405020304" pitchFamily="18" charset="0"/>
                <a:cs typeface="Times New Roman" panose="02020603050405020304" pitchFamily="18" charset="0"/>
              </a:rPr>
              <a:t> </a:t>
            </a:r>
            <a:r>
              <a:rPr lang="en" altLang="zh-CN" sz="2000" dirty="0">
                <a:latin typeface="Times New Roman" panose="02020603050405020304" pitchFamily="18" charset="0"/>
                <a:cs typeface="Times New Roman" panose="02020603050405020304" pitchFamily="18" charset="0"/>
              </a:rPr>
              <a:t>The performance of dynamic replacement, compared with that of static PGO, will lose part of the performance advantage</a:t>
            </a:r>
            <a:r>
              <a:rPr lang="en-US" altLang="zh-CN" sz="2000" dirty="0">
                <a:latin typeface="Times New Roman" panose="02020603050405020304" pitchFamily="18" charset="0"/>
                <a:cs typeface="Times New Roman" panose="02020603050405020304" pitchFamily="18" charset="0"/>
              </a:rPr>
              <a:t>.</a:t>
            </a:r>
            <a:endParaRPr lang="en" altLang="zh-CN" sz="2000" dirty="0">
              <a:latin typeface="Times New Roman" panose="02020603050405020304" pitchFamily="18" charset="0"/>
              <a:cs typeface="Times New Roman" panose="02020603050405020304" pitchFamily="18" charset="0"/>
            </a:endParaRPr>
          </a:p>
          <a:p>
            <a:pPr lvl="1"/>
            <a:endParaRPr lang="en-US" altLang="zh-CN" sz="2000" b="1"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9301BA8B-1AAD-AEC9-BF6B-1F6D5E67E67C}"/>
              </a:ext>
            </a:extLst>
          </p:cNvPr>
          <p:cNvSpPr txBox="1"/>
          <p:nvPr/>
        </p:nvSpPr>
        <p:spPr>
          <a:xfrm>
            <a:off x="6711975" y="3000044"/>
            <a:ext cx="4792083" cy="369332"/>
          </a:xfrm>
          <a:prstGeom prst="rect">
            <a:avLst/>
          </a:prstGeom>
          <a:noFill/>
        </p:spPr>
        <p:txBody>
          <a:bodyPr wrap="square">
            <a:spAutoFit/>
          </a:bodyPr>
          <a:lstStyle/>
          <a:p>
            <a:r>
              <a:rPr kumimoji="1" lang="en-US" altLang="zh-CN" sz="1800" dirty="0">
                <a:latin typeface="Times New Roman" panose="02020603050405020304" pitchFamily="18" charset="0"/>
                <a:ea typeface="標楷體" pitchFamily="65" charset="-120"/>
                <a:cs typeface="Times New Roman" panose="02020603050405020304" pitchFamily="18" charset="0"/>
              </a:rPr>
              <a:t>Table </a:t>
            </a:r>
            <a:r>
              <a:rPr kumimoji="1" lang="en-US" altLang="zh-CN" dirty="0">
                <a:latin typeface="Times New Roman" panose="02020603050405020304" pitchFamily="18" charset="0"/>
                <a:ea typeface="標楷體" pitchFamily="65" charset="-120"/>
                <a:cs typeface="Times New Roman" panose="02020603050405020304" pitchFamily="18" charset="0"/>
              </a:rPr>
              <a:t>3</a:t>
            </a:r>
            <a:r>
              <a:rPr kumimoji="1" lang="en-US" altLang="zh-CN" sz="1800" dirty="0">
                <a:latin typeface="Times New Roman" panose="02020603050405020304" pitchFamily="18" charset="0"/>
                <a:ea typeface="標楷體" pitchFamily="65" charset="-120"/>
                <a:cs typeface="Times New Roman" panose="02020603050405020304" pitchFamily="18" charset="0"/>
              </a:rPr>
              <a:t>:</a:t>
            </a:r>
            <a:r>
              <a:rPr kumimoji="1" lang="zh-CN" altLang="en-US" sz="1800" dirty="0">
                <a:latin typeface="Times New Roman" panose="02020603050405020304" pitchFamily="18" charset="0"/>
                <a:ea typeface="標楷體" pitchFamily="65" charset="-120"/>
                <a:cs typeface="Times New Roman" panose="02020603050405020304" pitchFamily="18" charset="0"/>
              </a:rPr>
              <a:t> </a:t>
            </a:r>
            <a:r>
              <a:rPr kumimoji="1" lang="en-US" altLang="zh-CN" sz="1800" dirty="0">
                <a:latin typeface="Times New Roman" panose="02020603050405020304" pitchFamily="18" charset="0"/>
                <a:ea typeface="標楷體" pitchFamily="65" charset="-120"/>
                <a:cs typeface="Times New Roman" panose="02020603050405020304" pitchFamily="18" charset="0"/>
              </a:rPr>
              <a:t>Swap</a:t>
            </a:r>
            <a:r>
              <a:rPr kumimoji="1" lang="zh-CN" altLang="en-US" sz="1800" dirty="0">
                <a:latin typeface="Times New Roman" panose="02020603050405020304" pitchFamily="18" charset="0"/>
                <a:ea typeface="標楷體" pitchFamily="65" charset="-120"/>
                <a:cs typeface="Times New Roman" panose="02020603050405020304" pitchFamily="18" charset="0"/>
              </a:rPr>
              <a:t> </a:t>
            </a:r>
            <a:r>
              <a:rPr kumimoji="1" lang="en-US" altLang="zh-CN" sz="1800" dirty="0">
                <a:latin typeface="Times New Roman" panose="02020603050405020304" pitchFamily="18" charset="0"/>
                <a:ea typeface="標楷體" pitchFamily="65" charset="-120"/>
                <a:cs typeface="Times New Roman" panose="02020603050405020304" pitchFamily="18" charset="0"/>
              </a:rPr>
              <a:t>Performance</a:t>
            </a:r>
            <a:r>
              <a:rPr kumimoji="1" lang="zh-CN" altLang="en-US" sz="1800" dirty="0">
                <a:latin typeface="Times New Roman" panose="02020603050405020304" pitchFamily="18" charset="0"/>
                <a:ea typeface="標楷體" pitchFamily="65" charset="-120"/>
                <a:cs typeface="Times New Roman" panose="02020603050405020304" pitchFamily="18" charset="0"/>
              </a:rPr>
              <a:t> </a:t>
            </a:r>
            <a:r>
              <a:rPr kumimoji="1" lang="en-US" altLang="zh-CN" sz="1800" dirty="0">
                <a:latin typeface="Times New Roman" panose="02020603050405020304" pitchFamily="18" charset="0"/>
                <a:ea typeface="標楷體" pitchFamily="65" charset="-120"/>
                <a:cs typeface="Times New Roman" panose="02020603050405020304" pitchFamily="18" charset="0"/>
              </a:rPr>
              <a:t>Comparison</a:t>
            </a:r>
            <a:endParaRPr kumimoji="1" lang="zh-CN" altLang="en-US"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B09191B8-D053-F7FA-FBC5-BAA5CE5213A6}"/>
              </a:ext>
            </a:extLst>
          </p:cNvPr>
          <p:cNvSpPr txBox="1"/>
          <p:nvPr/>
        </p:nvSpPr>
        <p:spPr>
          <a:xfrm>
            <a:off x="6774922" y="5163471"/>
            <a:ext cx="4792083" cy="369332"/>
          </a:xfrm>
          <a:prstGeom prst="rect">
            <a:avLst/>
          </a:prstGeom>
          <a:noFill/>
        </p:spPr>
        <p:txBody>
          <a:bodyPr wrap="square">
            <a:spAutoFit/>
          </a:bodyPr>
          <a:lstStyle/>
          <a:p>
            <a:r>
              <a:rPr kumimoji="1" lang="en-US" altLang="zh-CN" sz="1800" dirty="0">
                <a:latin typeface="Times New Roman" panose="02020603050405020304" pitchFamily="18" charset="0"/>
                <a:ea typeface="標楷體" pitchFamily="65" charset="-120"/>
                <a:cs typeface="Times New Roman" panose="02020603050405020304" pitchFamily="18" charset="0"/>
              </a:rPr>
              <a:t>Table </a:t>
            </a:r>
            <a:r>
              <a:rPr kumimoji="1" lang="en-US" altLang="zh-CN" dirty="0">
                <a:latin typeface="Times New Roman" panose="02020603050405020304" pitchFamily="18" charset="0"/>
                <a:ea typeface="標楷體" pitchFamily="65" charset="-120"/>
                <a:cs typeface="Times New Roman" panose="02020603050405020304" pitchFamily="18" charset="0"/>
              </a:rPr>
              <a:t>4</a:t>
            </a:r>
            <a:r>
              <a:rPr kumimoji="1" lang="en-US" altLang="zh-CN" sz="1800" dirty="0">
                <a:latin typeface="Times New Roman" panose="02020603050405020304" pitchFamily="18" charset="0"/>
                <a:ea typeface="標楷體" pitchFamily="65" charset="-120"/>
                <a:cs typeface="Times New Roman" panose="02020603050405020304" pitchFamily="18" charset="0"/>
              </a:rPr>
              <a:t>:</a:t>
            </a:r>
            <a:r>
              <a:rPr kumimoji="1" lang="zh-CN" altLang="en-US" sz="1800" dirty="0">
                <a:latin typeface="Times New Roman" panose="02020603050405020304" pitchFamily="18" charset="0"/>
                <a:ea typeface="標楷體" pitchFamily="65" charset="-120"/>
                <a:cs typeface="Times New Roman" panose="02020603050405020304" pitchFamily="18" charset="0"/>
              </a:rPr>
              <a:t> </a:t>
            </a:r>
            <a:r>
              <a:rPr kumimoji="1" lang="en-US" altLang="zh-CN" sz="1800" dirty="0">
                <a:latin typeface="Times New Roman" panose="02020603050405020304" pitchFamily="18" charset="0"/>
                <a:ea typeface="標楷體" pitchFamily="65" charset="-120"/>
                <a:cs typeface="Times New Roman" panose="02020603050405020304" pitchFamily="18" charset="0"/>
              </a:rPr>
              <a:t>Pipe</a:t>
            </a:r>
            <a:r>
              <a:rPr kumimoji="1" lang="zh-CN" altLang="en-US" sz="1800" dirty="0">
                <a:latin typeface="Times New Roman" panose="02020603050405020304" pitchFamily="18" charset="0"/>
                <a:ea typeface="標楷體" pitchFamily="65" charset="-120"/>
                <a:cs typeface="Times New Roman" panose="02020603050405020304" pitchFamily="18" charset="0"/>
              </a:rPr>
              <a:t> </a:t>
            </a:r>
            <a:r>
              <a:rPr kumimoji="1" lang="en-US" altLang="zh-CN" sz="1800" dirty="0">
                <a:latin typeface="Times New Roman" panose="02020603050405020304" pitchFamily="18" charset="0"/>
                <a:ea typeface="標楷體" pitchFamily="65" charset="-120"/>
                <a:cs typeface="Times New Roman" panose="02020603050405020304" pitchFamily="18" charset="0"/>
              </a:rPr>
              <a:t>Performance</a:t>
            </a:r>
            <a:r>
              <a:rPr kumimoji="1" lang="zh-CN" altLang="en-US" sz="1800" dirty="0">
                <a:latin typeface="Times New Roman" panose="02020603050405020304" pitchFamily="18" charset="0"/>
                <a:ea typeface="標楷體" pitchFamily="65" charset="-120"/>
                <a:cs typeface="Times New Roman" panose="02020603050405020304" pitchFamily="18" charset="0"/>
              </a:rPr>
              <a:t> </a:t>
            </a:r>
            <a:r>
              <a:rPr kumimoji="1" lang="en-US" altLang="zh-CN" sz="1800" dirty="0">
                <a:latin typeface="Times New Roman" panose="02020603050405020304" pitchFamily="18" charset="0"/>
                <a:ea typeface="標楷體" pitchFamily="65" charset="-120"/>
                <a:cs typeface="Times New Roman" panose="02020603050405020304" pitchFamily="18" charset="0"/>
              </a:rPr>
              <a:t>Comparison</a:t>
            </a:r>
            <a:endParaRPr kumimoji="1" lang="zh-CN" altLang="en-US" dirty="0">
              <a:latin typeface="Times New Roman" panose="02020603050405020304" pitchFamily="18" charset="0"/>
              <a:cs typeface="Times New Roman" panose="02020603050405020304" pitchFamily="18" charset="0"/>
            </a:endParaRPr>
          </a:p>
        </p:txBody>
      </p:sp>
      <p:pic>
        <p:nvPicPr>
          <p:cNvPr id="10" name="图片 9">
            <a:extLst>
              <a:ext uri="{FF2B5EF4-FFF2-40B4-BE49-F238E27FC236}">
                <a16:creationId xmlns:a16="http://schemas.microsoft.com/office/drawing/2014/main" id="{3E08C721-3187-BD29-F511-3711A2053D59}"/>
              </a:ext>
            </a:extLst>
          </p:cNvPr>
          <p:cNvPicPr>
            <a:picLocks noChangeAspect="1"/>
          </p:cNvPicPr>
          <p:nvPr/>
        </p:nvPicPr>
        <p:blipFill>
          <a:blip r:embed="rId3"/>
          <a:stretch>
            <a:fillRect/>
          </a:stretch>
        </p:blipFill>
        <p:spPr>
          <a:xfrm>
            <a:off x="6104446" y="1495387"/>
            <a:ext cx="5203778" cy="1410056"/>
          </a:xfrm>
          <a:prstGeom prst="rect">
            <a:avLst/>
          </a:prstGeom>
        </p:spPr>
      </p:pic>
      <p:pic>
        <p:nvPicPr>
          <p:cNvPr id="11" name="图片 10">
            <a:extLst>
              <a:ext uri="{FF2B5EF4-FFF2-40B4-BE49-F238E27FC236}">
                <a16:creationId xmlns:a16="http://schemas.microsoft.com/office/drawing/2014/main" id="{3852F241-BB0E-95F0-1410-F6AE9979BE48}"/>
              </a:ext>
            </a:extLst>
          </p:cNvPr>
          <p:cNvPicPr>
            <a:picLocks noChangeAspect="1"/>
          </p:cNvPicPr>
          <p:nvPr/>
        </p:nvPicPr>
        <p:blipFill>
          <a:blip r:embed="rId4"/>
          <a:stretch>
            <a:fillRect/>
          </a:stretch>
        </p:blipFill>
        <p:spPr>
          <a:xfrm>
            <a:off x="6104446" y="3636505"/>
            <a:ext cx="5203778" cy="1432365"/>
          </a:xfrm>
          <a:prstGeom prst="rect">
            <a:avLst/>
          </a:prstGeom>
        </p:spPr>
      </p:pic>
    </p:spTree>
    <p:extLst>
      <p:ext uri="{BB962C8B-B14F-4D97-AF65-F5344CB8AC3E}">
        <p14:creationId xmlns:p14="http://schemas.microsoft.com/office/powerpoint/2010/main" val="2188854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A1569-1C8A-A75B-AA8C-CBFD9A942A4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5FD0F90-BC42-AD9A-B028-3A6A98EF494D}"/>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D262ADC6-C586-5544-9190-31AE1B69DD32}"/>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 (3 min)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Background &amp; Motivation (5 min)</a:t>
            </a:r>
          </a:p>
          <a:p>
            <a:r>
              <a:rPr lang="en-US" altLang="zh-CN" sz="2933" dirty="0">
                <a:latin typeface="Times New Roman" panose="02020603050405020304" pitchFamily="18" charset="0"/>
                <a:cs typeface="Times New Roman" panose="02020603050405020304" pitchFamily="18" charset="0"/>
              </a:rPr>
              <a:t>Proposed Methods (15 min)</a:t>
            </a:r>
          </a:p>
          <a:p>
            <a:pPr lvl="1"/>
            <a:r>
              <a:rPr lang="en-US" altLang="zh-CN" sz="2400" dirty="0">
                <a:latin typeface="Times New Roman" panose="02020603050405020304" pitchFamily="18" charset="0"/>
                <a:cs typeface="Times New Roman" panose="02020603050405020304" pitchFamily="18" charset="0"/>
              </a:rPr>
              <a:t>﻿Application-Specific</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OS (3 min)</a:t>
            </a:r>
          </a:p>
          <a:p>
            <a:pPr lvl="1"/>
            <a:r>
              <a:rPr lang="en-US" altLang="zh-CN" sz="2400" dirty="0">
                <a:latin typeface="Times New Roman" panose="02020603050405020304" pitchFamily="18" charset="0"/>
                <a:cs typeface="Times New Roman" panose="02020603050405020304" pitchFamily="18" charset="0"/>
              </a:rPr>
              <a:t>﻿One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Profile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Fits</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All (3 min)</a:t>
            </a:r>
          </a:p>
          <a:p>
            <a:pPr lvl="1"/>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PlugSched</a:t>
            </a:r>
            <a:r>
              <a:rPr lang="en-US" altLang="zh-CN" sz="2400" dirty="0">
                <a:latin typeface="Times New Roman" panose="02020603050405020304" pitchFamily="18" charset="0"/>
                <a:cs typeface="Times New Roman" panose="02020603050405020304" pitchFamily="18" charset="0"/>
              </a:rPr>
              <a:t> (4 min)</a:t>
            </a:r>
          </a:p>
          <a:p>
            <a:pPr lvl="1"/>
            <a:r>
              <a:rPr lang="en-US" altLang="zh-CN" sz="2400" dirty="0">
                <a:latin typeface="Times New Roman" panose="02020603050405020304" pitchFamily="18" charset="0"/>
                <a:cs typeface="Times New Roman" panose="02020603050405020304" pitchFamily="18" charset="0"/>
              </a:rPr>
              <a:t>My</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Method</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min)</a:t>
            </a:r>
          </a:p>
          <a:p>
            <a:r>
              <a:rPr lang="en-US" altLang="zh-CN" sz="2933" dirty="0">
                <a:solidFill>
                  <a:srgbClr val="FF0000"/>
                </a:solidFill>
                <a:latin typeface="Times New Roman" panose="02020603050405020304" pitchFamily="18" charset="0"/>
                <a:cs typeface="Times New Roman" panose="02020603050405020304" pitchFamily="18" charset="0"/>
              </a:rPr>
              <a:t>Conclusions (2 min)</a:t>
            </a:r>
          </a:p>
          <a:p>
            <a:r>
              <a:rPr lang="en-US" altLang="zh-CN" sz="2933" dirty="0">
                <a:latin typeface="Times New Roman" panose="02020603050405020304" pitchFamily="18" charset="0"/>
                <a:cs typeface="Times New Roman" panose="02020603050405020304" pitchFamily="18" charset="0"/>
              </a:rPr>
              <a:t>Q &amp; A (5 min)</a:t>
            </a:r>
          </a:p>
        </p:txBody>
      </p:sp>
      <p:sp>
        <p:nvSpPr>
          <p:cNvPr id="5" name="灯片编号占位符 1">
            <a:extLst>
              <a:ext uri="{FF2B5EF4-FFF2-40B4-BE49-F238E27FC236}">
                <a16:creationId xmlns:a16="http://schemas.microsoft.com/office/drawing/2014/main" id="{3696C311-2F06-FD71-CA62-6247891B6742}"/>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27</a:t>
            </a:fld>
            <a:endParaRPr lang="zh-TW" altLang="en-US"/>
          </a:p>
        </p:txBody>
      </p:sp>
    </p:spTree>
    <p:extLst>
      <p:ext uri="{BB962C8B-B14F-4D97-AF65-F5344CB8AC3E}">
        <p14:creationId xmlns:p14="http://schemas.microsoft.com/office/powerpoint/2010/main" val="1994423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A2D34-6F5D-0C83-71A3-B5C5168E2D5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3AA9750D-869A-C200-2EE5-D8B1E07F9F12}"/>
              </a:ext>
            </a:extLst>
          </p:cNvPr>
          <p:cNvSpPr>
            <a:spLocks noGrp="1"/>
          </p:cNvSpPr>
          <p:nvPr>
            <p:ph type="title"/>
          </p:nvPr>
        </p:nvSpPr>
        <p:spPr/>
        <p:txBody>
          <a:bodyPr/>
          <a:lstStyle/>
          <a:p>
            <a:r>
              <a:rPr lang="en-US" altLang="zh-CN" dirty="0"/>
              <a:t>Conclusions (1/1)</a:t>
            </a:r>
            <a:endParaRPr lang="zh-CN" altLang="en-US" dirty="0"/>
          </a:p>
        </p:txBody>
      </p:sp>
      <p:sp>
        <p:nvSpPr>
          <p:cNvPr id="4" name="灯片编号占位符 3">
            <a:extLst>
              <a:ext uri="{FF2B5EF4-FFF2-40B4-BE49-F238E27FC236}">
                <a16:creationId xmlns:a16="http://schemas.microsoft.com/office/drawing/2014/main" id="{2A84A16E-E0AA-76E1-A1F6-A555003FF6A9}"/>
              </a:ext>
            </a:extLst>
          </p:cNvPr>
          <p:cNvSpPr>
            <a:spLocks noGrp="1"/>
          </p:cNvSpPr>
          <p:nvPr>
            <p:ph type="sldNum" sz="quarter" idx="10"/>
          </p:nvPr>
        </p:nvSpPr>
        <p:spPr/>
        <p:txBody>
          <a:bodyPr/>
          <a:lstStyle/>
          <a:p>
            <a:fld id="{D9B6BDF2-6896-4B98-8776-C18582F63BA5}" type="slidenum">
              <a:rPr lang="zh-TW" altLang="en-US" smtClean="0"/>
              <a:pPr/>
              <a:t>28</a:t>
            </a:fld>
            <a:endParaRPr lang="zh-TW" altLang="en-US"/>
          </a:p>
        </p:txBody>
      </p:sp>
      <p:sp>
        <p:nvSpPr>
          <p:cNvPr id="2" name="内容占位符 5">
            <a:extLst>
              <a:ext uri="{FF2B5EF4-FFF2-40B4-BE49-F238E27FC236}">
                <a16:creationId xmlns:a16="http://schemas.microsoft.com/office/drawing/2014/main" id="{53FF7D9F-1225-843A-172D-12A2CC82D7FA}"/>
              </a:ext>
            </a:extLst>
          </p:cNvPr>
          <p:cNvSpPr txBox="1">
            <a:spLocks/>
          </p:cNvSpPr>
          <p:nvPr/>
        </p:nvSpPr>
        <p:spPr bwMode="auto">
          <a:xfrm>
            <a:off x="455372" y="1264050"/>
            <a:ext cx="10595455" cy="44033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Summary of PGO</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in</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Linux</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Kernel:</a:t>
            </a:r>
          </a:p>
          <a:p>
            <a:pPr lvl="1"/>
            <a:r>
              <a:rPr lang="en" altLang="zh-CN" sz="2000" b="1" kern="0" dirty="0">
                <a:latin typeface="Times New Roman" panose="02020603050405020304" pitchFamily="18" charset="0"/>
                <a:cs typeface="Times New Roman" panose="02020603050405020304" pitchFamily="18" charset="0"/>
              </a:rPr>
              <a:t>Specialized PGO Kernels Achieve Practical Efficacy</a:t>
            </a:r>
            <a:r>
              <a:rPr lang="en-US" altLang="zh-CN" sz="2000" b="1" kern="0" dirty="0">
                <a:latin typeface="Times New Roman" panose="02020603050405020304" pitchFamily="18" charset="0"/>
                <a:cs typeface="Times New Roman" panose="02020603050405020304" pitchFamily="18" charset="0"/>
              </a:rPr>
              <a:t>:</a:t>
            </a:r>
            <a:r>
              <a:rPr lang="zh-CN" altLang="en-US" sz="2000" b="1" kern="0" dirty="0">
                <a:latin typeface="Times New Roman" panose="02020603050405020304" pitchFamily="18" charset="0"/>
                <a:cs typeface="Times New Roman" panose="02020603050405020304" pitchFamily="18" charset="0"/>
              </a:rPr>
              <a:t> </a:t>
            </a:r>
            <a:r>
              <a:rPr lang="en" altLang="zh-CN" sz="2000" kern="0" dirty="0">
                <a:latin typeface="Times New Roman" panose="02020603050405020304" pitchFamily="18" charset="0"/>
                <a:cs typeface="Times New Roman" panose="02020603050405020304" pitchFamily="18" charset="0"/>
              </a:rPr>
              <a:t>Dedicated PGO-optimized Linux kernels have been successfully adopted in production environments (e.g.,</a:t>
            </a:r>
            <a:r>
              <a:rPr lang="zh-CN" altLang="en-US" sz="2000" kern="0" dirty="0">
                <a:latin typeface="Times New Roman" panose="02020603050405020304" pitchFamily="18" charset="0"/>
                <a:cs typeface="Times New Roman" panose="02020603050405020304" pitchFamily="18" charset="0"/>
              </a:rPr>
              <a:t> </a:t>
            </a:r>
            <a:r>
              <a:rPr lang="en" altLang="zh-CN" sz="2000" kern="0" dirty="0">
                <a:latin typeface="Times New Roman" panose="02020603050405020304" pitchFamily="18" charset="0"/>
                <a:cs typeface="Times New Roman" panose="02020603050405020304" pitchFamily="18" charset="0"/>
              </a:rPr>
              <a:t>Anolis, Euler)</a:t>
            </a:r>
            <a:r>
              <a:rPr lang="en-US" altLang="zh-CN" sz="2000" kern="0" dirty="0">
                <a:latin typeface="Times New Roman" panose="02020603050405020304" pitchFamily="18" charset="0"/>
                <a:cs typeface="Times New Roman" panose="02020603050405020304" pitchFamily="18" charset="0"/>
              </a:rPr>
              <a:t>.</a:t>
            </a:r>
          </a:p>
          <a:p>
            <a:pPr lvl="1"/>
            <a:r>
              <a:rPr lang="en" altLang="zh-CN" sz="2000" b="1" kern="0" dirty="0">
                <a:latin typeface="Times New Roman" panose="02020603050405020304" pitchFamily="18" charset="0"/>
                <a:cs typeface="Times New Roman" panose="02020603050405020304" pitchFamily="18" charset="0"/>
              </a:rPr>
              <a:t>Dynamic PGO Modules Remain Challenging: </a:t>
            </a:r>
            <a:r>
              <a:rPr lang="en" altLang="zh-CN" sz="2000" kern="0" dirty="0">
                <a:latin typeface="Times New Roman" panose="02020603050405020304" pitchFamily="18" charset="0"/>
                <a:cs typeface="Times New Roman" panose="02020603050405020304" pitchFamily="18" charset="0"/>
              </a:rPr>
              <a:t>Balance the performance gains delivered by PGO against the potential performance losses incurred during module replacement</a:t>
            </a:r>
            <a:r>
              <a:rPr lang="en-US" altLang="zh-CN" sz="2000" kern="0" dirty="0">
                <a:latin typeface="Times New Roman" panose="02020603050405020304" pitchFamily="18" charset="0"/>
                <a:cs typeface="Times New Roman" panose="02020603050405020304" pitchFamily="18" charset="0"/>
              </a:rPr>
              <a:t>.</a:t>
            </a:r>
          </a:p>
          <a:p>
            <a:r>
              <a:rPr lang="en-US" altLang="zh-CN" sz="2400" kern="0" dirty="0">
                <a:latin typeface="Times New Roman" panose="02020603050405020304" pitchFamily="18" charset="0"/>
                <a:cs typeface="Times New Roman" panose="02020603050405020304" pitchFamily="18" charset="0"/>
              </a:rPr>
              <a:t>Future Directions</a:t>
            </a:r>
          </a:p>
          <a:p>
            <a:pPr lvl="1"/>
            <a:r>
              <a:rPr lang="en" altLang="zh-CN" sz="2000" b="1" kern="0" dirty="0">
                <a:latin typeface="Times New Roman" panose="02020603050405020304" pitchFamily="18" charset="0"/>
                <a:cs typeface="Times New Roman" panose="02020603050405020304" pitchFamily="18" charset="0"/>
              </a:rPr>
              <a:t>Automated PGO Pipeline for Data Centers: </a:t>
            </a:r>
            <a:r>
              <a:rPr lang="en" altLang="zh-CN" sz="2000" kern="0" dirty="0">
                <a:latin typeface="Times New Roman" panose="02020603050405020304" pitchFamily="18" charset="0"/>
                <a:cs typeface="Times New Roman" panose="02020603050405020304" pitchFamily="18" charset="0"/>
              </a:rPr>
              <a:t>Dynamically collect kernel execution profiles, generate targeted optimizations, and deploy updates via modular live update technologies.</a:t>
            </a:r>
            <a:endParaRPr lang="en-US" altLang="zh-CN" sz="20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98496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9DAAF-BFD4-FEF3-6F9D-35534775A87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672177D-EC79-F9F2-8C7C-4B9FE9C8716B}"/>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557AF6F0-C5E7-0D29-3478-D5C22B651E57}"/>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 (3 min)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Background &amp; Motivation (5 min)</a:t>
            </a:r>
          </a:p>
          <a:p>
            <a:r>
              <a:rPr lang="en-US" altLang="zh-CN" sz="2933" dirty="0">
                <a:latin typeface="Times New Roman" panose="02020603050405020304" pitchFamily="18" charset="0"/>
                <a:cs typeface="Times New Roman" panose="02020603050405020304" pitchFamily="18" charset="0"/>
              </a:rPr>
              <a:t>Proposed Methods (15 min)</a:t>
            </a:r>
          </a:p>
          <a:p>
            <a:pPr lvl="1"/>
            <a:r>
              <a:rPr lang="en-US" altLang="zh-CN" sz="2400" dirty="0">
                <a:latin typeface="Times New Roman" panose="02020603050405020304" pitchFamily="18" charset="0"/>
                <a:cs typeface="Times New Roman" panose="02020603050405020304" pitchFamily="18" charset="0"/>
              </a:rPr>
              <a:t>﻿Application-Specific</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OS (3 min)</a:t>
            </a:r>
          </a:p>
          <a:p>
            <a:pPr lvl="1"/>
            <a:r>
              <a:rPr lang="en-US" altLang="zh-CN" sz="2400" dirty="0">
                <a:latin typeface="Times New Roman" panose="02020603050405020304" pitchFamily="18" charset="0"/>
                <a:cs typeface="Times New Roman" panose="02020603050405020304" pitchFamily="18" charset="0"/>
              </a:rPr>
              <a:t>﻿One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Profile</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Fits</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All (3 min)</a:t>
            </a:r>
          </a:p>
          <a:p>
            <a:pPr lvl="1"/>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PlugSched</a:t>
            </a:r>
            <a:r>
              <a:rPr lang="en-US" altLang="zh-CN" sz="2400" dirty="0">
                <a:latin typeface="Times New Roman" panose="02020603050405020304" pitchFamily="18" charset="0"/>
                <a:cs typeface="Times New Roman" panose="02020603050405020304" pitchFamily="18" charset="0"/>
              </a:rPr>
              <a:t> (4 min)</a:t>
            </a:r>
          </a:p>
          <a:p>
            <a:pPr lvl="1"/>
            <a:r>
              <a:rPr lang="en-US" altLang="zh-CN" sz="2400" dirty="0">
                <a:latin typeface="Times New Roman" panose="02020603050405020304" pitchFamily="18" charset="0"/>
                <a:cs typeface="Times New Roman" panose="02020603050405020304" pitchFamily="18" charset="0"/>
              </a:rPr>
              <a:t>My</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Method</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min)</a:t>
            </a:r>
          </a:p>
          <a:p>
            <a:r>
              <a:rPr lang="en-US" altLang="zh-CN" sz="2933" dirty="0">
                <a:latin typeface="Times New Roman" panose="02020603050405020304" pitchFamily="18" charset="0"/>
                <a:cs typeface="Times New Roman" panose="02020603050405020304" pitchFamily="18" charset="0"/>
              </a:rPr>
              <a:t>Conclusions (2 min)</a:t>
            </a:r>
          </a:p>
          <a:p>
            <a:r>
              <a:rPr lang="en-US" altLang="zh-CN" sz="2933" dirty="0">
                <a:solidFill>
                  <a:srgbClr val="FF0000"/>
                </a:solidFill>
                <a:latin typeface="Times New Roman" panose="02020603050405020304" pitchFamily="18" charset="0"/>
                <a:cs typeface="Times New Roman" panose="02020603050405020304" pitchFamily="18" charset="0"/>
              </a:rPr>
              <a:t>Q &amp; A (5 min)</a:t>
            </a:r>
          </a:p>
        </p:txBody>
      </p:sp>
      <p:sp>
        <p:nvSpPr>
          <p:cNvPr id="5" name="灯片编号占位符 1">
            <a:extLst>
              <a:ext uri="{FF2B5EF4-FFF2-40B4-BE49-F238E27FC236}">
                <a16:creationId xmlns:a16="http://schemas.microsoft.com/office/drawing/2014/main" id="{0E37C813-FC69-F78F-5346-9CC5E57F7433}"/>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29</a:t>
            </a:fld>
            <a:endParaRPr lang="zh-TW" altLang="en-US"/>
          </a:p>
        </p:txBody>
      </p:sp>
    </p:spTree>
    <p:extLst>
      <p:ext uri="{BB962C8B-B14F-4D97-AF65-F5344CB8AC3E}">
        <p14:creationId xmlns:p14="http://schemas.microsoft.com/office/powerpoint/2010/main" val="2458748160"/>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10649</TotalTime>
  <Words>2334</Words>
  <Application>Microsoft Office PowerPoint</Application>
  <PresentationFormat>宽屏</PresentationFormat>
  <Paragraphs>324</Paragraphs>
  <Slides>29</Slides>
  <Notes>28</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29</vt:i4>
      </vt:variant>
    </vt:vector>
  </HeadingPairs>
  <TitlesOfParts>
    <vt:vector size="38" baseType="lpstr">
      <vt:lpstr>MS Sans Serif</vt:lpstr>
      <vt:lpstr>楷体</vt:lpstr>
      <vt:lpstr>Arial</vt:lpstr>
      <vt:lpstr>Calibri</vt:lpstr>
      <vt:lpstr>Calibri Light</vt:lpstr>
      <vt:lpstr>Times New Roman</vt:lpstr>
      <vt:lpstr>Wingdings</vt:lpstr>
      <vt:lpstr>NTHU UniCloud</vt:lpstr>
      <vt:lpstr>自訂設計</vt:lpstr>
      <vt:lpstr>PGO (Profile Guided Optimization)  For Linux Kernel in Data Center 2026.03.10</vt:lpstr>
      <vt:lpstr>Outline</vt:lpstr>
      <vt:lpstr>Outline</vt:lpstr>
      <vt:lpstr>Introduction (1/2)</vt:lpstr>
      <vt:lpstr>Introduction (2/2)</vt:lpstr>
      <vt:lpstr>Outline</vt:lpstr>
      <vt:lpstr>Background &amp; Motivation (1/3)</vt:lpstr>
      <vt:lpstr>Background &amp; Motivation (2/3)</vt:lpstr>
      <vt:lpstr>Background &amp; Motivation (3/3)</vt:lpstr>
      <vt:lpstr>Outline</vt:lpstr>
      <vt:lpstr>Application-Specific OS (1/3)</vt:lpstr>
      <vt:lpstr>Application-Specific OS (2/3)</vt:lpstr>
      <vt:lpstr>Application-Specific OS (3/3)</vt:lpstr>
      <vt:lpstr>Outline</vt:lpstr>
      <vt:lpstr>One Profile Fits All (1/3)</vt:lpstr>
      <vt:lpstr>One Profile Fits All (2/3)</vt:lpstr>
      <vt:lpstr>One Profile Fits All (3/3)</vt:lpstr>
      <vt:lpstr>Outline</vt:lpstr>
      <vt:lpstr>PlugSched (1/4)</vt:lpstr>
      <vt:lpstr>PlugSched (2/4)</vt:lpstr>
      <vt:lpstr>PlugSched (3/4)</vt:lpstr>
      <vt:lpstr>PlugSched (4/4)</vt:lpstr>
      <vt:lpstr>Outline</vt:lpstr>
      <vt:lpstr>My Method (1/3)</vt:lpstr>
      <vt:lpstr>My Method (2/3)</vt:lpstr>
      <vt:lpstr>My Method (3/3)</vt:lpstr>
      <vt:lpstr>Outline</vt:lpstr>
      <vt:lpstr>Conclusions (1/1)</vt:lpstr>
      <vt:lpstr>Outline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Prof. Chung Yehching (SDS)</cp:lastModifiedBy>
  <cp:revision>263</cp:revision>
  <dcterms:created xsi:type="dcterms:W3CDTF">2020-07-15T11:13:39Z</dcterms:created>
  <dcterms:modified xsi:type="dcterms:W3CDTF">2026-03-11T06:40:03Z</dcterms:modified>
</cp:coreProperties>
</file>